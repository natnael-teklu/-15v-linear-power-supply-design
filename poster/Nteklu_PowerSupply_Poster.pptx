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0" strictFirstAndLastChars="0" embedTrueTypeFonts="1" saveSubsetFonts="1" autoCompressPictures="0">
  <p:sldMasterIdLst>
    <p:sldMasterId id="2147483690" r:id="rId1"/>
  </p:sldMasterIdLst>
  <p:notesMasterIdLst>
    <p:notesMasterId r:id="rId8"/>
  </p:notesMasterIdLst>
  <p:sldIdLst>
    <p:sldId id="256" r:id="rId2"/>
    <p:sldId id="312" r:id="rId3"/>
    <p:sldId id="257" r:id="rId4"/>
    <p:sldId id="258" r:id="rId5"/>
    <p:sldId id="313" r:id="rId6"/>
    <p:sldId id="261" r:id="rId7"/>
  </p:sldIdLst>
  <p:sldSz cx="21945600" cy="23774400"/>
  <p:notesSz cx="6858000" cy="9144000"/>
  <p:embeddedFontLst>
    <p:embeddedFont>
      <p:font typeface="Barlow" panose="00000500000000000000" pitchFamily="2" charset="0"/>
      <p:regular r:id="rId9"/>
      <p:bold r:id="rId10"/>
      <p:italic r:id="rId11"/>
      <p:boldItalic r:id="rId12"/>
    </p:embeddedFont>
    <p:embeddedFont>
      <p:font typeface="Space Grotesk" panose="020B060402020202020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48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48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48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48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48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48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48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48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48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3483F2F-5C44-4AA1-9149-040786B2DCBD}">
  <a:tblStyle styleId="{A3483F2F-5C44-4AA1-9149-040786B2DCB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7" d="100"/>
          <a:sy n="17" d="100"/>
        </p:scale>
        <p:origin x="2674" y="5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846263" y="685800"/>
            <a:ext cx="3165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48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48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48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48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48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48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48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48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448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46263" y="685800"/>
            <a:ext cx="3165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3">
          <a:extLst>
            <a:ext uri="{FF2B5EF4-FFF2-40B4-BE49-F238E27FC236}">
              <a16:creationId xmlns:a16="http://schemas.microsoft.com/office/drawing/2014/main" id="{93EFAA14-1FB0-8CDD-8519-EF413B0C5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1e43d05e22e_0_294:notes">
            <a:extLst>
              <a:ext uri="{FF2B5EF4-FFF2-40B4-BE49-F238E27FC236}">
                <a16:creationId xmlns:a16="http://schemas.microsoft.com/office/drawing/2014/main" id="{136DD060-E4F5-2360-4C87-878674B2CF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846263" y="685800"/>
            <a:ext cx="3165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1e43d05e22e_0_294:notes">
            <a:extLst>
              <a:ext uri="{FF2B5EF4-FFF2-40B4-BE49-F238E27FC236}">
                <a16:creationId xmlns:a16="http://schemas.microsoft.com/office/drawing/2014/main" id="{57213C13-B917-7E7C-C5C2-EC3AE715B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0165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12635377fd5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46263" y="685800"/>
            <a:ext cx="3165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12635377fd5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1e43d05e22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46263" y="685800"/>
            <a:ext cx="3165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1e43d05e22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1">
          <a:extLst>
            <a:ext uri="{FF2B5EF4-FFF2-40B4-BE49-F238E27FC236}">
              <a16:creationId xmlns:a16="http://schemas.microsoft.com/office/drawing/2014/main" id="{7FB1B301-3F08-E23F-3FF9-3165045F5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1e43d05e22e_0_2:notes">
            <a:extLst>
              <a:ext uri="{FF2B5EF4-FFF2-40B4-BE49-F238E27FC236}">
                <a16:creationId xmlns:a16="http://schemas.microsoft.com/office/drawing/2014/main" id="{A55DC1CA-83CA-E9CB-E5B0-1A435E5D46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846263" y="685800"/>
            <a:ext cx="3165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1e43d05e22e_0_2:notes">
            <a:extLst>
              <a:ext uri="{FF2B5EF4-FFF2-40B4-BE49-F238E27FC236}">
                <a16:creationId xmlns:a16="http://schemas.microsoft.com/office/drawing/2014/main" id="{C7BB5567-B48A-8170-8D30-CDBB80671F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1448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1e43d05e22e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46263" y="685800"/>
            <a:ext cx="3165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1e43d05e22e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 rot="-546">
            <a:off x="9107220" y="16683162"/>
            <a:ext cx="9064080" cy="19704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432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432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432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432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432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432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432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432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062940" y="5342711"/>
            <a:ext cx="11154960" cy="107619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1368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1248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1248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1248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1248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1248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1248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1248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1248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>
            <a:spLocks noGrp="1"/>
          </p:cNvSpPr>
          <p:nvPr>
            <p:ph type="title"/>
          </p:nvPr>
        </p:nvSpPr>
        <p:spPr>
          <a:xfrm>
            <a:off x="1728000" y="2496000"/>
            <a:ext cx="18489600" cy="26083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19" name="Google Shape;119;p6"/>
          <p:cNvGrpSpPr/>
          <p:nvPr/>
        </p:nvGrpSpPr>
        <p:grpSpPr>
          <a:xfrm>
            <a:off x="20504192" y="3854668"/>
            <a:ext cx="3284638" cy="6894123"/>
            <a:chOff x="2777212" y="-1275070"/>
            <a:chExt cx="530465" cy="578108"/>
          </a:xfrm>
        </p:grpSpPr>
        <p:sp>
          <p:nvSpPr>
            <p:cNvPr id="120" name="Google Shape;120;p6"/>
            <p:cNvSpPr/>
            <p:nvPr/>
          </p:nvSpPr>
          <p:spPr>
            <a:xfrm>
              <a:off x="2785565" y="-1275070"/>
              <a:ext cx="514344" cy="578108"/>
            </a:xfrm>
            <a:custGeom>
              <a:avLst/>
              <a:gdLst/>
              <a:ahLst/>
              <a:cxnLst/>
              <a:rect l="l" t="t" r="r" b="b"/>
              <a:pathLst>
                <a:path w="4372" h="4914" extrusionOk="0">
                  <a:moveTo>
                    <a:pt x="1108" y="0"/>
                  </a:moveTo>
                  <a:cubicBezTo>
                    <a:pt x="977" y="0"/>
                    <a:pt x="870" y="106"/>
                    <a:pt x="870" y="237"/>
                  </a:cubicBezTo>
                  <a:lnTo>
                    <a:pt x="870" y="1958"/>
                  </a:lnTo>
                  <a:cubicBezTo>
                    <a:pt x="870" y="2045"/>
                    <a:pt x="800" y="2117"/>
                    <a:pt x="713" y="2117"/>
                  </a:cubicBezTo>
                  <a:lnTo>
                    <a:pt x="238" y="2117"/>
                  </a:lnTo>
                  <a:cubicBezTo>
                    <a:pt x="152" y="2117"/>
                    <a:pt x="81" y="2045"/>
                    <a:pt x="81" y="1958"/>
                  </a:cubicBezTo>
                  <a:lnTo>
                    <a:pt x="81" y="659"/>
                  </a:lnTo>
                  <a:cubicBezTo>
                    <a:pt x="81" y="637"/>
                    <a:pt x="63" y="620"/>
                    <a:pt x="40" y="620"/>
                  </a:cubicBezTo>
                  <a:cubicBezTo>
                    <a:pt x="18" y="620"/>
                    <a:pt x="1" y="638"/>
                    <a:pt x="1" y="659"/>
                  </a:cubicBezTo>
                  <a:lnTo>
                    <a:pt x="1" y="1958"/>
                  </a:lnTo>
                  <a:cubicBezTo>
                    <a:pt x="1" y="2088"/>
                    <a:pt x="106" y="2195"/>
                    <a:pt x="237" y="2195"/>
                  </a:cubicBezTo>
                  <a:lnTo>
                    <a:pt x="712" y="2195"/>
                  </a:lnTo>
                  <a:cubicBezTo>
                    <a:pt x="841" y="2195"/>
                    <a:pt x="948" y="2090"/>
                    <a:pt x="948" y="1958"/>
                  </a:cubicBezTo>
                  <a:lnTo>
                    <a:pt x="948" y="237"/>
                  </a:lnTo>
                  <a:cubicBezTo>
                    <a:pt x="948" y="150"/>
                    <a:pt x="1019" y="80"/>
                    <a:pt x="1105" y="80"/>
                  </a:cubicBezTo>
                  <a:lnTo>
                    <a:pt x="2305" y="80"/>
                  </a:lnTo>
                  <a:cubicBezTo>
                    <a:pt x="2392" y="80"/>
                    <a:pt x="2462" y="150"/>
                    <a:pt x="2462" y="237"/>
                  </a:cubicBezTo>
                  <a:lnTo>
                    <a:pt x="2462" y="4678"/>
                  </a:lnTo>
                  <a:cubicBezTo>
                    <a:pt x="2462" y="4807"/>
                    <a:pt x="2568" y="4914"/>
                    <a:pt x="2699" y="4914"/>
                  </a:cubicBezTo>
                  <a:lnTo>
                    <a:pt x="3477" y="4914"/>
                  </a:lnTo>
                  <a:cubicBezTo>
                    <a:pt x="3608" y="4914"/>
                    <a:pt x="3714" y="4807"/>
                    <a:pt x="3715" y="4679"/>
                  </a:cubicBezTo>
                  <a:lnTo>
                    <a:pt x="3715" y="2112"/>
                  </a:lnTo>
                  <a:cubicBezTo>
                    <a:pt x="3715" y="2026"/>
                    <a:pt x="3786" y="1954"/>
                    <a:pt x="3873" y="1954"/>
                  </a:cubicBezTo>
                  <a:lnTo>
                    <a:pt x="4332" y="1954"/>
                  </a:lnTo>
                  <a:cubicBezTo>
                    <a:pt x="4354" y="1954"/>
                    <a:pt x="4371" y="1936"/>
                    <a:pt x="4371" y="1914"/>
                  </a:cubicBezTo>
                  <a:cubicBezTo>
                    <a:pt x="4371" y="1892"/>
                    <a:pt x="4353" y="1874"/>
                    <a:pt x="4332" y="1874"/>
                  </a:cubicBezTo>
                  <a:lnTo>
                    <a:pt x="3873" y="1874"/>
                  </a:lnTo>
                  <a:cubicBezTo>
                    <a:pt x="3743" y="1874"/>
                    <a:pt x="3637" y="1980"/>
                    <a:pt x="3637" y="2111"/>
                  </a:cubicBezTo>
                  <a:lnTo>
                    <a:pt x="3637" y="4678"/>
                  </a:lnTo>
                  <a:cubicBezTo>
                    <a:pt x="3637" y="4764"/>
                    <a:pt x="3565" y="4835"/>
                    <a:pt x="3478" y="4835"/>
                  </a:cubicBezTo>
                  <a:lnTo>
                    <a:pt x="2701" y="4835"/>
                  </a:lnTo>
                  <a:cubicBezTo>
                    <a:pt x="2613" y="4835"/>
                    <a:pt x="2543" y="4764"/>
                    <a:pt x="2543" y="4678"/>
                  </a:cubicBezTo>
                  <a:lnTo>
                    <a:pt x="2543" y="237"/>
                  </a:lnTo>
                  <a:cubicBezTo>
                    <a:pt x="2543" y="107"/>
                    <a:pt x="2437" y="0"/>
                    <a:pt x="23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3282148" y="-1062837"/>
              <a:ext cx="25529" cy="25647"/>
            </a:xfrm>
            <a:custGeom>
              <a:avLst/>
              <a:gdLst/>
              <a:ahLst/>
              <a:cxnLst/>
              <a:rect l="l" t="t" r="r" b="b"/>
              <a:pathLst>
                <a:path w="217" h="218" extrusionOk="0">
                  <a:moveTo>
                    <a:pt x="108" y="0"/>
                  </a:moveTo>
                  <a:cubicBezTo>
                    <a:pt x="49" y="0"/>
                    <a:pt x="0" y="50"/>
                    <a:pt x="0" y="109"/>
                  </a:cubicBezTo>
                  <a:cubicBezTo>
                    <a:pt x="0" y="168"/>
                    <a:pt x="49" y="217"/>
                    <a:pt x="108" y="217"/>
                  </a:cubicBezTo>
                  <a:cubicBezTo>
                    <a:pt x="168" y="217"/>
                    <a:pt x="216" y="168"/>
                    <a:pt x="216" y="109"/>
                  </a:cubicBezTo>
                  <a:cubicBezTo>
                    <a:pt x="216" y="50"/>
                    <a:pt x="168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2777212" y="-1210247"/>
              <a:ext cx="25647" cy="25529"/>
            </a:xfrm>
            <a:custGeom>
              <a:avLst/>
              <a:gdLst/>
              <a:ahLst/>
              <a:cxnLst/>
              <a:rect l="l" t="t" r="r" b="b"/>
              <a:pathLst>
                <a:path w="218" h="217" extrusionOk="0">
                  <a:moveTo>
                    <a:pt x="108" y="0"/>
                  </a:moveTo>
                  <a:cubicBezTo>
                    <a:pt x="49" y="0"/>
                    <a:pt x="0" y="48"/>
                    <a:pt x="0" y="108"/>
                  </a:cubicBezTo>
                  <a:cubicBezTo>
                    <a:pt x="0" y="168"/>
                    <a:pt x="49" y="216"/>
                    <a:pt x="108" y="216"/>
                  </a:cubicBezTo>
                  <a:cubicBezTo>
                    <a:pt x="168" y="216"/>
                    <a:pt x="217" y="168"/>
                    <a:pt x="217" y="108"/>
                  </a:cubicBezTo>
                  <a:cubicBezTo>
                    <a:pt x="217" y="48"/>
                    <a:pt x="168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</p:grpSp>
      <p:grpSp>
        <p:nvGrpSpPr>
          <p:cNvPr id="123" name="Google Shape;123;p6"/>
          <p:cNvGrpSpPr/>
          <p:nvPr/>
        </p:nvGrpSpPr>
        <p:grpSpPr>
          <a:xfrm>
            <a:off x="18806615" y="1137249"/>
            <a:ext cx="1411010" cy="2717502"/>
            <a:chOff x="3370788" y="3362821"/>
            <a:chExt cx="535009" cy="535009"/>
          </a:xfrm>
        </p:grpSpPr>
        <p:sp>
          <p:nvSpPr>
            <p:cNvPr id="124" name="Google Shape;124;p6"/>
            <p:cNvSpPr/>
            <p:nvPr/>
          </p:nvSpPr>
          <p:spPr>
            <a:xfrm>
              <a:off x="3370788" y="3362821"/>
              <a:ext cx="535009" cy="535009"/>
            </a:xfrm>
            <a:custGeom>
              <a:avLst/>
              <a:gdLst/>
              <a:ahLst/>
              <a:cxnLst/>
              <a:rect l="l" t="t" r="r" b="b"/>
              <a:pathLst>
                <a:path w="10302" h="10302" extrusionOk="0">
                  <a:moveTo>
                    <a:pt x="52" y="1"/>
                  </a:moveTo>
                  <a:cubicBezTo>
                    <a:pt x="24" y="1"/>
                    <a:pt x="1" y="23"/>
                    <a:pt x="1" y="52"/>
                  </a:cubicBezTo>
                  <a:lnTo>
                    <a:pt x="1" y="10250"/>
                  </a:lnTo>
                  <a:cubicBezTo>
                    <a:pt x="1" y="10279"/>
                    <a:pt x="24" y="10302"/>
                    <a:pt x="52" y="10302"/>
                  </a:cubicBezTo>
                  <a:lnTo>
                    <a:pt x="10250" y="10302"/>
                  </a:lnTo>
                  <a:cubicBezTo>
                    <a:pt x="10279" y="10302"/>
                    <a:pt x="10301" y="10279"/>
                    <a:pt x="10301" y="10250"/>
                  </a:cubicBezTo>
                  <a:lnTo>
                    <a:pt x="10301" y="52"/>
                  </a:lnTo>
                  <a:cubicBezTo>
                    <a:pt x="10301" y="24"/>
                    <a:pt x="10279" y="1"/>
                    <a:pt x="102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3375514" y="3367547"/>
              <a:ext cx="525557" cy="525557"/>
            </a:xfrm>
            <a:custGeom>
              <a:avLst/>
              <a:gdLst/>
              <a:ahLst/>
              <a:cxnLst/>
              <a:rect l="l" t="t" r="r" b="b"/>
              <a:pathLst>
                <a:path w="10120" h="10120" extrusionOk="0">
                  <a:moveTo>
                    <a:pt x="43" y="1"/>
                  </a:moveTo>
                  <a:cubicBezTo>
                    <a:pt x="20" y="1"/>
                    <a:pt x="1" y="20"/>
                    <a:pt x="1" y="44"/>
                  </a:cubicBezTo>
                  <a:lnTo>
                    <a:pt x="1" y="10077"/>
                  </a:lnTo>
                  <a:cubicBezTo>
                    <a:pt x="1" y="10101"/>
                    <a:pt x="20" y="10120"/>
                    <a:pt x="43" y="10120"/>
                  </a:cubicBezTo>
                  <a:lnTo>
                    <a:pt x="10077" y="10120"/>
                  </a:lnTo>
                  <a:cubicBezTo>
                    <a:pt x="10100" y="10120"/>
                    <a:pt x="10119" y="10101"/>
                    <a:pt x="10119" y="10077"/>
                  </a:cubicBezTo>
                  <a:lnTo>
                    <a:pt x="10119" y="44"/>
                  </a:lnTo>
                  <a:cubicBezTo>
                    <a:pt x="10119" y="20"/>
                    <a:pt x="10100" y="1"/>
                    <a:pt x="100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3417943" y="3409976"/>
              <a:ext cx="440751" cy="440751"/>
            </a:xfrm>
            <a:custGeom>
              <a:avLst/>
              <a:gdLst/>
              <a:ahLst/>
              <a:cxnLst/>
              <a:rect l="l" t="t" r="r" b="b"/>
              <a:pathLst>
                <a:path w="8487" h="8487" extrusionOk="0">
                  <a:moveTo>
                    <a:pt x="8324" y="162"/>
                  </a:moveTo>
                  <a:lnTo>
                    <a:pt x="8324" y="8324"/>
                  </a:lnTo>
                  <a:lnTo>
                    <a:pt x="162" y="8324"/>
                  </a:lnTo>
                  <a:lnTo>
                    <a:pt x="162" y="162"/>
                  </a:lnTo>
                  <a:close/>
                  <a:moveTo>
                    <a:pt x="0" y="1"/>
                  </a:moveTo>
                  <a:lnTo>
                    <a:pt x="0" y="8486"/>
                  </a:lnTo>
                  <a:lnTo>
                    <a:pt x="0" y="8487"/>
                  </a:lnTo>
                  <a:lnTo>
                    <a:pt x="8487" y="8487"/>
                  </a:lnTo>
                  <a:lnTo>
                    <a:pt x="84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3426304" y="3418389"/>
              <a:ext cx="423977" cy="423925"/>
            </a:xfrm>
            <a:custGeom>
              <a:avLst/>
              <a:gdLst/>
              <a:ahLst/>
              <a:cxnLst/>
              <a:rect l="l" t="t" r="r" b="b"/>
              <a:pathLst>
                <a:path w="8164" h="8163" extrusionOk="0">
                  <a:moveTo>
                    <a:pt x="8035" y="129"/>
                  </a:moveTo>
                  <a:lnTo>
                    <a:pt x="8035" y="8034"/>
                  </a:lnTo>
                  <a:lnTo>
                    <a:pt x="129" y="8034"/>
                  </a:lnTo>
                  <a:lnTo>
                    <a:pt x="129" y="129"/>
                  </a:lnTo>
                  <a:close/>
                  <a:moveTo>
                    <a:pt x="1" y="0"/>
                  </a:moveTo>
                  <a:lnTo>
                    <a:pt x="1" y="8162"/>
                  </a:lnTo>
                  <a:lnTo>
                    <a:pt x="8163" y="8162"/>
                  </a:lnTo>
                  <a:lnTo>
                    <a:pt x="81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3495374" y="3487459"/>
              <a:ext cx="285836" cy="285940"/>
            </a:xfrm>
            <a:custGeom>
              <a:avLst/>
              <a:gdLst/>
              <a:ahLst/>
              <a:cxnLst/>
              <a:rect l="l" t="t" r="r" b="b"/>
              <a:pathLst>
                <a:path w="5504" h="5506" extrusionOk="0">
                  <a:moveTo>
                    <a:pt x="2753" y="1"/>
                  </a:moveTo>
                  <a:cubicBezTo>
                    <a:pt x="1235" y="1"/>
                    <a:pt x="0" y="1236"/>
                    <a:pt x="0" y="2753"/>
                  </a:cubicBezTo>
                  <a:cubicBezTo>
                    <a:pt x="0" y="4270"/>
                    <a:pt x="1234" y="5505"/>
                    <a:pt x="2753" y="5505"/>
                  </a:cubicBezTo>
                  <a:cubicBezTo>
                    <a:pt x="4269" y="5505"/>
                    <a:pt x="5504" y="4270"/>
                    <a:pt x="5504" y="2753"/>
                  </a:cubicBezTo>
                  <a:cubicBezTo>
                    <a:pt x="5504" y="1236"/>
                    <a:pt x="4271" y="1"/>
                    <a:pt x="27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3490544" y="3495769"/>
              <a:ext cx="295340" cy="269114"/>
            </a:xfrm>
            <a:custGeom>
              <a:avLst/>
              <a:gdLst/>
              <a:ahLst/>
              <a:cxnLst/>
              <a:rect l="l" t="t" r="r" b="b"/>
              <a:pathLst>
                <a:path w="5687" h="5182" extrusionOk="0">
                  <a:moveTo>
                    <a:pt x="2843" y="0"/>
                  </a:moveTo>
                  <a:cubicBezTo>
                    <a:pt x="2180" y="0"/>
                    <a:pt x="1517" y="253"/>
                    <a:pt x="1012" y="759"/>
                  </a:cubicBezTo>
                  <a:cubicBezTo>
                    <a:pt x="0" y="1771"/>
                    <a:pt x="0" y="3411"/>
                    <a:pt x="1012" y="4423"/>
                  </a:cubicBezTo>
                  <a:cubicBezTo>
                    <a:pt x="1517" y="4928"/>
                    <a:pt x="2180" y="5181"/>
                    <a:pt x="2843" y="5181"/>
                  </a:cubicBezTo>
                  <a:cubicBezTo>
                    <a:pt x="3506" y="5181"/>
                    <a:pt x="4169" y="4928"/>
                    <a:pt x="4675" y="4423"/>
                  </a:cubicBezTo>
                  <a:cubicBezTo>
                    <a:pt x="5687" y="3411"/>
                    <a:pt x="5687" y="1771"/>
                    <a:pt x="4675" y="759"/>
                  </a:cubicBezTo>
                  <a:cubicBezTo>
                    <a:pt x="4169" y="253"/>
                    <a:pt x="3506" y="0"/>
                    <a:pt x="28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3618194" y="3610228"/>
              <a:ext cx="40196" cy="40196"/>
            </a:xfrm>
            <a:custGeom>
              <a:avLst/>
              <a:gdLst/>
              <a:ahLst/>
              <a:cxnLst/>
              <a:rect l="l" t="t" r="r" b="b"/>
              <a:pathLst>
                <a:path w="774" h="774" extrusionOk="0">
                  <a:moveTo>
                    <a:pt x="386" y="1"/>
                  </a:moveTo>
                  <a:cubicBezTo>
                    <a:pt x="174" y="1"/>
                    <a:pt x="0" y="174"/>
                    <a:pt x="0" y="388"/>
                  </a:cubicBezTo>
                  <a:cubicBezTo>
                    <a:pt x="0" y="601"/>
                    <a:pt x="174" y="774"/>
                    <a:pt x="386" y="774"/>
                  </a:cubicBezTo>
                  <a:cubicBezTo>
                    <a:pt x="600" y="774"/>
                    <a:pt x="774" y="601"/>
                    <a:pt x="774" y="388"/>
                  </a:cubicBezTo>
                  <a:cubicBezTo>
                    <a:pt x="774" y="174"/>
                    <a:pt x="600" y="1"/>
                    <a:pt x="3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3686590" y="3610228"/>
              <a:ext cx="40144" cy="40196"/>
            </a:xfrm>
            <a:custGeom>
              <a:avLst/>
              <a:gdLst/>
              <a:ahLst/>
              <a:cxnLst/>
              <a:rect l="l" t="t" r="r" b="b"/>
              <a:pathLst>
                <a:path w="773" h="774" extrusionOk="0">
                  <a:moveTo>
                    <a:pt x="387" y="1"/>
                  </a:moveTo>
                  <a:cubicBezTo>
                    <a:pt x="173" y="1"/>
                    <a:pt x="1" y="174"/>
                    <a:pt x="1" y="388"/>
                  </a:cubicBezTo>
                  <a:cubicBezTo>
                    <a:pt x="1" y="602"/>
                    <a:pt x="173" y="774"/>
                    <a:pt x="387" y="774"/>
                  </a:cubicBezTo>
                  <a:cubicBezTo>
                    <a:pt x="601" y="774"/>
                    <a:pt x="773" y="600"/>
                    <a:pt x="773" y="388"/>
                  </a:cubicBezTo>
                  <a:cubicBezTo>
                    <a:pt x="773" y="175"/>
                    <a:pt x="601" y="1"/>
                    <a:pt x="3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132" name="Google Shape;132;p6"/>
            <p:cNvSpPr/>
            <p:nvPr/>
          </p:nvSpPr>
          <p:spPr>
            <a:xfrm>
              <a:off x="3549799" y="3610228"/>
              <a:ext cx="40144" cy="40196"/>
            </a:xfrm>
            <a:custGeom>
              <a:avLst/>
              <a:gdLst/>
              <a:ahLst/>
              <a:cxnLst/>
              <a:rect l="l" t="t" r="r" b="b"/>
              <a:pathLst>
                <a:path w="773" h="774" extrusionOk="0">
                  <a:moveTo>
                    <a:pt x="386" y="1"/>
                  </a:moveTo>
                  <a:cubicBezTo>
                    <a:pt x="172" y="1"/>
                    <a:pt x="0" y="174"/>
                    <a:pt x="0" y="388"/>
                  </a:cubicBezTo>
                  <a:cubicBezTo>
                    <a:pt x="0" y="601"/>
                    <a:pt x="172" y="774"/>
                    <a:pt x="386" y="774"/>
                  </a:cubicBezTo>
                  <a:cubicBezTo>
                    <a:pt x="600" y="774"/>
                    <a:pt x="772" y="601"/>
                    <a:pt x="772" y="388"/>
                  </a:cubicBezTo>
                  <a:cubicBezTo>
                    <a:pt x="772" y="174"/>
                    <a:pt x="600" y="1"/>
                    <a:pt x="3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133" name="Google Shape;133;p6"/>
            <p:cNvSpPr/>
            <p:nvPr/>
          </p:nvSpPr>
          <p:spPr>
            <a:xfrm>
              <a:off x="3752959" y="3560425"/>
              <a:ext cx="19890" cy="139854"/>
            </a:xfrm>
            <a:custGeom>
              <a:avLst/>
              <a:gdLst/>
              <a:ahLst/>
              <a:cxnLst/>
              <a:rect l="l" t="t" r="r" b="b"/>
              <a:pathLst>
                <a:path w="383" h="2693" extrusionOk="0">
                  <a:moveTo>
                    <a:pt x="1" y="1"/>
                  </a:moveTo>
                  <a:lnTo>
                    <a:pt x="1" y="2692"/>
                  </a:lnTo>
                  <a:cubicBezTo>
                    <a:pt x="250" y="2288"/>
                    <a:pt x="382" y="1825"/>
                    <a:pt x="382" y="1347"/>
                  </a:cubicBezTo>
                  <a:cubicBezTo>
                    <a:pt x="382" y="868"/>
                    <a:pt x="250" y="406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134" name="Google Shape;134;p6"/>
            <p:cNvSpPr/>
            <p:nvPr/>
          </p:nvSpPr>
          <p:spPr>
            <a:xfrm>
              <a:off x="3503735" y="3560425"/>
              <a:ext cx="19942" cy="139854"/>
            </a:xfrm>
            <a:custGeom>
              <a:avLst/>
              <a:gdLst/>
              <a:ahLst/>
              <a:cxnLst/>
              <a:rect l="l" t="t" r="r" b="b"/>
              <a:pathLst>
                <a:path w="384" h="2693" extrusionOk="0">
                  <a:moveTo>
                    <a:pt x="383" y="1"/>
                  </a:moveTo>
                  <a:cubicBezTo>
                    <a:pt x="133" y="406"/>
                    <a:pt x="1" y="868"/>
                    <a:pt x="1" y="1347"/>
                  </a:cubicBezTo>
                  <a:cubicBezTo>
                    <a:pt x="1" y="1825"/>
                    <a:pt x="133" y="2288"/>
                    <a:pt x="383" y="2692"/>
                  </a:cubicBezTo>
                  <a:lnTo>
                    <a:pt x="38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3623024" y="3495769"/>
              <a:ext cx="30640" cy="34743"/>
            </a:xfrm>
            <a:custGeom>
              <a:avLst/>
              <a:gdLst/>
              <a:ahLst/>
              <a:cxnLst/>
              <a:rect l="l" t="t" r="r" b="b"/>
              <a:pathLst>
                <a:path w="590" h="669" extrusionOk="0">
                  <a:moveTo>
                    <a:pt x="295" y="1"/>
                  </a:moveTo>
                  <a:cubicBezTo>
                    <a:pt x="194" y="1"/>
                    <a:pt x="97" y="7"/>
                    <a:pt x="0" y="18"/>
                  </a:cubicBezTo>
                  <a:lnTo>
                    <a:pt x="0" y="558"/>
                  </a:lnTo>
                  <a:cubicBezTo>
                    <a:pt x="0" y="618"/>
                    <a:pt x="50" y="668"/>
                    <a:pt x="110" y="668"/>
                  </a:cubicBezTo>
                  <a:lnTo>
                    <a:pt x="480" y="668"/>
                  </a:lnTo>
                  <a:cubicBezTo>
                    <a:pt x="540" y="668"/>
                    <a:pt x="590" y="618"/>
                    <a:pt x="590" y="558"/>
                  </a:cubicBezTo>
                  <a:lnTo>
                    <a:pt x="590" y="18"/>
                  </a:lnTo>
                  <a:lnTo>
                    <a:pt x="589" y="18"/>
                  </a:lnTo>
                  <a:cubicBezTo>
                    <a:pt x="492" y="7"/>
                    <a:pt x="393" y="1"/>
                    <a:pt x="2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3623024" y="3730192"/>
              <a:ext cx="30640" cy="34691"/>
            </a:xfrm>
            <a:custGeom>
              <a:avLst/>
              <a:gdLst/>
              <a:ahLst/>
              <a:cxnLst/>
              <a:rect l="l" t="t" r="r" b="b"/>
              <a:pathLst>
                <a:path w="590" h="668" extrusionOk="0">
                  <a:moveTo>
                    <a:pt x="110" y="1"/>
                  </a:moveTo>
                  <a:cubicBezTo>
                    <a:pt x="50" y="1"/>
                    <a:pt x="0" y="51"/>
                    <a:pt x="0" y="111"/>
                  </a:cubicBezTo>
                  <a:lnTo>
                    <a:pt x="0" y="651"/>
                  </a:lnTo>
                  <a:cubicBezTo>
                    <a:pt x="97" y="661"/>
                    <a:pt x="194" y="668"/>
                    <a:pt x="295" y="668"/>
                  </a:cubicBezTo>
                  <a:cubicBezTo>
                    <a:pt x="393" y="668"/>
                    <a:pt x="492" y="661"/>
                    <a:pt x="589" y="651"/>
                  </a:cubicBezTo>
                  <a:lnTo>
                    <a:pt x="590" y="651"/>
                  </a:lnTo>
                  <a:lnTo>
                    <a:pt x="590" y="111"/>
                  </a:lnTo>
                  <a:cubicBezTo>
                    <a:pt x="590" y="51"/>
                    <a:pt x="540" y="1"/>
                    <a:pt x="4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3635955" y="3610332"/>
              <a:ext cx="4674" cy="40092"/>
            </a:xfrm>
            <a:custGeom>
              <a:avLst/>
              <a:gdLst/>
              <a:ahLst/>
              <a:cxnLst/>
              <a:rect l="l" t="t" r="r" b="b"/>
              <a:pathLst>
                <a:path w="90" h="772" extrusionOk="0">
                  <a:moveTo>
                    <a:pt x="46" y="1"/>
                  </a:moveTo>
                  <a:cubicBezTo>
                    <a:pt x="31" y="1"/>
                    <a:pt x="16" y="3"/>
                    <a:pt x="1" y="4"/>
                  </a:cubicBezTo>
                  <a:lnTo>
                    <a:pt x="1" y="768"/>
                  </a:lnTo>
                  <a:cubicBezTo>
                    <a:pt x="16" y="769"/>
                    <a:pt x="31" y="772"/>
                    <a:pt x="46" y="772"/>
                  </a:cubicBezTo>
                  <a:cubicBezTo>
                    <a:pt x="59" y="772"/>
                    <a:pt x="74" y="769"/>
                    <a:pt x="89" y="768"/>
                  </a:cubicBezTo>
                  <a:lnTo>
                    <a:pt x="89" y="4"/>
                  </a:lnTo>
                  <a:cubicBezTo>
                    <a:pt x="74" y="3"/>
                    <a:pt x="59" y="1"/>
                    <a:pt x="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</p:grpSp>
      <p:grpSp>
        <p:nvGrpSpPr>
          <p:cNvPr id="138" name="Google Shape;138;p6"/>
          <p:cNvGrpSpPr/>
          <p:nvPr/>
        </p:nvGrpSpPr>
        <p:grpSpPr>
          <a:xfrm>
            <a:off x="-1554161" y="19020888"/>
            <a:ext cx="6564365" cy="6591076"/>
            <a:chOff x="1773694" y="-1034248"/>
            <a:chExt cx="733639" cy="382468"/>
          </a:xfrm>
        </p:grpSpPr>
        <p:sp>
          <p:nvSpPr>
            <p:cNvPr id="139" name="Google Shape;139;p6"/>
            <p:cNvSpPr/>
            <p:nvPr/>
          </p:nvSpPr>
          <p:spPr>
            <a:xfrm>
              <a:off x="2358629" y="-1034248"/>
              <a:ext cx="25529" cy="25529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109" y="0"/>
                  </a:moveTo>
                  <a:cubicBezTo>
                    <a:pt x="49" y="0"/>
                    <a:pt x="1" y="48"/>
                    <a:pt x="1" y="108"/>
                  </a:cubicBezTo>
                  <a:cubicBezTo>
                    <a:pt x="1" y="168"/>
                    <a:pt x="49" y="216"/>
                    <a:pt x="109" y="216"/>
                  </a:cubicBezTo>
                  <a:cubicBezTo>
                    <a:pt x="169" y="216"/>
                    <a:pt x="217" y="168"/>
                    <a:pt x="217" y="108"/>
                  </a:cubicBezTo>
                  <a:cubicBezTo>
                    <a:pt x="217" y="48"/>
                    <a:pt x="169" y="0"/>
                    <a:pt x="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2383099" y="-677427"/>
              <a:ext cx="25529" cy="25647"/>
            </a:xfrm>
            <a:custGeom>
              <a:avLst/>
              <a:gdLst/>
              <a:ahLst/>
              <a:cxnLst/>
              <a:rect l="l" t="t" r="r" b="b"/>
              <a:pathLst>
                <a:path w="217" h="218" extrusionOk="0">
                  <a:moveTo>
                    <a:pt x="108" y="1"/>
                  </a:moveTo>
                  <a:cubicBezTo>
                    <a:pt x="48" y="1"/>
                    <a:pt x="0" y="49"/>
                    <a:pt x="0" y="109"/>
                  </a:cubicBezTo>
                  <a:cubicBezTo>
                    <a:pt x="0" y="169"/>
                    <a:pt x="48" y="218"/>
                    <a:pt x="108" y="218"/>
                  </a:cubicBezTo>
                  <a:cubicBezTo>
                    <a:pt x="168" y="218"/>
                    <a:pt x="216" y="169"/>
                    <a:pt x="216" y="109"/>
                  </a:cubicBezTo>
                  <a:cubicBezTo>
                    <a:pt x="216" y="49"/>
                    <a:pt x="168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2481686" y="-892485"/>
              <a:ext cx="25647" cy="25529"/>
            </a:xfrm>
            <a:custGeom>
              <a:avLst/>
              <a:gdLst/>
              <a:ahLst/>
              <a:cxnLst/>
              <a:rect l="l" t="t" r="r" b="b"/>
              <a:pathLst>
                <a:path w="218" h="217" extrusionOk="0">
                  <a:moveTo>
                    <a:pt x="109" y="0"/>
                  </a:moveTo>
                  <a:cubicBezTo>
                    <a:pt x="50" y="0"/>
                    <a:pt x="0" y="48"/>
                    <a:pt x="0" y="108"/>
                  </a:cubicBezTo>
                  <a:cubicBezTo>
                    <a:pt x="0" y="168"/>
                    <a:pt x="50" y="216"/>
                    <a:pt x="109" y="216"/>
                  </a:cubicBezTo>
                  <a:cubicBezTo>
                    <a:pt x="169" y="216"/>
                    <a:pt x="217" y="168"/>
                    <a:pt x="217" y="108"/>
                  </a:cubicBezTo>
                  <a:cubicBezTo>
                    <a:pt x="217" y="48"/>
                    <a:pt x="169" y="0"/>
                    <a:pt x="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1773694" y="-1024131"/>
              <a:ext cx="599990" cy="174585"/>
            </a:xfrm>
            <a:custGeom>
              <a:avLst/>
              <a:gdLst/>
              <a:ahLst/>
              <a:cxnLst/>
              <a:rect l="l" t="t" r="r" b="b"/>
              <a:pathLst>
                <a:path w="5100" h="1484" extrusionOk="0">
                  <a:moveTo>
                    <a:pt x="5080" y="1"/>
                  </a:moveTo>
                  <a:cubicBezTo>
                    <a:pt x="5069" y="1"/>
                    <a:pt x="5059" y="10"/>
                    <a:pt x="5059" y="21"/>
                  </a:cubicBezTo>
                  <a:lnTo>
                    <a:pt x="5059" y="1444"/>
                  </a:lnTo>
                  <a:lnTo>
                    <a:pt x="21" y="1444"/>
                  </a:lnTo>
                  <a:cubicBezTo>
                    <a:pt x="10" y="1444"/>
                    <a:pt x="0" y="1454"/>
                    <a:pt x="0" y="1465"/>
                  </a:cubicBezTo>
                  <a:cubicBezTo>
                    <a:pt x="0" y="1475"/>
                    <a:pt x="10" y="1484"/>
                    <a:pt x="21" y="1484"/>
                  </a:cubicBezTo>
                  <a:lnTo>
                    <a:pt x="5081" y="1484"/>
                  </a:lnTo>
                  <a:cubicBezTo>
                    <a:pt x="5091" y="1484"/>
                    <a:pt x="5100" y="1476"/>
                    <a:pt x="5100" y="1465"/>
                  </a:cubicBezTo>
                  <a:lnTo>
                    <a:pt x="5100" y="21"/>
                  </a:lnTo>
                  <a:cubicBezTo>
                    <a:pt x="5100" y="10"/>
                    <a:pt x="5090" y="1"/>
                    <a:pt x="50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1781811" y="-882132"/>
              <a:ext cx="715046" cy="4823"/>
            </a:xfrm>
            <a:custGeom>
              <a:avLst/>
              <a:gdLst/>
              <a:ahLst/>
              <a:cxnLst/>
              <a:rect l="l" t="t" r="r" b="b"/>
              <a:pathLst>
                <a:path w="6078" h="41" extrusionOk="0">
                  <a:moveTo>
                    <a:pt x="21" y="1"/>
                  </a:moveTo>
                  <a:cubicBezTo>
                    <a:pt x="9" y="1"/>
                    <a:pt x="1" y="9"/>
                    <a:pt x="1" y="20"/>
                  </a:cubicBezTo>
                  <a:cubicBezTo>
                    <a:pt x="1" y="31"/>
                    <a:pt x="9" y="40"/>
                    <a:pt x="21" y="40"/>
                  </a:cubicBezTo>
                  <a:lnTo>
                    <a:pt x="6058" y="40"/>
                  </a:lnTo>
                  <a:cubicBezTo>
                    <a:pt x="6069" y="40"/>
                    <a:pt x="6078" y="31"/>
                    <a:pt x="6078" y="20"/>
                  </a:cubicBezTo>
                  <a:cubicBezTo>
                    <a:pt x="6078" y="9"/>
                    <a:pt x="6069" y="1"/>
                    <a:pt x="60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1773812" y="-939073"/>
              <a:ext cx="624577" cy="276936"/>
            </a:xfrm>
            <a:custGeom>
              <a:avLst/>
              <a:gdLst/>
              <a:ahLst/>
              <a:cxnLst/>
              <a:rect l="l" t="t" r="r" b="b"/>
              <a:pathLst>
                <a:path w="5309" h="2354" extrusionOk="0">
                  <a:moveTo>
                    <a:pt x="21" y="1"/>
                  </a:moveTo>
                  <a:cubicBezTo>
                    <a:pt x="10" y="1"/>
                    <a:pt x="0" y="10"/>
                    <a:pt x="0" y="21"/>
                  </a:cubicBezTo>
                  <a:cubicBezTo>
                    <a:pt x="0" y="32"/>
                    <a:pt x="10" y="41"/>
                    <a:pt x="21" y="41"/>
                  </a:cubicBezTo>
                  <a:lnTo>
                    <a:pt x="4605" y="41"/>
                  </a:lnTo>
                  <a:lnTo>
                    <a:pt x="4605" y="2333"/>
                  </a:lnTo>
                  <a:cubicBezTo>
                    <a:pt x="4605" y="2343"/>
                    <a:pt x="4614" y="2353"/>
                    <a:pt x="4625" y="2353"/>
                  </a:cubicBezTo>
                  <a:lnTo>
                    <a:pt x="5287" y="2353"/>
                  </a:lnTo>
                  <a:cubicBezTo>
                    <a:pt x="5298" y="2353"/>
                    <a:pt x="5307" y="2343"/>
                    <a:pt x="5308" y="2333"/>
                  </a:cubicBezTo>
                  <a:cubicBezTo>
                    <a:pt x="5308" y="2322"/>
                    <a:pt x="5299" y="2313"/>
                    <a:pt x="5288" y="2313"/>
                  </a:cubicBezTo>
                  <a:lnTo>
                    <a:pt x="4645" y="2313"/>
                  </a:lnTo>
                  <a:lnTo>
                    <a:pt x="4645" y="21"/>
                  </a:lnTo>
                  <a:cubicBezTo>
                    <a:pt x="4645" y="10"/>
                    <a:pt x="4636" y="1"/>
                    <a:pt x="46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 txBox="1">
            <a:spLocks noGrp="1"/>
          </p:cNvSpPr>
          <p:nvPr>
            <p:ph type="title"/>
          </p:nvPr>
        </p:nvSpPr>
        <p:spPr>
          <a:xfrm>
            <a:off x="1728122" y="7101236"/>
            <a:ext cx="10204560" cy="540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248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864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864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864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864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864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864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864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8640"/>
            </a:lvl9pPr>
          </a:lstStyle>
          <a:p>
            <a:endParaRPr/>
          </a:p>
        </p:txBody>
      </p:sp>
      <p:sp>
        <p:nvSpPr>
          <p:cNvPr id="226" name="Google Shape;226;p9"/>
          <p:cNvSpPr txBox="1">
            <a:spLocks noGrp="1"/>
          </p:cNvSpPr>
          <p:nvPr>
            <p:ph type="subTitle" idx="1"/>
          </p:nvPr>
        </p:nvSpPr>
        <p:spPr>
          <a:xfrm>
            <a:off x="1728000" y="11962658"/>
            <a:ext cx="10204560" cy="4710507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3840"/>
              </a:spcBef>
              <a:spcAft>
                <a:spcPts val="384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7" name="Google Shape;227;p9"/>
          <p:cNvGrpSpPr/>
          <p:nvPr/>
        </p:nvGrpSpPr>
        <p:grpSpPr>
          <a:xfrm rot="5400000" flipH="1">
            <a:off x="-2448458" y="22755248"/>
            <a:ext cx="12642480" cy="3422290"/>
            <a:chOff x="1773694" y="-1034248"/>
            <a:chExt cx="733639" cy="382468"/>
          </a:xfrm>
        </p:grpSpPr>
        <p:sp>
          <p:nvSpPr>
            <p:cNvPr id="228" name="Google Shape;228;p9"/>
            <p:cNvSpPr/>
            <p:nvPr/>
          </p:nvSpPr>
          <p:spPr>
            <a:xfrm>
              <a:off x="2358629" y="-1034248"/>
              <a:ext cx="25529" cy="25529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109" y="0"/>
                  </a:moveTo>
                  <a:cubicBezTo>
                    <a:pt x="49" y="0"/>
                    <a:pt x="1" y="48"/>
                    <a:pt x="1" y="108"/>
                  </a:cubicBezTo>
                  <a:cubicBezTo>
                    <a:pt x="1" y="168"/>
                    <a:pt x="49" y="216"/>
                    <a:pt x="109" y="216"/>
                  </a:cubicBezTo>
                  <a:cubicBezTo>
                    <a:pt x="169" y="216"/>
                    <a:pt x="217" y="168"/>
                    <a:pt x="217" y="108"/>
                  </a:cubicBezTo>
                  <a:cubicBezTo>
                    <a:pt x="217" y="48"/>
                    <a:pt x="169" y="0"/>
                    <a:pt x="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229" name="Google Shape;229;p9"/>
            <p:cNvSpPr/>
            <p:nvPr/>
          </p:nvSpPr>
          <p:spPr>
            <a:xfrm>
              <a:off x="2383099" y="-677427"/>
              <a:ext cx="25529" cy="25647"/>
            </a:xfrm>
            <a:custGeom>
              <a:avLst/>
              <a:gdLst/>
              <a:ahLst/>
              <a:cxnLst/>
              <a:rect l="l" t="t" r="r" b="b"/>
              <a:pathLst>
                <a:path w="217" h="218" extrusionOk="0">
                  <a:moveTo>
                    <a:pt x="108" y="1"/>
                  </a:moveTo>
                  <a:cubicBezTo>
                    <a:pt x="48" y="1"/>
                    <a:pt x="0" y="49"/>
                    <a:pt x="0" y="109"/>
                  </a:cubicBezTo>
                  <a:cubicBezTo>
                    <a:pt x="0" y="169"/>
                    <a:pt x="48" y="218"/>
                    <a:pt x="108" y="218"/>
                  </a:cubicBezTo>
                  <a:cubicBezTo>
                    <a:pt x="168" y="218"/>
                    <a:pt x="216" y="169"/>
                    <a:pt x="216" y="109"/>
                  </a:cubicBezTo>
                  <a:cubicBezTo>
                    <a:pt x="216" y="49"/>
                    <a:pt x="168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230" name="Google Shape;230;p9"/>
            <p:cNvSpPr/>
            <p:nvPr/>
          </p:nvSpPr>
          <p:spPr>
            <a:xfrm>
              <a:off x="2481686" y="-892485"/>
              <a:ext cx="25647" cy="25529"/>
            </a:xfrm>
            <a:custGeom>
              <a:avLst/>
              <a:gdLst/>
              <a:ahLst/>
              <a:cxnLst/>
              <a:rect l="l" t="t" r="r" b="b"/>
              <a:pathLst>
                <a:path w="218" h="217" extrusionOk="0">
                  <a:moveTo>
                    <a:pt x="109" y="0"/>
                  </a:moveTo>
                  <a:cubicBezTo>
                    <a:pt x="50" y="0"/>
                    <a:pt x="0" y="48"/>
                    <a:pt x="0" y="108"/>
                  </a:cubicBezTo>
                  <a:cubicBezTo>
                    <a:pt x="0" y="168"/>
                    <a:pt x="50" y="216"/>
                    <a:pt x="109" y="216"/>
                  </a:cubicBezTo>
                  <a:cubicBezTo>
                    <a:pt x="169" y="216"/>
                    <a:pt x="217" y="168"/>
                    <a:pt x="217" y="108"/>
                  </a:cubicBezTo>
                  <a:cubicBezTo>
                    <a:pt x="217" y="48"/>
                    <a:pt x="169" y="0"/>
                    <a:pt x="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231" name="Google Shape;231;p9"/>
            <p:cNvSpPr/>
            <p:nvPr/>
          </p:nvSpPr>
          <p:spPr>
            <a:xfrm>
              <a:off x="1773694" y="-1024131"/>
              <a:ext cx="599990" cy="174585"/>
            </a:xfrm>
            <a:custGeom>
              <a:avLst/>
              <a:gdLst/>
              <a:ahLst/>
              <a:cxnLst/>
              <a:rect l="l" t="t" r="r" b="b"/>
              <a:pathLst>
                <a:path w="5100" h="1484" extrusionOk="0">
                  <a:moveTo>
                    <a:pt x="5080" y="1"/>
                  </a:moveTo>
                  <a:cubicBezTo>
                    <a:pt x="5069" y="1"/>
                    <a:pt x="5059" y="10"/>
                    <a:pt x="5059" y="21"/>
                  </a:cubicBezTo>
                  <a:lnTo>
                    <a:pt x="5059" y="1444"/>
                  </a:lnTo>
                  <a:lnTo>
                    <a:pt x="21" y="1444"/>
                  </a:lnTo>
                  <a:cubicBezTo>
                    <a:pt x="10" y="1444"/>
                    <a:pt x="0" y="1454"/>
                    <a:pt x="0" y="1465"/>
                  </a:cubicBezTo>
                  <a:cubicBezTo>
                    <a:pt x="0" y="1475"/>
                    <a:pt x="10" y="1484"/>
                    <a:pt x="21" y="1484"/>
                  </a:cubicBezTo>
                  <a:lnTo>
                    <a:pt x="5081" y="1484"/>
                  </a:lnTo>
                  <a:cubicBezTo>
                    <a:pt x="5091" y="1484"/>
                    <a:pt x="5100" y="1476"/>
                    <a:pt x="5100" y="1465"/>
                  </a:cubicBezTo>
                  <a:lnTo>
                    <a:pt x="5100" y="21"/>
                  </a:lnTo>
                  <a:cubicBezTo>
                    <a:pt x="5100" y="10"/>
                    <a:pt x="5090" y="1"/>
                    <a:pt x="50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232" name="Google Shape;232;p9"/>
            <p:cNvSpPr/>
            <p:nvPr/>
          </p:nvSpPr>
          <p:spPr>
            <a:xfrm>
              <a:off x="1781811" y="-882132"/>
              <a:ext cx="715046" cy="4823"/>
            </a:xfrm>
            <a:custGeom>
              <a:avLst/>
              <a:gdLst/>
              <a:ahLst/>
              <a:cxnLst/>
              <a:rect l="l" t="t" r="r" b="b"/>
              <a:pathLst>
                <a:path w="6078" h="41" extrusionOk="0">
                  <a:moveTo>
                    <a:pt x="21" y="1"/>
                  </a:moveTo>
                  <a:cubicBezTo>
                    <a:pt x="9" y="1"/>
                    <a:pt x="1" y="9"/>
                    <a:pt x="1" y="20"/>
                  </a:cubicBezTo>
                  <a:cubicBezTo>
                    <a:pt x="1" y="31"/>
                    <a:pt x="9" y="40"/>
                    <a:pt x="21" y="40"/>
                  </a:cubicBezTo>
                  <a:lnTo>
                    <a:pt x="6058" y="40"/>
                  </a:lnTo>
                  <a:cubicBezTo>
                    <a:pt x="6069" y="40"/>
                    <a:pt x="6078" y="31"/>
                    <a:pt x="6078" y="20"/>
                  </a:cubicBezTo>
                  <a:cubicBezTo>
                    <a:pt x="6078" y="9"/>
                    <a:pt x="6069" y="1"/>
                    <a:pt x="60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233" name="Google Shape;233;p9"/>
            <p:cNvSpPr/>
            <p:nvPr/>
          </p:nvSpPr>
          <p:spPr>
            <a:xfrm>
              <a:off x="1773812" y="-939073"/>
              <a:ext cx="624577" cy="276936"/>
            </a:xfrm>
            <a:custGeom>
              <a:avLst/>
              <a:gdLst/>
              <a:ahLst/>
              <a:cxnLst/>
              <a:rect l="l" t="t" r="r" b="b"/>
              <a:pathLst>
                <a:path w="5309" h="2354" extrusionOk="0">
                  <a:moveTo>
                    <a:pt x="21" y="1"/>
                  </a:moveTo>
                  <a:cubicBezTo>
                    <a:pt x="10" y="1"/>
                    <a:pt x="0" y="10"/>
                    <a:pt x="0" y="21"/>
                  </a:cubicBezTo>
                  <a:cubicBezTo>
                    <a:pt x="0" y="32"/>
                    <a:pt x="10" y="41"/>
                    <a:pt x="21" y="41"/>
                  </a:cubicBezTo>
                  <a:lnTo>
                    <a:pt x="4605" y="41"/>
                  </a:lnTo>
                  <a:lnTo>
                    <a:pt x="4605" y="2333"/>
                  </a:lnTo>
                  <a:cubicBezTo>
                    <a:pt x="4605" y="2343"/>
                    <a:pt x="4614" y="2353"/>
                    <a:pt x="4625" y="2353"/>
                  </a:cubicBezTo>
                  <a:lnTo>
                    <a:pt x="5287" y="2353"/>
                  </a:lnTo>
                  <a:cubicBezTo>
                    <a:pt x="5298" y="2353"/>
                    <a:pt x="5307" y="2343"/>
                    <a:pt x="5308" y="2333"/>
                  </a:cubicBezTo>
                  <a:cubicBezTo>
                    <a:pt x="5308" y="2322"/>
                    <a:pt x="5299" y="2313"/>
                    <a:pt x="5288" y="2313"/>
                  </a:cubicBezTo>
                  <a:lnTo>
                    <a:pt x="4645" y="2313"/>
                  </a:lnTo>
                  <a:lnTo>
                    <a:pt x="4645" y="21"/>
                  </a:lnTo>
                  <a:cubicBezTo>
                    <a:pt x="4645" y="10"/>
                    <a:pt x="4636" y="1"/>
                    <a:pt x="46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</p:grpSp>
      <p:grpSp>
        <p:nvGrpSpPr>
          <p:cNvPr id="234" name="Google Shape;234;p9"/>
          <p:cNvGrpSpPr/>
          <p:nvPr/>
        </p:nvGrpSpPr>
        <p:grpSpPr>
          <a:xfrm rot="5400000">
            <a:off x="5758282" y="-931099"/>
            <a:ext cx="12642480" cy="3422290"/>
            <a:chOff x="1773694" y="-1034248"/>
            <a:chExt cx="733639" cy="382468"/>
          </a:xfrm>
        </p:grpSpPr>
        <p:sp>
          <p:nvSpPr>
            <p:cNvPr id="235" name="Google Shape;235;p9"/>
            <p:cNvSpPr/>
            <p:nvPr/>
          </p:nvSpPr>
          <p:spPr>
            <a:xfrm>
              <a:off x="2358629" y="-1034248"/>
              <a:ext cx="25529" cy="25529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109" y="0"/>
                  </a:moveTo>
                  <a:cubicBezTo>
                    <a:pt x="49" y="0"/>
                    <a:pt x="1" y="48"/>
                    <a:pt x="1" y="108"/>
                  </a:cubicBezTo>
                  <a:cubicBezTo>
                    <a:pt x="1" y="168"/>
                    <a:pt x="49" y="216"/>
                    <a:pt x="109" y="216"/>
                  </a:cubicBezTo>
                  <a:cubicBezTo>
                    <a:pt x="169" y="216"/>
                    <a:pt x="217" y="168"/>
                    <a:pt x="217" y="108"/>
                  </a:cubicBezTo>
                  <a:cubicBezTo>
                    <a:pt x="217" y="48"/>
                    <a:pt x="169" y="0"/>
                    <a:pt x="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236" name="Google Shape;236;p9"/>
            <p:cNvSpPr/>
            <p:nvPr/>
          </p:nvSpPr>
          <p:spPr>
            <a:xfrm>
              <a:off x="2383099" y="-677427"/>
              <a:ext cx="25529" cy="25647"/>
            </a:xfrm>
            <a:custGeom>
              <a:avLst/>
              <a:gdLst/>
              <a:ahLst/>
              <a:cxnLst/>
              <a:rect l="l" t="t" r="r" b="b"/>
              <a:pathLst>
                <a:path w="217" h="218" extrusionOk="0">
                  <a:moveTo>
                    <a:pt x="108" y="1"/>
                  </a:moveTo>
                  <a:cubicBezTo>
                    <a:pt x="48" y="1"/>
                    <a:pt x="0" y="49"/>
                    <a:pt x="0" y="109"/>
                  </a:cubicBezTo>
                  <a:cubicBezTo>
                    <a:pt x="0" y="169"/>
                    <a:pt x="48" y="218"/>
                    <a:pt x="108" y="218"/>
                  </a:cubicBezTo>
                  <a:cubicBezTo>
                    <a:pt x="168" y="218"/>
                    <a:pt x="216" y="169"/>
                    <a:pt x="216" y="109"/>
                  </a:cubicBezTo>
                  <a:cubicBezTo>
                    <a:pt x="216" y="49"/>
                    <a:pt x="168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237" name="Google Shape;237;p9"/>
            <p:cNvSpPr/>
            <p:nvPr/>
          </p:nvSpPr>
          <p:spPr>
            <a:xfrm>
              <a:off x="2481686" y="-892485"/>
              <a:ext cx="25647" cy="25529"/>
            </a:xfrm>
            <a:custGeom>
              <a:avLst/>
              <a:gdLst/>
              <a:ahLst/>
              <a:cxnLst/>
              <a:rect l="l" t="t" r="r" b="b"/>
              <a:pathLst>
                <a:path w="218" h="217" extrusionOk="0">
                  <a:moveTo>
                    <a:pt x="109" y="0"/>
                  </a:moveTo>
                  <a:cubicBezTo>
                    <a:pt x="50" y="0"/>
                    <a:pt x="0" y="48"/>
                    <a:pt x="0" y="108"/>
                  </a:cubicBezTo>
                  <a:cubicBezTo>
                    <a:pt x="0" y="168"/>
                    <a:pt x="50" y="216"/>
                    <a:pt x="109" y="216"/>
                  </a:cubicBezTo>
                  <a:cubicBezTo>
                    <a:pt x="169" y="216"/>
                    <a:pt x="217" y="168"/>
                    <a:pt x="217" y="108"/>
                  </a:cubicBezTo>
                  <a:cubicBezTo>
                    <a:pt x="217" y="48"/>
                    <a:pt x="169" y="0"/>
                    <a:pt x="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238" name="Google Shape;238;p9"/>
            <p:cNvSpPr/>
            <p:nvPr/>
          </p:nvSpPr>
          <p:spPr>
            <a:xfrm>
              <a:off x="1773694" y="-1024131"/>
              <a:ext cx="599990" cy="174585"/>
            </a:xfrm>
            <a:custGeom>
              <a:avLst/>
              <a:gdLst/>
              <a:ahLst/>
              <a:cxnLst/>
              <a:rect l="l" t="t" r="r" b="b"/>
              <a:pathLst>
                <a:path w="5100" h="1484" extrusionOk="0">
                  <a:moveTo>
                    <a:pt x="5080" y="1"/>
                  </a:moveTo>
                  <a:cubicBezTo>
                    <a:pt x="5069" y="1"/>
                    <a:pt x="5059" y="10"/>
                    <a:pt x="5059" y="21"/>
                  </a:cubicBezTo>
                  <a:lnTo>
                    <a:pt x="5059" y="1444"/>
                  </a:lnTo>
                  <a:lnTo>
                    <a:pt x="21" y="1444"/>
                  </a:lnTo>
                  <a:cubicBezTo>
                    <a:pt x="10" y="1444"/>
                    <a:pt x="0" y="1454"/>
                    <a:pt x="0" y="1465"/>
                  </a:cubicBezTo>
                  <a:cubicBezTo>
                    <a:pt x="0" y="1475"/>
                    <a:pt x="10" y="1484"/>
                    <a:pt x="21" y="1484"/>
                  </a:cubicBezTo>
                  <a:lnTo>
                    <a:pt x="5081" y="1484"/>
                  </a:lnTo>
                  <a:cubicBezTo>
                    <a:pt x="5091" y="1484"/>
                    <a:pt x="5100" y="1476"/>
                    <a:pt x="5100" y="1465"/>
                  </a:cubicBezTo>
                  <a:lnTo>
                    <a:pt x="5100" y="21"/>
                  </a:lnTo>
                  <a:cubicBezTo>
                    <a:pt x="5100" y="10"/>
                    <a:pt x="5090" y="1"/>
                    <a:pt x="50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239" name="Google Shape;239;p9"/>
            <p:cNvSpPr/>
            <p:nvPr/>
          </p:nvSpPr>
          <p:spPr>
            <a:xfrm>
              <a:off x="1781811" y="-882132"/>
              <a:ext cx="715046" cy="4823"/>
            </a:xfrm>
            <a:custGeom>
              <a:avLst/>
              <a:gdLst/>
              <a:ahLst/>
              <a:cxnLst/>
              <a:rect l="l" t="t" r="r" b="b"/>
              <a:pathLst>
                <a:path w="6078" h="41" extrusionOk="0">
                  <a:moveTo>
                    <a:pt x="21" y="1"/>
                  </a:moveTo>
                  <a:cubicBezTo>
                    <a:pt x="9" y="1"/>
                    <a:pt x="1" y="9"/>
                    <a:pt x="1" y="20"/>
                  </a:cubicBezTo>
                  <a:cubicBezTo>
                    <a:pt x="1" y="31"/>
                    <a:pt x="9" y="40"/>
                    <a:pt x="21" y="40"/>
                  </a:cubicBezTo>
                  <a:lnTo>
                    <a:pt x="6058" y="40"/>
                  </a:lnTo>
                  <a:cubicBezTo>
                    <a:pt x="6069" y="40"/>
                    <a:pt x="6078" y="31"/>
                    <a:pt x="6078" y="20"/>
                  </a:cubicBezTo>
                  <a:cubicBezTo>
                    <a:pt x="6078" y="9"/>
                    <a:pt x="6069" y="1"/>
                    <a:pt x="60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240" name="Google Shape;240;p9"/>
            <p:cNvSpPr/>
            <p:nvPr/>
          </p:nvSpPr>
          <p:spPr>
            <a:xfrm>
              <a:off x="1773812" y="-939073"/>
              <a:ext cx="624577" cy="276936"/>
            </a:xfrm>
            <a:custGeom>
              <a:avLst/>
              <a:gdLst/>
              <a:ahLst/>
              <a:cxnLst/>
              <a:rect l="l" t="t" r="r" b="b"/>
              <a:pathLst>
                <a:path w="5309" h="2354" extrusionOk="0">
                  <a:moveTo>
                    <a:pt x="21" y="1"/>
                  </a:moveTo>
                  <a:cubicBezTo>
                    <a:pt x="10" y="1"/>
                    <a:pt x="0" y="10"/>
                    <a:pt x="0" y="21"/>
                  </a:cubicBezTo>
                  <a:cubicBezTo>
                    <a:pt x="0" y="32"/>
                    <a:pt x="10" y="41"/>
                    <a:pt x="21" y="41"/>
                  </a:cubicBezTo>
                  <a:lnTo>
                    <a:pt x="4605" y="41"/>
                  </a:lnTo>
                  <a:lnTo>
                    <a:pt x="4605" y="2333"/>
                  </a:lnTo>
                  <a:cubicBezTo>
                    <a:pt x="4605" y="2343"/>
                    <a:pt x="4614" y="2353"/>
                    <a:pt x="4625" y="2353"/>
                  </a:cubicBezTo>
                  <a:lnTo>
                    <a:pt x="5287" y="2353"/>
                  </a:lnTo>
                  <a:cubicBezTo>
                    <a:pt x="5298" y="2353"/>
                    <a:pt x="5307" y="2343"/>
                    <a:pt x="5308" y="2333"/>
                  </a:cubicBezTo>
                  <a:cubicBezTo>
                    <a:pt x="5308" y="2322"/>
                    <a:pt x="5299" y="2313"/>
                    <a:pt x="5288" y="2313"/>
                  </a:cubicBezTo>
                  <a:lnTo>
                    <a:pt x="4645" y="2313"/>
                  </a:lnTo>
                  <a:lnTo>
                    <a:pt x="4645" y="21"/>
                  </a:lnTo>
                  <a:cubicBezTo>
                    <a:pt x="4645" y="10"/>
                    <a:pt x="4636" y="1"/>
                    <a:pt x="46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"/>
          <p:cNvSpPr txBox="1">
            <a:spLocks noGrp="1"/>
          </p:cNvSpPr>
          <p:nvPr>
            <p:ph type="title"/>
          </p:nvPr>
        </p:nvSpPr>
        <p:spPr>
          <a:xfrm>
            <a:off x="2914051" y="5346996"/>
            <a:ext cx="5607360" cy="2439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9pPr>
          </a:lstStyle>
          <a:p>
            <a:endParaRPr/>
          </a:p>
        </p:txBody>
      </p:sp>
      <p:sp>
        <p:nvSpPr>
          <p:cNvPr id="264" name="Google Shape;264;p13"/>
          <p:cNvSpPr txBox="1">
            <a:spLocks noGrp="1"/>
          </p:cNvSpPr>
          <p:nvPr>
            <p:ph type="subTitle" idx="1"/>
          </p:nvPr>
        </p:nvSpPr>
        <p:spPr>
          <a:xfrm>
            <a:off x="2913691" y="7554449"/>
            <a:ext cx="5607360" cy="27428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6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3840"/>
              </a:spcBef>
              <a:spcAft>
                <a:spcPts val="384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13"/>
          <p:cNvSpPr txBox="1">
            <a:spLocks noGrp="1"/>
          </p:cNvSpPr>
          <p:nvPr>
            <p:ph type="title" idx="2" hasCustomPrompt="1"/>
          </p:nvPr>
        </p:nvSpPr>
        <p:spPr>
          <a:xfrm rot="3400">
            <a:off x="11350915" y="12100345"/>
            <a:ext cx="1455840" cy="2744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8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66" name="Google Shape;266;p13"/>
          <p:cNvSpPr txBox="1">
            <a:spLocks noGrp="1"/>
          </p:cNvSpPr>
          <p:nvPr>
            <p:ph type="title" idx="3" hasCustomPrompt="1"/>
          </p:nvPr>
        </p:nvSpPr>
        <p:spPr>
          <a:xfrm>
            <a:off x="12699994" y="17585475"/>
            <a:ext cx="1455840" cy="2742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8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67" name="Google Shape;267;p13"/>
          <p:cNvSpPr txBox="1">
            <a:spLocks noGrp="1"/>
          </p:cNvSpPr>
          <p:nvPr>
            <p:ph type="title" idx="4" hasCustomPrompt="1"/>
          </p:nvPr>
        </p:nvSpPr>
        <p:spPr>
          <a:xfrm>
            <a:off x="7830814" y="12101149"/>
            <a:ext cx="1455840" cy="2742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8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68" name="Google Shape;268;p13"/>
          <p:cNvSpPr txBox="1">
            <a:spLocks noGrp="1"/>
          </p:cNvSpPr>
          <p:nvPr>
            <p:ph type="title" idx="5"/>
          </p:nvPr>
        </p:nvSpPr>
        <p:spPr>
          <a:xfrm>
            <a:off x="1768740" y="10873440"/>
            <a:ext cx="5607360" cy="2439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9pPr>
          </a:lstStyle>
          <a:p>
            <a:endParaRPr/>
          </a:p>
        </p:txBody>
      </p:sp>
      <p:sp>
        <p:nvSpPr>
          <p:cNvPr id="269" name="Google Shape;269;p13"/>
          <p:cNvSpPr txBox="1">
            <a:spLocks noGrp="1"/>
          </p:cNvSpPr>
          <p:nvPr>
            <p:ph type="subTitle" idx="6"/>
          </p:nvPr>
        </p:nvSpPr>
        <p:spPr>
          <a:xfrm>
            <a:off x="1768380" y="13080838"/>
            <a:ext cx="5607360" cy="27428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6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3840"/>
              </a:spcBef>
              <a:spcAft>
                <a:spcPts val="384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13"/>
          <p:cNvSpPr txBox="1">
            <a:spLocks noGrp="1"/>
          </p:cNvSpPr>
          <p:nvPr>
            <p:ph type="title" idx="7"/>
          </p:nvPr>
        </p:nvSpPr>
        <p:spPr>
          <a:xfrm>
            <a:off x="2914051" y="16404391"/>
            <a:ext cx="5607360" cy="2439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9pPr>
          </a:lstStyle>
          <a:p>
            <a:endParaRPr/>
          </a:p>
        </p:txBody>
      </p:sp>
      <p:sp>
        <p:nvSpPr>
          <p:cNvPr id="271" name="Google Shape;271;p13"/>
          <p:cNvSpPr txBox="1">
            <a:spLocks noGrp="1"/>
          </p:cNvSpPr>
          <p:nvPr>
            <p:ph type="subTitle" idx="8"/>
          </p:nvPr>
        </p:nvSpPr>
        <p:spPr>
          <a:xfrm>
            <a:off x="2913691" y="18611641"/>
            <a:ext cx="5607360" cy="27428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6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3840"/>
              </a:spcBef>
              <a:spcAft>
                <a:spcPts val="384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13"/>
          <p:cNvSpPr txBox="1">
            <a:spLocks noGrp="1"/>
          </p:cNvSpPr>
          <p:nvPr>
            <p:ph type="title" idx="9"/>
          </p:nvPr>
        </p:nvSpPr>
        <p:spPr>
          <a:xfrm>
            <a:off x="14610600" y="16401563"/>
            <a:ext cx="5607360" cy="2439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9pPr>
          </a:lstStyle>
          <a:p>
            <a:endParaRPr/>
          </a:p>
        </p:txBody>
      </p:sp>
      <p:sp>
        <p:nvSpPr>
          <p:cNvPr id="273" name="Google Shape;273;p13"/>
          <p:cNvSpPr txBox="1">
            <a:spLocks noGrp="1"/>
          </p:cNvSpPr>
          <p:nvPr>
            <p:ph type="subTitle" idx="13"/>
          </p:nvPr>
        </p:nvSpPr>
        <p:spPr>
          <a:xfrm>
            <a:off x="14610240" y="18607393"/>
            <a:ext cx="5607360" cy="27428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6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3840"/>
              </a:spcBef>
              <a:spcAft>
                <a:spcPts val="384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13"/>
          <p:cNvSpPr txBox="1">
            <a:spLocks noGrp="1"/>
          </p:cNvSpPr>
          <p:nvPr>
            <p:ph type="title" idx="14"/>
          </p:nvPr>
        </p:nvSpPr>
        <p:spPr>
          <a:xfrm>
            <a:off x="13424191" y="10870496"/>
            <a:ext cx="5607360" cy="2439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9pPr>
          </a:lstStyle>
          <a:p>
            <a:endParaRPr/>
          </a:p>
        </p:txBody>
      </p:sp>
      <p:sp>
        <p:nvSpPr>
          <p:cNvPr id="275" name="Google Shape;275;p13"/>
          <p:cNvSpPr txBox="1">
            <a:spLocks noGrp="1"/>
          </p:cNvSpPr>
          <p:nvPr>
            <p:ph type="subTitle" idx="15"/>
          </p:nvPr>
        </p:nvSpPr>
        <p:spPr>
          <a:xfrm>
            <a:off x="13423831" y="13076419"/>
            <a:ext cx="5607360" cy="27428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6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3840"/>
              </a:spcBef>
              <a:spcAft>
                <a:spcPts val="384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13"/>
          <p:cNvSpPr txBox="1">
            <a:spLocks noGrp="1"/>
          </p:cNvSpPr>
          <p:nvPr>
            <p:ph type="title" idx="16"/>
          </p:nvPr>
        </p:nvSpPr>
        <p:spPr>
          <a:xfrm>
            <a:off x="14610600" y="5343936"/>
            <a:ext cx="5607360" cy="2439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5760"/>
            </a:lvl9pPr>
          </a:lstStyle>
          <a:p>
            <a:endParaRPr/>
          </a:p>
        </p:txBody>
      </p:sp>
      <p:sp>
        <p:nvSpPr>
          <p:cNvPr id="277" name="Google Shape;277;p13"/>
          <p:cNvSpPr txBox="1">
            <a:spLocks noGrp="1"/>
          </p:cNvSpPr>
          <p:nvPr>
            <p:ph type="subTitle" idx="17"/>
          </p:nvPr>
        </p:nvSpPr>
        <p:spPr>
          <a:xfrm>
            <a:off x="14610240" y="7549854"/>
            <a:ext cx="5607360" cy="27428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6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3840"/>
              </a:spcBef>
              <a:spcAft>
                <a:spcPts val="384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13"/>
          <p:cNvSpPr txBox="1">
            <a:spLocks noGrp="1"/>
          </p:cNvSpPr>
          <p:nvPr>
            <p:ph type="title" idx="18" hasCustomPrompt="1"/>
          </p:nvPr>
        </p:nvSpPr>
        <p:spPr>
          <a:xfrm rot="3399">
            <a:off x="12699653" y="6616753"/>
            <a:ext cx="1456560" cy="274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8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79" name="Google Shape;279;p13"/>
          <p:cNvSpPr txBox="1">
            <a:spLocks noGrp="1"/>
          </p:cNvSpPr>
          <p:nvPr>
            <p:ph type="title" idx="19" hasCustomPrompt="1"/>
          </p:nvPr>
        </p:nvSpPr>
        <p:spPr>
          <a:xfrm rot="1700">
            <a:off x="8950594" y="6597760"/>
            <a:ext cx="1455840" cy="2742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8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80" name="Google Shape;280;p13"/>
          <p:cNvSpPr txBox="1">
            <a:spLocks noGrp="1"/>
          </p:cNvSpPr>
          <p:nvPr>
            <p:ph type="title" idx="20" hasCustomPrompt="1"/>
          </p:nvPr>
        </p:nvSpPr>
        <p:spPr>
          <a:xfrm rot="1699">
            <a:off x="8950270" y="17604376"/>
            <a:ext cx="1456560" cy="2742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8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81" name="Google Shape;281;p13"/>
          <p:cNvSpPr txBox="1">
            <a:spLocks noGrp="1"/>
          </p:cNvSpPr>
          <p:nvPr>
            <p:ph type="title" idx="21"/>
          </p:nvPr>
        </p:nvSpPr>
        <p:spPr>
          <a:xfrm>
            <a:off x="1728000" y="2496000"/>
            <a:ext cx="18489600" cy="26083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82" name="Google Shape;282;p13"/>
          <p:cNvGrpSpPr/>
          <p:nvPr/>
        </p:nvGrpSpPr>
        <p:grpSpPr>
          <a:xfrm rot="-5400000">
            <a:off x="-2144785" y="21205046"/>
            <a:ext cx="6325969" cy="3579641"/>
            <a:chOff x="2777212" y="-1275070"/>
            <a:chExt cx="530465" cy="578108"/>
          </a:xfrm>
        </p:grpSpPr>
        <p:sp>
          <p:nvSpPr>
            <p:cNvPr id="283" name="Google Shape;283;p13"/>
            <p:cNvSpPr/>
            <p:nvPr/>
          </p:nvSpPr>
          <p:spPr>
            <a:xfrm>
              <a:off x="2785565" y="-1275070"/>
              <a:ext cx="514344" cy="578108"/>
            </a:xfrm>
            <a:custGeom>
              <a:avLst/>
              <a:gdLst/>
              <a:ahLst/>
              <a:cxnLst/>
              <a:rect l="l" t="t" r="r" b="b"/>
              <a:pathLst>
                <a:path w="4372" h="4914" extrusionOk="0">
                  <a:moveTo>
                    <a:pt x="1108" y="0"/>
                  </a:moveTo>
                  <a:cubicBezTo>
                    <a:pt x="977" y="0"/>
                    <a:pt x="870" y="106"/>
                    <a:pt x="870" y="237"/>
                  </a:cubicBezTo>
                  <a:lnTo>
                    <a:pt x="870" y="1958"/>
                  </a:lnTo>
                  <a:cubicBezTo>
                    <a:pt x="870" y="2045"/>
                    <a:pt x="800" y="2117"/>
                    <a:pt x="713" y="2117"/>
                  </a:cubicBezTo>
                  <a:lnTo>
                    <a:pt x="238" y="2117"/>
                  </a:lnTo>
                  <a:cubicBezTo>
                    <a:pt x="152" y="2117"/>
                    <a:pt x="81" y="2045"/>
                    <a:pt x="81" y="1958"/>
                  </a:cubicBezTo>
                  <a:lnTo>
                    <a:pt x="81" y="659"/>
                  </a:lnTo>
                  <a:cubicBezTo>
                    <a:pt x="81" y="637"/>
                    <a:pt x="63" y="620"/>
                    <a:pt x="40" y="620"/>
                  </a:cubicBezTo>
                  <a:cubicBezTo>
                    <a:pt x="18" y="620"/>
                    <a:pt x="1" y="638"/>
                    <a:pt x="1" y="659"/>
                  </a:cubicBezTo>
                  <a:lnTo>
                    <a:pt x="1" y="1958"/>
                  </a:lnTo>
                  <a:cubicBezTo>
                    <a:pt x="1" y="2088"/>
                    <a:pt x="106" y="2195"/>
                    <a:pt x="237" y="2195"/>
                  </a:cubicBezTo>
                  <a:lnTo>
                    <a:pt x="712" y="2195"/>
                  </a:lnTo>
                  <a:cubicBezTo>
                    <a:pt x="841" y="2195"/>
                    <a:pt x="948" y="2090"/>
                    <a:pt x="948" y="1958"/>
                  </a:cubicBezTo>
                  <a:lnTo>
                    <a:pt x="948" y="237"/>
                  </a:lnTo>
                  <a:cubicBezTo>
                    <a:pt x="948" y="150"/>
                    <a:pt x="1019" y="80"/>
                    <a:pt x="1105" y="80"/>
                  </a:cubicBezTo>
                  <a:lnTo>
                    <a:pt x="2305" y="80"/>
                  </a:lnTo>
                  <a:cubicBezTo>
                    <a:pt x="2392" y="80"/>
                    <a:pt x="2462" y="150"/>
                    <a:pt x="2462" y="237"/>
                  </a:cubicBezTo>
                  <a:lnTo>
                    <a:pt x="2462" y="4678"/>
                  </a:lnTo>
                  <a:cubicBezTo>
                    <a:pt x="2462" y="4807"/>
                    <a:pt x="2568" y="4914"/>
                    <a:pt x="2699" y="4914"/>
                  </a:cubicBezTo>
                  <a:lnTo>
                    <a:pt x="3477" y="4914"/>
                  </a:lnTo>
                  <a:cubicBezTo>
                    <a:pt x="3608" y="4914"/>
                    <a:pt x="3714" y="4807"/>
                    <a:pt x="3715" y="4679"/>
                  </a:cubicBezTo>
                  <a:lnTo>
                    <a:pt x="3715" y="2112"/>
                  </a:lnTo>
                  <a:cubicBezTo>
                    <a:pt x="3715" y="2026"/>
                    <a:pt x="3786" y="1954"/>
                    <a:pt x="3873" y="1954"/>
                  </a:cubicBezTo>
                  <a:lnTo>
                    <a:pt x="4332" y="1954"/>
                  </a:lnTo>
                  <a:cubicBezTo>
                    <a:pt x="4354" y="1954"/>
                    <a:pt x="4371" y="1936"/>
                    <a:pt x="4371" y="1914"/>
                  </a:cubicBezTo>
                  <a:cubicBezTo>
                    <a:pt x="4371" y="1892"/>
                    <a:pt x="4353" y="1874"/>
                    <a:pt x="4332" y="1874"/>
                  </a:cubicBezTo>
                  <a:lnTo>
                    <a:pt x="3873" y="1874"/>
                  </a:lnTo>
                  <a:cubicBezTo>
                    <a:pt x="3743" y="1874"/>
                    <a:pt x="3637" y="1980"/>
                    <a:pt x="3637" y="2111"/>
                  </a:cubicBezTo>
                  <a:lnTo>
                    <a:pt x="3637" y="4678"/>
                  </a:lnTo>
                  <a:cubicBezTo>
                    <a:pt x="3637" y="4764"/>
                    <a:pt x="3565" y="4835"/>
                    <a:pt x="3478" y="4835"/>
                  </a:cubicBezTo>
                  <a:lnTo>
                    <a:pt x="2701" y="4835"/>
                  </a:lnTo>
                  <a:cubicBezTo>
                    <a:pt x="2613" y="4835"/>
                    <a:pt x="2543" y="4764"/>
                    <a:pt x="2543" y="4678"/>
                  </a:cubicBezTo>
                  <a:lnTo>
                    <a:pt x="2543" y="237"/>
                  </a:lnTo>
                  <a:cubicBezTo>
                    <a:pt x="2543" y="107"/>
                    <a:pt x="2437" y="0"/>
                    <a:pt x="23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284" name="Google Shape;284;p13"/>
            <p:cNvSpPr/>
            <p:nvPr/>
          </p:nvSpPr>
          <p:spPr>
            <a:xfrm>
              <a:off x="3282148" y="-1062837"/>
              <a:ext cx="25529" cy="25647"/>
            </a:xfrm>
            <a:custGeom>
              <a:avLst/>
              <a:gdLst/>
              <a:ahLst/>
              <a:cxnLst/>
              <a:rect l="l" t="t" r="r" b="b"/>
              <a:pathLst>
                <a:path w="217" h="218" extrusionOk="0">
                  <a:moveTo>
                    <a:pt x="108" y="0"/>
                  </a:moveTo>
                  <a:cubicBezTo>
                    <a:pt x="49" y="0"/>
                    <a:pt x="0" y="50"/>
                    <a:pt x="0" y="109"/>
                  </a:cubicBezTo>
                  <a:cubicBezTo>
                    <a:pt x="0" y="168"/>
                    <a:pt x="49" y="217"/>
                    <a:pt x="108" y="217"/>
                  </a:cubicBezTo>
                  <a:cubicBezTo>
                    <a:pt x="168" y="217"/>
                    <a:pt x="216" y="168"/>
                    <a:pt x="216" y="109"/>
                  </a:cubicBezTo>
                  <a:cubicBezTo>
                    <a:pt x="216" y="50"/>
                    <a:pt x="168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285" name="Google Shape;285;p13"/>
            <p:cNvSpPr/>
            <p:nvPr/>
          </p:nvSpPr>
          <p:spPr>
            <a:xfrm>
              <a:off x="2777212" y="-1210247"/>
              <a:ext cx="25647" cy="25529"/>
            </a:xfrm>
            <a:custGeom>
              <a:avLst/>
              <a:gdLst/>
              <a:ahLst/>
              <a:cxnLst/>
              <a:rect l="l" t="t" r="r" b="b"/>
              <a:pathLst>
                <a:path w="218" h="217" extrusionOk="0">
                  <a:moveTo>
                    <a:pt x="108" y="0"/>
                  </a:moveTo>
                  <a:cubicBezTo>
                    <a:pt x="49" y="0"/>
                    <a:pt x="0" y="48"/>
                    <a:pt x="0" y="108"/>
                  </a:cubicBezTo>
                  <a:cubicBezTo>
                    <a:pt x="0" y="168"/>
                    <a:pt x="49" y="216"/>
                    <a:pt x="108" y="216"/>
                  </a:cubicBezTo>
                  <a:cubicBezTo>
                    <a:pt x="168" y="216"/>
                    <a:pt x="217" y="168"/>
                    <a:pt x="217" y="108"/>
                  </a:cubicBezTo>
                  <a:cubicBezTo>
                    <a:pt x="217" y="48"/>
                    <a:pt x="168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</p:grpSp>
      <p:grpSp>
        <p:nvGrpSpPr>
          <p:cNvPr id="286" name="Google Shape;286;p13"/>
          <p:cNvGrpSpPr/>
          <p:nvPr/>
        </p:nvGrpSpPr>
        <p:grpSpPr>
          <a:xfrm rot="3713212">
            <a:off x="-125524" y="20807224"/>
            <a:ext cx="4706273" cy="2418533"/>
            <a:chOff x="2405467" y="6180783"/>
            <a:chExt cx="571102" cy="565233"/>
          </a:xfrm>
        </p:grpSpPr>
        <p:sp>
          <p:nvSpPr>
            <p:cNvPr id="287" name="Google Shape;287;p13"/>
            <p:cNvSpPr/>
            <p:nvPr/>
          </p:nvSpPr>
          <p:spPr>
            <a:xfrm>
              <a:off x="2748533" y="6352887"/>
              <a:ext cx="126663" cy="108020"/>
            </a:xfrm>
            <a:custGeom>
              <a:avLst/>
              <a:gdLst/>
              <a:ahLst/>
              <a:cxnLst/>
              <a:rect l="l" t="t" r="r" b="b"/>
              <a:pathLst>
                <a:path w="2439" h="2080" extrusionOk="0">
                  <a:moveTo>
                    <a:pt x="2439" y="0"/>
                  </a:moveTo>
                  <a:lnTo>
                    <a:pt x="1123" y="44"/>
                  </a:lnTo>
                  <a:lnTo>
                    <a:pt x="663" y="504"/>
                  </a:lnTo>
                  <a:cubicBezTo>
                    <a:pt x="233" y="935"/>
                    <a:pt x="1" y="1802"/>
                    <a:pt x="1" y="1802"/>
                  </a:cubicBezTo>
                  <a:lnTo>
                    <a:pt x="469" y="2079"/>
                  </a:lnTo>
                  <a:cubicBezTo>
                    <a:pt x="469" y="2079"/>
                    <a:pt x="844" y="1596"/>
                    <a:pt x="1113" y="1326"/>
                  </a:cubicBezTo>
                  <a:lnTo>
                    <a:pt x="2439" y="0"/>
                  </a:lnTo>
                  <a:close/>
                </a:path>
              </a:pathLst>
            </a:custGeom>
            <a:solidFill>
              <a:srgbClr val="525B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288" name="Google Shape;288;p13"/>
            <p:cNvSpPr/>
            <p:nvPr/>
          </p:nvSpPr>
          <p:spPr>
            <a:xfrm>
              <a:off x="2750610" y="6354809"/>
              <a:ext cx="120276" cy="103917"/>
            </a:xfrm>
            <a:custGeom>
              <a:avLst/>
              <a:gdLst/>
              <a:ahLst/>
              <a:cxnLst/>
              <a:rect l="l" t="t" r="r" b="b"/>
              <a:pathLst>
                <a:path w="2316" h="2001" extrusionOk="0">
                  <a:moveTo>
                    <a:pt x="2316" y="1"/>
                  </a:moveTo>
                  <a:lnTo>
                    <a:pt x="1097" y="40"/>
                  </a:lnTo>
                  <a:lnTo>
                    <a:pt x="645" y="492"/>
                  </a:lnTo>
                  <a:cubicBezTo>
                    <a:pt x="266" y="871"/>
                    <a:pt x="41" y="1607"/>
                    <a:pt x="0" y="1750"/>
                  </a:cubicBezTo>
                  <a:lnTo>
                    <a:pt x="420" y="2000"/>
                  </a:lnTo>
                  <a:cubicBezTo>
                    <a:pt x="498" y="1900"/>
                    <a:pt x="812" y="1503"/>
                    <a:pt x="1048" y="1268"/>
                  </a:cubicBezTo>
                  <a:lnTo>
                    <a:pt x="23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289" name="Google Shape;289;p13"/>
            <p:cNvSpPr/>
            <p:nvPr/>
          </p:nvSpPr>
          <p:spPr>
            <a:xfrm>
              <a:off x="2748533" y="6401808"/>
              <a:ext cx="73381" cy="59099"/>
            </a:xfrm>
            <a:custGeom>
              <a:avLst/>
              <a:gdLst/>
              <a:ahLst/>
              <a:cxnLst/>
              <a:rect l="l" t="t" r="r" b="b"/>
              <a:pathLst>
                <a:path w="1413" h="1138" extrusionOk="0">
                  <a:moveTo>
                    <a:pt x="347" y="0"/>
                  </a:moveTo>
                  <a:cubicBezTo>
                    <a:pt x="121" y="412"/>
                    <a:pt x="1" y="860"/>
                    <a:pt x="1" y="860"/>
                  </a:cubicBezTo>
                  <a:lnTo>
                    <a:pt x="469" y="1137"/>
                  </a:lnTo>
                  <a:cubicBezTo>
                    <a:pt x="469" y="1137"/>
                    <a:pt x="844" y="654"/>
                    <a:pt x="1113" y="384"/>
                  </a:cubicBezTo>
                  <a:lnTo>
                    <a:pt x="1412" y="85"/>
                  </a:lnTo>
                  <a:cubicBezTo>
                    <a:pt x="1052" y="57"/>
                    <a:pt x="636" y="23"/>
                    <a:pt x="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290" name="Google Shape;290;p13"/>
            <p:cNvSpPr/>
            <p:nvPr/>
          </p:nvSpPr>
          <p:spPr>
            <a:xfrm>
              <a:off x="2504710" y="6433175"/>
              <a:ext cx="309985" cy="312841"/>
            </a:xfrm>
            <a:custGeom>
              <a:avLst/>
              <a:gdLst/>
              <a:ahLst/>
              <a:cxnLst/>
              <a:rect l="l" t="t" r="r" b="b"/>
              <a:pathLst>
                <a:path w="5969" h="6024" extrusionOk="0">
                  <a:moveTo>
                    <a:pt x="4365" y="1"/>
                  </a:moveTo>
                  <a:cubicBezTo>
                    <a:pt x="4348" y="1"/>
                    <a:pt x="4331" y="1"/>
                    <a:pt x="4314" y="2"/>
                  </a:cubicBezTo>
                  <a:cubicBezTo>
                    <a:pt x="4230" y="86"/>
                    <a:pt x="3539" y="1529"/>
                    <a:pt x="2678" y="2611"/>
                  </a:cubicBezTo>
                  <a:cubicBezTo>
                    <a:pt x="1912" y="3575"/>
                    <a:pt x="1367" y="3785"/>
                    <a:pt x="736" y="4415"/>
                  </a:cubicBezTo>
                  <a:cubicBezTo>
                    <a:pt x="167" y="4982"/>
                    <a:pt x="26" y="5533"/>
                    <a:pt x="14" y="5682"/>
                  </a:cubicBezTo>
                  <a:cubicBezTo>
                    <a:pt x="1" y="5865"/>
                    <a:pt x="128" y="6023"/>
                    <a:pt x="275" y="6023"/>
                  </a:cubicBezTo>
                  <a:cubicBezTo>
                    <a:pt x="333" y="6023"/>
                    <a:pt x="394" y="5999"/>
                    <a:pt x="451" y="5942"/>
                  </a:cubicBezTo>
                  <a:cubicBezTo>
                    <a:pt x="1547" y="4846"/>
                    <a:pt x="2180" y="4755"/>
                    <a:pt x="3294" y="3640"/>
                  </a:cubicBezTo>
                  <a:cubicBezTo>
                    <a:pt x="4230" y="2705"/>
                    <a:pt x="4962" y="1305"/>
                    <a:pt x="5193" y="1118"/>
                  </a:cubicBezTo>
                  <a:cubicBezTo>
                    <a:pt x="5380" y="965"/>
                    <a:pt x="5586" y="905"/>
                    <a:pt x="5704" y="877"/>
                  </a:cubicBezTo>
                  <a:cubicBezTo>
                    <a:pt x="5866" y="839"/>
                    <a:pt x="5968" y="612"/>
                    <a:pt x="5780" y="472"/>
                  </a:cubicBezTo>
                  <a:cubicBezTo>
                    <a:pt x="5596" y="331"/>
                    <a:pt x="4971" y="1"/>
                    <a:pt x="43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291" name="Google Shape;291;p13"/>
            <p:cNvSpPr/>
            <p:nvPr/>
          </p:nvSpPr>
          <p:spPr>
            <a:xfrm>
              <a:off x="2804360" y="6180783"/>
              <a:ext cx="161770" cy="105163"/>
            </a:xfrm>
            <a:custGeom>
              <a:avLst/>
              <a:gdLst/>
              <a:ahLst/>
              <a:cxnLst/>
              <a:rect l="l" t="t" r="r" b="b"/>
              <a:pathLst>
                <a:path w="3115" h="2025" extrusionOk="0">
                  <a:moveTo>
                    <a:pt x="3002" y="0"/>
                  </a:moveTo>
                  <a:lnTo>
                    <a:pt x="1678" y="274"/>
                  </a:lnTo>
                  <a:lnTo>
                    <a:pt x="1" y="1952"/>
                  </a:lnTo>
                  <a:lnTo>
                    <a:pt x="1202" y="2025"/>
                  </a:lnTo>
                  <a:lnTo>
                    <a:pt x="3114" y="113"/>
                  </a:lnTo>
                  <a:lnTo>
                    <a:pt x="3002" y="0"/>
                  </a:lnTo>
                  <a:close/>
                </a:path>
              </a:pathLst>
            </a:custGeom>
            <a:solidFill>
              <a:srgbClr val="525B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292" name="Google Shape;292;p13"/>
            <p:cNvSpPr/>
            <p:nvPr/>
          </p:nvSpPr>
          <p:spPr>
            <a:xfrm>
              <a:off x="2808359" y="6182652"/>
              <a:ext cx="155330" cy="101476"/>
            </a:xfrm>
            <a:custGeom>
              <a:avLst/>
              <a:gdLst/>
              <a:ahLst/>
              <a:cxnLst/>
              <a:rect l="l" t="t" r="r" b="b"/>
              <a:pathLst>
                <a:path w="2991" h="1954" extrusionOk="0">
                  <a:moveTo>
                    <a:pt x="2914" y="1"/>
                  </a:moveTo>
                  <a:lnTo>
                    <a:pt x="1617" y="269"/>
                  </a:lnTo>
                  <a:lnTo>
                    <a:pt x="1" y="1887"/>
                  </a:lnTo>
                  <a:lnTo>
                    <a:pt x="1113" y="1953"/>
                  </a:lnTo>
                  <a:lnTo>
                    <a:pt x="2990" y="77"/>
                  </a:lnTo>
                  <a:lnTo>
                    <a:pt x="29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293" name="Google Shape;293;p13"/>
            <p:cNvSpPr/>
            <p:nvPr/>
          </p:nvSpPr>
          <p:spPr>
            <a:xfrm>
              <a:off x="2823160" y="6180783"/>
              <a:ext cx="142970" cy="82677"/>
            </a:xfrm>
            <a:custGeom>
              <a:avLst/>
              <a:gdLst/>
              <a:ahLst/>
              <a:cxnLst/>
              <a:rect l="l" t="t" r="r" b="b"/>
              <a:pathLst>
                <a:path w="2753" h="1592" extrusionOk="0">
                  <a:moveTo>
                    <a:pt x="2640" y="0"/>
                  </a:moveTo>
                  <a:lnTo>
                    <a:pt x="1316" y="274"/>
                  </a:lnTo>
                  <a:lnTo>
                    <a:pt x="0" y="1592"/>
                  </a:lnTo>
                  <a:lnTo>
                    <a:pt x="0" y="1592"/>
                  </a:lnTo>
                  <a:lnTo>
                    <a:pt x="1512" y="611"/>
                  </a:lnTo>
                  <a:lnTo>
                    <a:pt x="2752" y="113"/>
                  </a:lnTo>
                  <a:lnTo>
                    <a:pt x="26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294" name="Google Shape;294;p13"/>
            <p:cNvSpPr/>
            <p:nvPr/>
          </p:nvSpPr>
          <p:spPr>
            <a:xfrm>
              <a:off x="2696445" y="6191273"/>
              <a:ext cx="280124" cy="217493"/>
            </a:xfrm>
            <a:custGeom>
              <a:avLst/>
              <a:gdLst/>
              <a:ahLst/>
              <a:cxnLst/>
              <a:rect l="l" t="t" r="r" b="b"/>
              <a:pathLst>
                <a:path w="5394" h="4188" extrusionOk="0">
                  <a:moveTo>
                    <a:pt x="5281" y="1"/>
                  </a:moveTo>
                  <a:lnTo>
                    <a:pt x="3485" y="1797"/>
                  </a:lnTo>
                  <a:cubicBezTo>
                    <a:pt x="3472" y="1781"/>
                    <a:pt x="3457" y="1765"/>
                    <a:pt x="3442" y="1750"/>
                  </a:cubicBezTo>
                  <a:cubicBezTo>
                    <a:pt x="3254" y="1562"/>
                    <a:pt x="3007" y="1468"/>
                    <a:pt x="2761" y="1468"/>
                  </a:cubicBezTo>
                  <a:cubicBezTo>
                    <a:pt x="2514" y="1468"/>
                    <a:pt x="2267" y="1562"/>
                    <a:pt x="2079" y="1750"/>
                  </a:cubicBezTo>
                  <a:lnTo>
                    <a:pt x="753" y="3076"/>
                  </a:lnTo>
                  <a:cubicBezTo>
                    <a:pt x="483" y="3346"/>
                    <a:pt x="1" y="3721"/>
                    <a:pt x="1" y="3721"/>
                  </a:cubicBezTo>
                  <a:lnTo>
                    <a:pt x="277" y="4188"/>
                  </a:lnTo>
                  <a:cubicBezTo>
                    <a:pt x="277" y="4188"/>
                    <a:pt x="1145" y="3957"/>
                    <a:pt x="1575" y="3526"/>
                  </a:cubicBezTo>
                  <a:lnTo>
                    <a:pt x="2035" y="3066"/>
                  </a:lnTo>
                  <a:lnTo>
                    <a:pt x="2035" y="3065"/>
                  </a:lnTo>
                  <a:cubicBezTo>
                    <a:pt x="2050" y="3081"/>
                    <a:pt x="2063" y="3097"/>
                    <a:pt x="2078" y="3113"/>
                  </a:cubicBezTo>
                  <a:cubicBezTo>
                    <a:pt x="2266" y="3302"/>
                    <a:pt x="2513" y="3396"/>
                    <a:pt x="2760" y="3396"/>
                  </a:cubicBezTo>
                  <a:cubicBezTo>
                    <a:pt x="3006" y="3396"/>
                    <a:pt x="3253" y="3302"/>
                    <a:pt x="3441" y="3113"/>
                  </a:cubicBezTo>
                  <a:lnTo>
                    <a:pt x="5118" y="1438"/>
                  </a:lnTo>
                  <a:lnTo>
                    <a:pt x="5393" y="113"/>
                  </a:lnTo>
                  <a:lnTo>
                    <a:pt x="5281" y="1"/>
                  </a:lnTo>
                  <a:close/>
                </a:path>
              </a:pathLst>
            </a:custGeom>
            <a:solidFill>
              <a:srgbClr val="525B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295" name="Google Shape;295;p13"/>
            <p:cNvSpPr/>
            <p:nvPr/>
          </p:nvSpPr>
          <p:spPr>
            <a:xfrm>
              <a:off x="2698730" y="6193818"/>
              <a:ext cx="275917" cy="212975"/>
            </a:xfrm>
            <a:custGeom>
              <a:avLst/>
              <a:gdLst/>
              <a:ahLst/>
              <a:cxnLst/>
              <a:rect l="l" t="t" r="r" b="b"/>
              <a:pathLst>
                <a:path w="5313" h="4101" extrusionOk="0">
                  <a:moveTo>
                    <a:pt x="5237" y="1"/>
                  </a:moveTo>
                  <a:lnTo>
                    <a:pt x="3465" y="1773"/>
                  </a:lnTo>
                  <a:cubicBezTo>
                    <a:pt x="3460" y="1780"/>
                    <a:pt x="3450" y="1782"/>
                    <a:pt x="3441" y="1782"/>
                  </a:cubicBezTo>
                  <a:cubicBezTo>
                    <a:pt x="3432" y="1782"/>
                    <a:pt x="3424" y="1778"/>
                    <a:pt x="3418" y="1773"/>
                  </a:cubicBezTo>
                  <a:cubicBezTo>
                    <a:pt x="3417" y="1772"/>
                    <a:pt x="3409" y="1763"/>
                    <a:pt x="3409" y="1763"/>
                  </a:cubicBezTo>
                  <a:cubicBezTo>
                    <a:pt x="3398" y="1749"/>
                    <a:pt x="3387" y="1737"/>
                    <a:pt x="3376" y="1726"/>
                  </a:cubicBezTo>
                  <a:cubicBezTo>
                    <a:pt x="3194" y="1544"/>
                    <a:pt x="2955" y="1454"/>
                    <a:pt x="2717" y="1454"/>
                  </a:cubicBezTo>
                  <a:cubicBezTo>
                    <a:pt x="2479" y="1454"/>
                    <a:pt x="2240" y="1544"/>
                    <a:pt x="2059" y="1726"/>
                  </a:cubicBezTo>
                  <a:lnTo>
                    <a:pt x="733" y="3051"/>
                  </a:lnTo>
                  <a:cubicBezTo>
                    <a:pt x="498" y="3285"/>
                    <a:pt x="101" y="3600"/>
                    <a:pt x="1" y="3679"/>
                  </a:cubicBezTo>
                  <a:lnTo>
                    <a:pt x="247" y="4101"/>
                  </a:lnTo>
                  <a:cubicBezTo>
                    <a:pt x="390" y="4060"/>
                    <a:pt x="1126" y="3834"/>
                    <a:pt x="1505" y="3455"/>
                  </a:cubicBezTo>
                  <a:lnTo>
                    <a:pt x="1962" y="2999"/>
                  </a:lnTo>
                  <a:cubicBezTo>
                    <a:pt x="1965" y="2994"/>
                    <a:pt x="1973" y="2988"/>
                    <a:pt x="1979" y="2985"/>
                  </a:cubicBezTo>
                  <a:cubicBezTo>
                    <a:pt x="1982" y="2984"/>
                    <a:pt x="1986" y="2984"/>
                    <a:pt x="1989" y="2984"/>
                  </a:cubicBezTo>
                  <a:cubicBezTo>
                    <a:pt x="1998" y="2984"/>
                    <a:pt x="2007" y="2987"/>
                    <a:pt x="2013" y="2994"/>
                  </a:cubicBezTo>
                  <a:cubicBezTo>
                    <a:pt x="2015" y="2995"/>
                    <a:pt x="2023" y="3004"/>
                    <a:pt x="2023" y="3004"/>
                  </a:cubicBezTo>
                  <a:cubicBezTo>
                    <a:pt x="2035" y="3016"/>
                    <a:pt x="2045" y="3029"/>
                    <a:pt x="2058" y="3042"/>
                  </a:cubicBezTo>
                  <a:cubicBezTo>
                    <a:pt x="2240" y="3223"/>
                    <a:pt x="2478" y="3313"/>
                    <a:pt x="2717" y="3313"/>
                  </a:cubicBezTo>
                  <a:cubicBezTo>
                    <a:pt x="2955" y="3313"/>
                    <a:pt x="3193" y="3223"/>
                    <a:pt x="3374" y="3042"/>
                  </a:cubicBezTo>
                  <a:lnTo>
                    <a:pt x="5044" y="1372"/>
                  </a:lnTo>
                  <a:lnTo>
                    <a:pt x="5312" y="76"/>
                  </a:lnTo>
                  <a:lnTo>
                    <a:pt x="5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296" name="Google Shape;296;p13"/>
            <p:cNvSpPr/>
            <p:nvPr/>
          </p:nvSpPr>
          <p:spPr>
            <a:xfrm>
              <a:off x="2865329" y="6221082"/>
              <a:ext cx="59878" cy="58891"/>
            </a:xfrm>
            <a:custGeom>
              <a:avLst/>
              <a:gdLst/>
              <a:ahLst/>
              <a:cxnLst/>
              <a:rect l="l" t="t" r="r" b="b"/>
              <a:pathLst>
                <a:path w="1153" h="1134" extrusionOk="0">
                  <a:moveTo>
                    <a:pt x="1029" y="1"/>
                  </a:moveTo>
                  <a:lnTo>
                    <a:pt x="1" y="1031"/>
                  </a:lnTo>
                  <a:cubicBezTo>
                    <a:pt x="50" y="1058"/>
                    <a:pt x="98" y="1094"/>
                    <a:pt x="144" y="1133"/>
                  </a:cubicBezTo>
                  <a:lnTo>
                    <a:pt x="1152" y="124"/>
                  </a:lnTo>
                  <a:lnTo>
                    <a:pt x="1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297" name="Google Shape;297;p13"/>
            <p:cNvSpPr/>
            <p:nvPr/>
          </p:nvSpPr>
          <p:spPr>
            <a:xfrm>
              <a:off x="2877377" y="6232144"/>
              <a:ext cx="58891" cy="59930"/>
            </a:xfrm>
            <a:custGeom>
              <a:avLst/>
              <a:gdLst/>
              <a:ahLst/>
              <a:cxnLst/>
              <a:rect l="l" t="t" r="r" b="b"/>
              <a:pathLst>
                <a:path w="1134" h="1154" extrusionOk="0">
                  <a:moveTo>
                    <a:pt x="1010" y="1"/>
                  </a:moveTo>
                  <a:lnTo>
                    <a:pt x="1" y="1010"/>
                  </a:lnTo>
                  <a:cubicBezTo>
                    <a:pt x="41" y="1055"/>
                    <a:pt x="76" y="1102"/>
                    <a:pt x="104" y="1153"/>
                  </a:cubicBezTo>
                  <a:lnTo>
                    <a:pt x="1133" y="124"/>
                  </a:lnTo>
                  <a:lnTo>
                    <a:pt x="101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298" name="Google Shape;298;p13"/>
            <p:cNvSpPr/>
            <p:nvPr/>
          </p:nvSpPr>
          <p:spPr>
            <a:xfrm>
              <a:off x="2807269" y="6287816"/>
              <a:ext cx="65175" cy="59411"/>
            </a:xfrm>
            <a:custGeom>
              <a:avLst/>
              <a:gdLst/>
              <a:ahLst/>
              <a:cxnLst/>
              <a:rect l="l" t="t" r="r" b="b"/>
              <a:pathLst>
                <a:path w="1255" h="1144" extrusionOk="0">
                  <a:moveTo>
                    <a:pt x="626" y="59"/>
                  </a:moveTo>
                  <a:cubicBezTo>
                    <a:pt x="757" y="59"/>
                    <a:pt x="889" y="109"/>
                    <a:pt x="989" y="210"/>
                  </a:cubicBezTo>
                  <a:cubicBezTo>
                    <a:pt x="1189" y="410"/>
                    <a:pt x="1189" y="735"/>
                    <a:pt x="989" y="934"/>
                  </a:cubicBezTo>
                  <a:cubicBezTo>
                    <a:pt x="889" y="1034"/>
                    <a:pt x="758" y="1084"/>
                    <a:pt x="627" y="1084"/>
                  </a:cubicBezTo>
                  <a:cubicBezTo>
                    <a:pt x="496" y="1084"/>
                    <a:pt x="365" y="1034"/>
                    <a:pt x="264" y="934"/>
                  </a:cubicBezTo>
                  <a:cubicBezTo>
                    <a:pt x="64" y="735"/>
                    <a:pt x="64" y="410"/>
                    <a:pt x="264" y="210"/>
                  </a:cubicBezTo>
                  <a:cubicBezTo>
                    <a:pt x="364" y="109"/>
                    <a:pt x="495" y="59"/>
                    <a:pt x="626" y="59"/>
                  </a:cubicBezTo>
                  <a:close/>
                  <a:moveTo>
                    <a:pt x="627" y="0"/>
                  </a:moveTo>
                  <a:cubicBezTo>
                    <a:pt x="481" y="0"/>
                    <a:pt x="334" y="56"/>
                    <a:pt x="223" y="168"/>
                  </a:cubicBezTo>
                  <a:cubicBezTo>
                    <a:pt x="0" y="391"/>
                    <a:pt x="0" y="753"/>
                    <a:pt x="223" y="976"/>
                  </a:cubicBezTo>
                  <a:cubicBezTo>
                    <a:pt x="334" y="1088"/>
                    <a:pt x="481" y="1144"/>
                    <a:pt x="627" y="1144"/>
                  </a:cubicBezTo>
                  <a:cubicBezTo>
                    <a:pt x="774" y="1144"/>
                    <a:pt x="920" y="1088"/>
                    <a:pt x="1032" y="976"/>
                  </a:cubicBezTo>
                  <a:cubicBezTo>
                    <a:pt x="1254" y="753"/>
                    <a:pt x="1254" y="391"/>
                    <a:pt x="1032" y="168"/>
                  </a:cubicBezTo>
                  <a:cubicBezTo>
                    <a:pt x="920" y="56"/>
                    <a:pt x="774" y="0"/>
                    <a:pt x="6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299" name="Google Shape;299;p13"/>
            <p:cNvSpPr/>
            <p:nvPr/>
          </p:nvSpPr>
          <p:spPr>
            <a:xfrm>
              <a:off x="2893944" y="6191273"/>
              <a:ext cx="82625" cy="142970"/>
            </a:xfrm>
            <a:custGeom>
              <a:avLst/>
              <a:gdLst/>
              <a:ahLst/>
              <a:cxnLst/>
              <a:rect l="l" t="t" r="r" b="b"/>
              <a:pathLst>
                <a:path w="1591" h="2753" extrusionOk="0">
                  <a:moveTo>
                    <a:pt x="1478" y="1"/>
                  </a:moveTo>
                  <a:lnTo>
                    <a:pt x="980" y="1241"/>
                  </a:lnTo>
                  <a:lnTo>
                    <a:pt x="0" y="2753"/>
                  </a:lnTo>
                  <a:lnTo>
                    <a:pt x="0" y="2753"/>
                  </a:lnTo>
                  <a:lnTo>
                    <a:pt x="1317" y="1436"/>
                  </a:lnTo>
                  <a:lnTo>
                    <a:pt x="1590" y="113"/>
                  </a:lnTo>
                  <a:lnTo>
                    <a:pt x="14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300" name="Google Shape;300;p13"/>
            <p:cNvSpPr/>
            <p:nvPr/>
          </p:nvSpPr>
          <p:spPr>
            <a:xfrm>
              <a:off x="2696496" y="6335438"/>
              <a:ext cx="59047" cy="73329"/>
            </a:xfrm>
            <a:custGeom>
              <a:avLst/>
              <a:gdLst/>
              <a:ahLst/>
              <a:cxnLst/>
              <a:rect l="l" t="t" r="r" b="b"/>
              <a:pathLst>
                <a:path w="1137" h="1412" extrusionOk="0">
                  <a:moveTo>
                    <a:pt x="1053" y="0"/>
                  </a:moveTo>
                  <a:lnTo>
                    <a:pt x="754" y="300"/>
                  </a:lnTo>
                  <a:cubicBezTo>
                    <a:pt x="483" y="570"/>
                    <a:pt x="1" y="945"/>
                    <a:pt x="1" y="945"/>
                  </a:cubicBezTo>
                  <a:lnTo>
                    <a:pt x="278" y="1412"/>
                  </a:lnTo>
                  <a:cubicBezTo>
                    <a:pt x="278" y="1412"/>
                    <a:pt x="725" y="1293"/>
                    <a:pt x="1137" y="1066"/>
                  </a:cubicBezTo>
                  <a:cubicBezTo>
                    <a:pt x="1114" y="777"/>
                    <a:pt x="1081" y="362"/>
                    <a:pt x="1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2405467" y="6347123"/>
              <a:ext cx="319696" cy="304844"/>
            </a:xfrm>
            <a:custGeom>
              <a:avLst/>
              <a:gdLst/>
              <a:ahLst/>
              <a:cxnLst/>
              <a:rect l="l" t="t" r="r" b="b"/>
              <a:pathLst>
                <a:path w="6156" h="5870" extrusionOk="0">
                  <a:moveTo>
                    <a:pt x="5482" y="0"/>
                  </a:moveTo>
                  <a:cubicBezTo>
                    <a:pt x="5380" y="0"/>
                    <a:pt x="5284" y="78"/>
                    <a:pt x="5260" y="178"/>
                  </a:cubicBezTo>
                  <a:cubicBezTo>
                    <a:pt x="5232" y="296"/>
                    <a:pt x="5172" y="502"/>
                    <a:pt x="5019" y="689"/>
                  </a:cubicBezTo>
                  <a:cubicBezTo>
                    <a:pt x="4832" y="920"/>
                    <a:pt x="3433" y="1652"/>
                    <a:pt x="2498" y="2588"/>
                  </a:cubicBezTo>
                  <a:cubicBezTo>
                    <a:pt x="1382" y="3703"/>
                    <a:pt x="1291" y="4335"/>
                    <a:pt x="195" y="5431"/>
                  </a:cubicBezTo>
                  <a:cubicBezTo>
                    <a:pt x="0" y="5625"/>
                    <a:pt x="187" y="5869"/>
                    <a:pt x="430" y="5869"/>
                  </a:cubicBezTo>
                  <a:cubicBezTo>
                    <a:pt x="439" y="5869"/>
                    <a:pt x="448" y="5869"/>
                    <a:pt x="456" y="5868"/>
                  </a:cubicBezTo>
                  <a:cubicBezTo>
                    <a:pt x="605" y="5858"/>
                    <a:pt x="1156" y="5716"/>
                    <a:pt x="1723" y="5148"/>
                  </a:cubicBezTo>
                  <a:cubicBezTo>
                    <a:pt x="2353" y="4517"/>
                    <a:pt x="2563" y="3972"/>
                    <a:pt x="3526" y="3206"/>
                  </a:cubicBezTo>
                  <a:cubicBezTo>
                    <a:pt x="4609" y="2345"/>
                    <a:pt x="6051" y="1653"/>
                    <a:pt x="6135" y="1570"/>
                  </a:cubicBezTo>
                  <a:cubicBezTo>
                    <a:pt x="6156" y="947"/>
                    <a:pt x="5809" y="293"/>
                    <a:pt x="5665" y="102"/>
                  </a:cubicBezTo>
                  <a:cubicBezTo>
                    <a:pt x="5611" y="30"/>
                    <a:pt x="5545" y="0"/>
                    <a:pt x="54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</p:grpSp>
      <p:grpSp>
        <p:nvGrpSpPr>
          <p:cNvPr id="302" name="Google Shape;302;p13"/>
          <p:cNvGrpSpPr/>
          <p:nvPr/>
        </p:nvGrpSpPr>
        <p:grpSpPr>
          <a:xfrm>
            <a:off x="19764003" y="1144659"/>
            <a:ext cx="3284638" cy="6894123"/>
            <a:chOff x="2777212" y="-1275070"/>
            <a:chExt cx="530465" cy="578108"/>
          </a:xfrm>
        </p:grpSpPr>
        <p:sp>
          <p:nvSpPr>
            <p:cNvPr id="303" name="Google Shape;303;p13"/>
            <p:cNvSpPr/>
            <p:nvPr/>
          </p:nvSpPr>
          <p:spPr>
            <a:xfrm>
              <a:off x="2785565" y="-1275070"/>
              <a:ext cx="514344" cy="578108"/>
            </a:xfrm>
            <a:custGeom>
              <a:avLst/>
              <a:gdLst/>
              <a:ahLst/>
              <a:cxnLst/>
              <a:rect l="l" t="t" r="r" b="b"/>
              <a:pathLst>
                <a:path w="4372" h="4914" extrusionOk="0">
                  <a:moveTo>
                    <a:pt x="1108" y="0"/>
                  </a:moveTo>
                  <a:cubicBezTo>
                    <a:pt x="977" y="0"/>
                    <a:pt x="870" y="106"/>
                    <a:pt x="870" y="237"/>
                  </a:cubicBezTo>
                  <a:lnTo>
                    <a:pt x="870" y="1958"/>
                  </a:lnTo>
                  <a:cubicBezTo>
                    <a:pt x="870" y="2045"/>
                    <a:pt x="800" y="2117"/>
                    <a:pt x="713" y="2117"/>
                  </a:cubicBezTo>
                  <a:lnTo>
                    <a:pt x="238" y="2117"/>
                  </a:lnTo>
                  <a:cubicBezTo>
                    <a:pt x="152" y="2117"/>
                    <a:pt x="81" y="2045"/>
                    <a:pt x="81" y="1958"/>
                  </a:cubicBezTo>
                  <a:lnTo>
                    <a:pt x="81" y="659"/>
                  </a:lnTo>
                  <a:cubicBezTo>
                    <a:pt x="81" y="637"/>
                    <a:pt x="63" y="620"/>
                    <a:pt x="40" y="620"/>
                  </a:cubicBezTo>
                  <a:cubicBezTo>
                    <a:pt x="18" y="620"/>
                    <a:pt x="1" y="638"/>
                    <a:pt x="1" y="659"/>
                  </a:cubicBezTo>
                  <a:lnTo>
                    <a:pt x="1" y="1958"/>
                  </a:lnTo>
                  <a:cubicBezTo>
                    <a:pt x="1" y="2088"/>
                    <a:pt x="106" y="2195"/>
                    <a:pt x="237" y="2195"/>
                  </a:cubicBezTo>
                  <a:lnTo>
                    <a:pt x="712" y="2195"/>
                  </a:lnTo>
                  <a:cubicBezTo>
                    <a:pt x="841" y="2195"/>
                    <a:pt x="948" y="2090"/>
                    <a:pt x="948" y="1958"/>
                  </a:cubicBezTo>
                  <a:lnTo>
                    <a:pt x="948" y="237"/>
                  </a:lnTo>
                  <a:cubicBezTo>
                    <a:pt x="948" y="150"/>
                    <a:pt x="1019" y="80"/>
                    <a:pt x="1105" y="80"/>
                  </a:cubicBezTo>
                  <a:lnTo>
                    <a:pt x="2305" y="80"/>
                  </a:lnTo>
                  <a:cubicBezTo>
                    <a:pt x="2392" y="80"/>
                    <a:pt x="2462" y="150"/>
                    <a:pt x="2462" y="237"/>
                  </a:cubicBezTo>
                  <a:lnTo>
                    <a:pt x="2462" y="4678"/>
                  </a:lnTo>
                  <a:cubicBezTo>
                    <a:pt x="2462" y="4807"/>
                    <a:pt x="2568" y="4914"/>
                    <a:pt x="2699" y="4914"/>
                  </a:cubicBezTo>
                  <a:lnTo>
                    <a:pt x="3477" y="4914"/>
                  </a:lnTo>
                  <a:cubicBezTo>
                    <a:pt x="3608" y="4914"/>
                    <a:pt x="3714" y="4807"/>
                    <a:pt x="3715" y="4679"/>
                  </a:cubicBezTo>
                  <a:lnTo>
                    <a:pt x="3715" y="2112"/>
                  </a:lnTo>
                  <a:cubicBezTo>
                    <a:pt x="3715" y="2026"/>
                    <a:pt x="3786" y="1954"/>
                    <a:pt x="3873" y="1954"/>
                  </a:cubicBezTo>
                  <a:lnTo>
                    <a:pt x="4332" y="1954"/>
                  </a:lnTo>
                  <a:cubicBezTo>
                    <a:pt x="4354" y="1954"/>
                    <a:pt x="4371" y="1936"/>
                    <a:pt x="4371" y="1914"/>
                  </a:cubicBezTo>
                  <a:cubicBezTo>
                    <a:pt x="4371" y="1892"/>
                    <a:pt x="4353" y="1874"/>
                    <a:pt x="4332" y="1874"/>
                  </a:cubicBezTo>
                  <a:lnTo>
                    <a:pt x="3873" y="1874"/>
                  </a:lnTo>
                  <a:cubicBezTo>
                    <a:pt x="3743" y="1874"/>
                    <a:pt x="3637" y="1980"/>
                    <a:pt x="3637" y="2111"/>
                  </a:cubicBezTo>
                  <a:lnTo>
                    <a:pt x="3637" y="4678"/>
                  </a:lnTo>
                  <a:cubicBezTo>
                    <a:pt x="3637" y="4764"/>
                    <a:pt x="3565" y="4835"/>
                    <a:pt x="3478" y="4835"/>
                  </a:cubicBezTo>
                  <a:lnTo>
                    <a:pt x="2701" y="4835"/>
                  </a:lnTo>
                  <a:cubicBezTo>
                    <a:pt x="2613" y="4835"/>
                    <a:pt x="2543" y="4764"/>
                    <a:pt x="2543" y="4678"/>
                  </a:cubicBezTo>
                  <a:lnTo>
                    <a:pt x="2543" y="237"/>
                  </a:lnTo>
                  <a:cubicBezTo>
                    <a:pt x="2543" y="107"/>
                    <a:pt x="2437" y="0"/>
                    <a:pt x="23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304" name="Google Shape;304;p13"/>
            <p:cNvSpPr/>
            <p:nvPr/>
          </p:nvSpPr>
          <p:spPr>
            <a:xfrm>
              <a:off x="3282148" y="-1062837"/>
              <a:ext cx="25529" cy="25647"/>
            </a:xfrm>
            <a:custGeom>
              <a:avLst/>
              <a:gdLst/>
              <a:ahLst/>
              <a:cxnLst/>
              <a:rect l="l" t="t" r="r" b="b"/>
              <a:pathLst>
                <a:path w="217" h="218" extrusionOk="0">
                  <a:moveTo>
                    <a:pt x="108" y="0"/>
                  </a:moveTo>
                  <a:cubicBezTo>
                    <a:pt x="49" y="0"/>
                    <a:pt x="0" y="50"/>
                    <a:pt x="0" y="109"/>
                  </a:cubicBezTo>
                  <a:cubicBezTo>
                    <a:pt x="0" y="168"/>
                    <a:pt x="49" y="217"/>
                    <a:pt x="108" y="217"/>
                  </a:cubicBezTo>
                  <a:cubicBezTo>
                    <a:pt x="168" y="217"/>
                    <a:pt x="216" y="168"/>
                    <a:pt x="216" y="109"/>
                  </a:cubicBezTo>
                  <a:cubicBezTo>
                    <a:pt x="216" y="50"/>
                    <a:pt x="168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2777212" y="-1210247"/>
              <a:ext cx="25647" cy="25529"/>
            </a:xfrm>
            <a:custGeom>
              <a:avLst/>
              <a:gdLst/>
              <a:ahLst/>
              <a:cxnLst/>
              <a:rect l="l" t="t" r="r" b="b"/>
              <a:pathLst>
                <a:path w="218" h="217" extrusionOk="0">
                  <a:moveTo>
                    <a:pt x="108" y="0"/>
                  </a:moveTo>
                  <a:cubicBezTo>
                    <a:pt x="49" y="0"/>
                    <a:pt x="0" y="48"/>
                    <a:pt x="0" y="108"/>
                  </a:cubicBezTo>
                  <a:cubicBezTo>
                    <a:pt x="0" y="168"/>
                    <a:pt x="49" y="216"/>
                    <a:pt x="108" y="216"/>
                  </a:cubicBezTo>
                  <a:cubicBezTo>
                    <a:pt x="168" y="216"/>
                    <a:pt x="217" y="168"/>
                    <a:pt x="217" y="108"/>
                  </a:cubicBezTo>
                  <a:cubicBezTo>
                    <a:pt x="217" y="48"/>
                    <a:pt x="168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5" name="Google Shape;835;p40"/>
          <p:cNvGrpSpPr/>
          <p:nvPr/>
        </p:nvGrpSpPr>
        <p:grpSpPr>
          <a:xfrm flipH="1">
            <a:off x="-2941079" y="1673016"/>
            <a:ext cx="11672340" cy="2132809"/>
            <a:chOff x="3422146" y="-1220130"/>
            <a:chExt cx="1225273" cy="116234"/>
          </a:xfrm>
        </p:grpSpPr>
        <p:sp>
          <p:nvSpPr>
            <p:cNvPr id="836" name="Google Shape;836;p40"/>
            <p:cNvSpPr/>
            <p:nvPr/>
          </p:nvSpPr>
          <p:spPr>
            <a:xfrm>
              <a:off x="3534145" y="-1167542"/>
              <a:ext cx="1081981" cy="63646"/>
            </a:xfrm>
            <a:custGeom>
              <a:avLst/>
              <a:gdLst/>
              <a:ahLst/>
              <a:cxnLst/>
              <a:rect l="l" t="t" r="r" b="b"/>
              <a:pathLst>
                <a:path w="9197" h="541" extrusionOk="0">
                  <a:moveTo>
                    <a:pt x="20" y="1"/>
                  </a:moveTo>
                  <a:cubicBezTo>
                    <a:pt x="9" y="1"/>
                    <a:pt x="0" y="9"/>
                    <a:pt x="0" y="20"/>
                  </a:cubicBezTo>
                  <a:cubicBezTo>
                    <a:pt x="0" y="32"/>
                    <a:pt x="9" y="40"/>
                    <a:pt x="20" y="40"/>
                  </a:cubicBezTo>
                  <a:lnTo>
                    <a:pt x="2011" y="40"/>
                  </a:lnTo>
                  <a:lnTo>
                    <a:pt x="2627" y="536"/>
                  </a:lnTo>
                  <a:cubicBezTo>
                    <a:pt x="2629" y="540"/>
                    <a:pt x="2634" y="541"/>
                    <a:pt x="2638" y="541"/>
                  </a:cubicBezTo>
                  <a:lnTo>
                    <a:pt x="9176" y="541"/>
                  </a:lnTo>
                  <a:cubicBezTo>
                    <a:pt x="9187" y="541"/>
                    <a:pt x="9196" y="531"/>
                    <a:pt x="9196" y="520"/>
                  </a:cubicBezTo>
                  <a:cubicBezTo>
                    <a:pt x="9196" y="510"/>
                    <a:pt x="9187" y="500"/>
                    <a:pt x="9176" y="500"/>
                  </a:cubicBezTo>
                  <a:lnTo>
                    <a:pt x="2645" y="500"/>
                  </a:lnTo>
                  <a:lnTo>
                    <a:pt x="2029" y="5"/>
                  </a:lnTo>
                  <a:cubicBezTo>
                    <a:pt x="2027" y="2"/>
                    <a:pt x="2021" y="1"/>
                    <a:pt x="20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37" name="Google Shape;837;p40"/>
            <p:cNvSpPr/>
            <p:nvPr/>
          </p:nvSpPr>
          <p:spPr>
            <a:xfrm>
              <a:off x="3527910" y="-1173777"/>
              <a:ext cx="17176" cy="17059"/>
            </a:xfrm>
            <a:custGeom>
              <a:avLst/>
              <a:gdLst/>
              <a:ahLst/>
              <a:cxnLst/>
              <a:rect l="l" t="t" r="r" b="b"/>
              <a:pathLst>
                <a:path w="146" h="145" extrusionOk="0">
                  <a:moveTo>
                    <a:pt x="73" y="0"/>
                  </a:moveTo>
                  <a:cubicBezTo>
                    <a:pt x="33" y="0"/>
                    <a:pt x="1" y="32"/>
                    <a:pt x="1" y="72"/>
                  </a:cubicBezTo>
                  <a:cubicBezTo>
                    <a:pt x="1" y="112"/>
                    <a:pt x="33" y="145"/>
                    <a:pt x="73" y="145"/>
                  </a:cubicBezTo>
                  <a:cubicBezTo>
                    <a:pt x="113" y="145"/>
                    <a:pt x="145" y="112"/>
                    <a:pt x="145" y="72"/>
                  </a:cubicBezTo>
                  <a:cubicBezTo>
                    <a:pt x="145" y="32"/>
                    <a:pt x="113" y="0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38" name="Google Shape;838;p40"/>
            <p:cNvSpPr/>
            <p:nvPr/>
          </p:nvSpPr>
          <p:spPr>
            <a:xfrm>
              <a:off x="3525557" y="-1176247"/>
              <a:ext cx="21882" cy="21882"/>
            </a:xfrm>
            <a:custGeom>
              <a:avLst/>
              <a:gdLst/>
              <a:ahLst/>
              <a:cxnLst/>
              <a:rect l="l" t="t" r="r" b="b"/>
              <a:pathLst>
                <a:path w="186" h="186" extrusionOk="0">
                  <a:moveTo>
                    <a:pt x="93" y="41"/>
                  </a:moveTo>
                  <a:cubicBezTo>
                    <a:pt x="121" y="41"/>
                    <a:pt x="145" y="65"/>
                    <a:pt x="145" y="93"/>
                  </a:cubicBezTo>
                  <a:cubicBezTo>
                    <a:pt x="145" y="121"/>
                    <a:pt x="123" y="145"/>
                    <a:pt x="93" y="145"/>
                  </a:cubicBezTo>
                  <a:cubicBezTo>
                    <a:pt x="65" y="145"/>
                    <a:pt x="41" y="123"/>
                    <a:pt x="41" y="93"/>
                  </a:cubicBezTo>
                  <a:cubicBezTo>
                    <a:pt x="41" y="65"/>
                    <a:pt x="64" y="41"/>
                    <a:pt x="93" y="41"/>
                  </a:cubicBezTo>
                  <a:close/>
                  <a:moveTo>
                    <a:pt x="93" y="1"/>
                  </a:moveTo>
                  <a:cubicBezTo>
                    <a:pt x="42" y="1"/>
                    <a:pt x="1" y="43"/>
                    <a:pt x="1" y="93"/>
                  </a:cubicBezTo>
                  <a:cubicBezTo>
                    <a:pt x="1" y="144"/>
                    <a:pt x="42" y="186"/>
                    <a:pt x="93" y="186"/>
                  </a:cubicBezTo>
                  <a:cubicBezTo>
                    <a:pt x="144" y="186"/>
                    <a:pt x="186" y="144"/>
                    <a:pt x="186" y="93"/>
                  </a:cubicBezTo>
                  <a:cubicBezTo>
                    <a:pt x="186" y="43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39" name="Google Shape;839;p40"/>
            <p:cNvSpPr/>
            <p:nvPr/>
          </p:nvSpPr>
          <p:spPr>
            <a:xfrm>
              <a:off x="3430734" y="-1211541"/>
              <a:ext cx="1216685" cy="63646"/>
            </a:xfrm>
            <a:custGeom>
              <a:avLst/>
              <a:gdLst/>
              <a:ahLst/>
              <a:cxnLst/>
              <a:rect l="l" t="t" r="r" b="b"/>
              <a:pathLst>
                <a:path w="10342" h="541" extrusionOk="0">
                  <a:moveTo>
                    <a:pt x="21" y="0"/>
                  </a:moveTo>
                  <a:cubicBezTo>
                    <a:pt x="10" y="0"/>
                    <a:pt x="0" y="9"/>
                    <a:pt x="0" y="20"/>
                  </a:cubicBezTo>
                  <a:cubicBezTo>
                    <a:pt x="0" y="31"/>
                    <a:pt x="10" y="40"/>
                    <a:pt x="21" y="40"/>
                  </a:cubicBezTo>
                  <a:lnTo>
                    <a:pt x="1880" y="40"/>
                  </a:lnTo>
                  <a:lnTo>
                    <a:pt x="2496" y="536"/>
                  </a:lnTo>
                  <a:cubicBezTo>
                    <a:pt x="2499" y="539"/>
                    <a:pt x="2505" y="540"/>
                    <a:pt x="2508" y="540"/>
                  </a:cubicBezTo>
                  <a:lnTo>
                    <a:pt x="10321" y="540"/>
                  </a:lnTo>
                  <a:cubicBezTo>
                    <a:pt x="10332" y="540"/>
                    <a:pt x="10341" y="531"/>
                    <a:pt x="10342" y="520"/>
                  </a:cubicBezTo>
                  <a:cubicBezTo>
                    <a:pt x="10342" y="509"/>
                    <a:pt x="10333" y="500"/>
                    <a:pt x="10322" y="500"/>
                  </a:cubicBezTo>
                  <a:lnTo>
                    <a:pt x="2516" y="500"/>
                  </a:lnTo>
                  <a:lnTo>
                    <a:pt x="1899" y="5"/>
                  </a:lnTo>
                  <a:cubicBezTo>
                    <a:pt x="1897" y="1"/>
                    <a:pt x="1892" y="0"/>
                    <a:pt x="18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40" name="Google Shape;840;p40"/>
            <p:cNvSpPr/>
            <p:nvPr/>
          </p:nvSpPr>
          <p:spPr>
            <a:xfrm>
              <a:off x="3424381" y="-1217777"/>
              <a:ext cx="17176" cy="17176"/>
            </a:xfrm>
            <a:custGeom>
              <a:avLst/>
              <a:gdLst/>
              <a:ahLst/>
              <a:cxnLst/>
              <a:rect l="l" t="t" r="r" b="b"/>
              <a:pathLst>
                <a:path w="146" h="146" extrusionOk="0">
                  <a:moveTo>
                    <a:pt x="74" y="1"/>
                  </a:moveTo>
                  <a:cubicBezTo>
                    <a:pt x="33" y="1"/>
                    <a:pt x="1" y="33"/>
                    <a:pt x="1" y="74"/>
                  </a:cubicBezTo>
                  <a:cubicBezTo>
                    <a:pt x="1" y="113"/>
                    <a:pt x="33" y="145"/>
                    <a:pt x="74" y="145"/>
                  </a:cubicBezTo>
                  <a:cubicBezTo>
                    <a:pt x="113" y="145"/>
                    <a:pt x="145" y="113"/>
                    <a:pt x="145" y="74"/>
                  </a:cubicBezTo>
                  <a:cubicBezTo>
                    <a:pt x="145" y="33"/>
                    <a:pt x="113" y="1"/>
                    <a:pt x="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41" name="Google Shape;841;p40"/>
            <p:cNvSpPr/>
            <p:nvPr/>
          </p:nvSpPr>
          <p:spPr>
            <a:xfrm>
              <a:off x="3422146" y="-1220130"/>
              <a:ext cx="21764" cy="21882"/>
            </a:xfrm>
            <a:custGeom>
              <a:avLst/>
              <a:gdLst/>
              <a:ahLst/>
              <a:cxnLst/>
              <a:rect l="l" t="t" r="r" b="b"/>
              <a:pathLst>
                <a:path w="185" h="186" extrusionOk="0">
                  <a:moveTo>
                    <a:pt x="93" y="40"/>
                  </a:moveTo>
                  <a:cubicBezTo>
                    <a:pt x="120" y="40"/>
                    <a:pt x="145" y="64"/>
                    <a:pt x="145" y="92"/>
                  </a:cubicBezTo>
                  <a:cubicBezTo>
                    <a:pt x="145" y="119"/>
                    <a:pt x="121" y="144"/>
                    <a:pt x="93" y="144"/>
                  </a:cubicBezTo>
                  <a:cubicBezTo>
                    <a:pt x="65" y="144"/>
                    <a:pt x="40" y="121"/>
                    <a:pt x="40" y="92"/>
                  </a:cubicBezTo>
                  <a:cubicBezTo>
                    <a:pt x="40" y="64"/>
                    <a:pt x="63" y="40"/>
                    <a:pt x="93" y="40"/>
                  </a:cubicBezTo>
                  <a:close/>
                  <a:moveTo>
                    <a:pt x="93" y="1"/>
                  </a:moveTo>
                  <a:cubicBezTo>
                    <a:pt x="41" y="1"/>
                    <a:pt x="1" y="42"/>
                    <a:pt x="1" y="94"/>
                  </a:cubicBezTo>
                  <a:cubicBezTo>
                    <a:pt x="1" y="144"/>
                    <a:pt x="41" y="186"/>
                    <a:pt x="93" y="186"/>
                  </a:cubicBezTo>
                  <a:cubicBezTo>
                    <a:pt x="143" y="186"/>
                    <a:pt x="185" y="144"/>
                    <a:pt x="185" y="94"/>
                  </a:cubicBezTo>
                  <a:cubicBezTo>
                    <a:pt x="185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</p:grpSp>
      <p:grpSp>
        <p:nvGrpSpPr>
          <p:cNvPr id="842" name="Google Shape;842;p40"/>
          <p:cNvGrpSpPr/>
          <p:nvPr/>
        </p:nvGrpSpPr>
        <p:grpSpPr>
          <a:xfrm>
            <a:off x="14181061" y="20212000"/>
            <a:ext cx="11672340" cy="2132809"/>
            <a:chOff x="3422146" y="-1220130"/>
            <a:chExt cx="1225273" cy="116234"/>
          </a:xfrm>
        </p:grpSpPr>
        <p:sp>
          <p:nvSpPr>
            <p:cNvPr id="843" name="Google Shape;843;p40"/>
            <p:cNvSpPr/>
            <p:nvPr/>
          </p:nvSpPr>
          <p:spPr>
            <a:xfrm>
              <a:off x="3534145" y="-1167542"/>
              <a:ext cx="1081981" cy="63646"/>
            </a:xfrm>
            <a:custGeom>
              <a:avLst/>
              <a:gdLst/>
              <a:ahLst/>
              <a:cxnLst/>
              <a:rect l="l" t="t" r="r" b="b"/>
              <a:pathLst>
                <a:path w="9197" h="541" extrusionOk="0">
                  <a:moveTo>
                    <a:pt x="20" y="1"/>
                  </a:moveTo>
                  <a:cubicBezTo>
                    <a:pt x="9" y="1"/>
                    <a:pt x="0" y="9"/>
                    <a:pt x="0" y="20"/>
                  </a:cubicBezTo>
                  <a:cubicBezTo>
                    <a:pt x="0" y="32"/>
                    <a:pt x="9" y="40"/>
                    <a:pt x="20" y="40"/>
                  </a:cubicBezTo>
                  <a:lnTo>
                    <a:pt x="2011" y="40"/>
                  </a:lnTo>
                  <a:lnTo>
                    <a:pt x="2627" y="536"/>
                  </a:lnTo>
                  <a:cubicBezTo>
                    <a:pt x="2629" y="540"/>
                    <a:pt x="2634" y="541"/>
                    <a:pt x="2638" y="541"/>
                  </a:cubicBezTo>
                  <a:lnTo>
                    <a:pt x="9176" y="541"/>
                  </a:lnTo>
                  <a:cubicBezTo>
                    <a:pt x="9187" y="541"/>
                    <a:pt x="9196" y="531"/>
                    <a:pt x="9196" y="520"/>
                  </a:cubicBezTo>
                  <a:cubicBezTo>
                    <a:pt x="9196" y="510"/>
                    <a:pt x="9187" y="500"/>
                    <a:pt x="9176" y="500"/>
                  </a:cubicBezTo>
                  <a:lnTo>
                    <a:pt x="2645" y="500"/>
                  </a:lnTo>
                  <a:lnTo>
                    <a:pt x="2029" y="5"/>
                  </a:lnTo>
                  <a:cubicBezTo>
                    <a:pt x="2027" y="2"/>
                    <a:pt x="2021" y="1"/>
                    <a:pt x="20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44" name="Google Shape;844;p40"/>
            <p:cNvSpPr/>
            <p:nvPr/>
          </p:nvSpPr>
          <p:spPr>
            <a:xfrm>
              <a:off x="3527910" y="-1173777"/>
              <a:ext cx="17176" cy="17059"/>
            </a:xfrm>
            <a:custGeom>
              <a:avLst/>
              <a:gdLst/>
              <a:ahLst/>
              <a:cxnLst/>
              <a:rect l="l" t="t" r="r" b="b"/>
              <a:pathLst>
                <a:path w="146" h="145" extrusionOk="0">
                  <a:moveTo>
                    <a:pt x="73" y="0"/>
                  </a:moveTo>
                  <a:cubicBezTo>
                    <a:pt x="33" y="0"/>
                    <a:pt x="1" y="32"/>
                    <a:pt x="1" y="72"/>
                  </a:cubicBezTo>
                  <a:cubicBezTo>
                    <a:pt x="1" y="112"/>
                    <a:pt x="33" y="145"/>
                    <a:pt x="73" y="145"/>
                  </a:cubicBezTo>
                  <a:cubicBezTo>
                    <a:pt x="113" y="145"/>
                    <a:pt x="145" y="112"/>
                    <a:pt x="145" y="72"/>
                  </a:cubicBezTo>
                  <a:cubicBezTo>
                    <a:pt x="145" y="32"/>
                    <a:pt x="113" y="0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45" name="Google Shape;845;p40"/>
            <p:cNvSpPr/>
            <p:nvPr/>
          </p:nvSpPr>
          <p:spPr>
            <a:xfrm>
              <a:off x="3525557" y="-1176247"/>
              <a:ext cx="21882" cy="21882"/>
            </a:xfrm>
            <a:custGeom>
              <a:avLst/>
              <a:gdLst/>
              <a:ahLst/>
              <a:cxnLst/>
              <a:rect l="l" t="t" r="r" b="b"/>
              <a:pathLst>
                <a:path w="186" h="186" extrusionOk="0">
                  <a:moveTo>
                    <a:pt x="93" y="41"/>
                  </a:moveTo>
                  <a:cubicBezTo>
                    <a:pt x="121" y="41"/>
                    <a:pt x="145" y="65"/>
                    <a:pt x="145" y="93"/>
                  </a:cubicBezTo>
                  <a:cubicBezTo>
                    <a:pt x="145" y="121"/>
                    <a:pt x="123" y="145"/>
                    <a:pt x="93" y="145"/>
                  </a:cubicBezTo>
                  <a:cubicBezTo>
                    <a:pt x="65" y="145"/>
                    <a:pt x="41" y="123"/>
                    <a:pt x="41" y="93"/>
                  </a:cubicBezTo>
                  <a:cubicBezTo>
                    <a:pt x="41" y="65"/>
                    <a:pt x="64" y="41"/>
                    <a:pt x="93" y="41"/>
                  </a:cubicBezTo>
                  <a:close/>
                  <a:moveTo>
                    <a:pt x="93" y="1"/>
                  </a:moveTo>
                  <a:cubicBezTo>
                    <a:pt x="42" y="1"/>
                    <a:pt x="1" y="43"/>
                    <a:pt x="1" y="93"/>
                  </a:cubicBezTo>
                  <a:cubicBezTo>
                    <a:pt x="1" y="144"/>
                    <a:pt x="42" y="186"/>
                    <a:pt x="93" y="186"/>
                  </a:cubicBezTo>
                  <a:cubicBezTo>
                    <a:pt x="144" y="186"/>
                    <a:pt x="186" y="144"/>
                    <a:pt x="186" y="93"/>
                  </a:cubicBezTo>
                  <a:cubicBezTo>
                    <a:pt x="186" y="43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46" name="Google Shape;846;p40"/>
            <p:cNvSpPr/>
            <p:nvPr/>
          </p:nvSpPr>
          <p:spPr>
            <a:xfrm>
              <a:off x="3430734" y="-1211541"/>
              <a:ext cx="1216685" cy="63646"/>
            </a:xfrm>
            <a:custGeom>
              <a:avLst/>
              <a:gdLst/>
              <a:ahLst/>
              <a:cxnLst/>
              <a:rect l="l" t="t" r="r" b="b"/>
              <a:pathLst>
                <a:path w="10342" h="541" extrusionOk="0">
                  <a:moveTo>
                    <a:pt x="21" y="0"/>
                  </a:moveTo>
                  <a:cubicBezTo>
                    <a:pt x="10" y="0"/>
                    <a:pt x="0" y="9"/>
                    <a:pt x="0" y="20"/>
                  </a:cubicBezTo>
                  <a:cubicBezTo>
                    <a:pt x="0" y="31"/>
                    <a:pt x="10" y="40"/>
                    <a:pt x="21" y="40"/>
                  </a:cubicBezTo>
                  <a:lnTo>
                    <a:pt x="1880" y="40"/>
                  </a:lnTo>
                  <a:lnTo>
                    <a:pt x="2496" y="536"/>
                  </a:lnTo>
                  <a:cubicBezTo>
                    <a:pt x="2499" y="539"/>
                    <a:pt x="2505" y="540"/>
                    <a:pt x="2508" y="540"/>
                  </a:cubicBezTo>
                  <a:lnTo>
                    <a:pt x="10321" y="540"/>
                  </a:lnTo>
                  <a:cubicBezTo>
                    <a:pt x="10332" y="540"/>
                    <a:pt x="10341" y="531"/>
                    <a:pt x="10342" y="520"/>
                  </a:cubicBezTo>
                  <a:cubicBezTo>
                    <a:pt x="10342" y="509"/>
                    <a:pt x="10333" y="500"/>
                    <a:pt x="10322" y="500"/>
                  </a:cubicBezTo>
                  <a:lnTo>
                    <a:pt x="2516" y="500"/>
                  </a:lnTo>
                  <a:lnTo>
                    <a:pt x="1899" y="5"/>
                  </a:lnTo>
                  <a:cubicBezTo>
                    <a:pt x="1897" y="1"/>
                    <a:pt x="1892" y="0"/>
                    <a:pt x="18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47" name="Google Shape;847;p40"/>
            <p:cNvSpPr/>
            <p:nvPr/>
          </p:nvSpPr>
          <p:spPr>
            <a:xfrm>
              <a:off x="3424381" y="-1217777"/>
              <a:ext cx="17176" cy="17176"/>
            </a:xfrm>
            <a:custGeom>
              <a:avLst/>
              <a:gdLst/>
              <a:ahLst/>
              <a:cxnLst/>
              <a:rect l="l" t="t" r="r" b="b"/>
              <a:pathLst>
                <a:path w="146" h="146" extrusionOk="0">
                  <a:moveTo>
                    <a:pt x="74" y="1"/>
                  </a:moveTo>
                  <a:cubicBezTo>
                    <a:pt x="33" y="1"/>
                    <a:pt x="1" y="33"/>
                    <a:pt x="1" y="74"/>
                  </a:cubicBezTo>
                  <a:cubicBezTo>
                    <a:pt x="1" y="113"/>
                    <a:pt x="33" y="145"/>
                    <a:pt x="74" y="145"/>
                  </a:cubicBezTo>
                  <a:cubicBezTo>
                    <a:pt x="113" y="145"/>
                    <a:pt x="145" y="113"/>
                    <a:pt x="145" y="74"/>
                  </a:cubicBezTo>
                  <a:cubicBezTo>
                    <a:pt x="145" y="33"/>
                    <a:pt x="113" y="1"/>
                    <a:pt x="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48" name="Google Shape;848;p40"/>
            <p:cNvSpPr/>
            <p:nvPr/>
          </p:nvSpPr>
          <p:spPr>
            <a:xfrm>
              <a:off x="3422146" y="-1220130"/>
              <a:ext cx="21764" cy="21882"/>
            </a:xfrm>
            <a:custGeom>
              <a:avLst/>
              <a:gdLst/>
              <a:ahLst/>
              <a:cxnLst/>
              <a:rect l="l" t="t" r="r" b="b"/>
              <a:pathLst>
                <a:path w="185" h="186" extrusionOk="0">
                  <a:moveTo>
                    <a:pt x="93" y="40"/>
                  </a:moveTo>
                  <a:cubicBezTo>
                    <a:pt x="120" y="40"/>
                    <a:pt x="145" y="64"/>
                    <a:pt x="145" y="92"/>
                  </a:cubicBezTo>
                  <a:cubicBezTo>
                    <a:pt x="145" y="119"/>
                    <a:pt x="121" y="144"/>
                    <a:pt x="93" y="144"/>
                  </a:cubicBezTo>
                  <a:cubicBezTo>
                    <a:pt x="65" y="144"/>
                    <a:pt x="40" y="121"/>
                    <a:pt x="40" y="92"/>
                  </a:cubicBezTo>
                  <a:cubicBezTo>
                    <a:pt x="40" y="64"/>
                    <a:pt x="63" y="40"/>
                    <a:pt x="93" y="40"/>
                  </a:cubicBezTo>
                  <a:close/>
                  <a:moveTo>
                    <a:pt x="93" y="1"/>
                  </a:moveTo>
                  <a:cubicBezTo>
                    <a:pt x="41" y="1"/>
                    <a:pt x="1" y="42"/>
                    <a:pt x="1" y="94"/>
                  </a:cubicBezTo>
                  <a:cubicBezTo>
                    <a:pt x="1" y="144"/>
                    <a:pt x="41" y="186"/>
                    <a:pt x="93" y="186"/>
                  </a:cubicBezTo>
                  <a:cubicBezTo>
                    <a:pt x="143" y="186"/>
                    <a:pt x="185" y="144"/>
                    <a:pt x="185" y="94"/>
                  </a:cubicBezTo>
                  <a:cubicBezTo>
                    <a:pt x="185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</p:grpSp>
      <p:grpSp>
        <p:nvGrpSpPr>
          <p:cNvPr id="849" name="Google Shape;849;p40"/>
          <p:cNvGrpSpPr/>
          <p:nvPr/>
        </p:nvGrpSpPr>
        <p:grpSpPr>
          <a:xfrm>
            <a:off x="10555259" y="18476104"/>
            <a:ext cx="2956946" cy="5604555"/>
            <a:chOff x="2432004" y="3375753"/>
            <a:chExt cx="517455" cy="509250"/>
          </a:xfrm>
        </p:grpSpPr>
        <p:sp>
          <p:nvSpPr>
            <p:cNvPr id="850" name="Google Shape;850;p40"/>
            <p:cNvSpPr/>
            <p:nvPr/>
          </p:nvSpPr>
          <p:spPr>
            <a:xfrm>
              <a:off x="2432004" y="3676338"/>
              <a:ext cx="463601" cy="208665"/>
            </a:xfrm>
            <a:custGeom>
              <a:avLst/>
              <a:gdLst/>
              <a:ahLst/>
              <a:cxnLst/>
              <a:rect l="l" t="t" r="r" b="b"/>
              <a:pathLst>
                <a:path w="8927" h="4018" extrusionOk="0">
                  <a:moveTo>
                    <a:pt x="1722" y="0"/>
                  </a:moveTo>
                  <a:cubicBezTo>
                    <a:pt x="1698" y="18"/>
                    <a:pt x="1097" y="426"/>
                    <a:pt x="742" y="738"/>
                  </a:cubicBezTo>
                  <a:cubicBezTo>
                    <a:pt x="188" y="1227"/>
                    <a:pt x="1" y="2094"/>
                    <a:pt x="287" y="2850"/>
                  </a:cubicBezTo>
                  <a:cubicBezTo>
                    <a:pt x="564" y="3581"/>
                    <a:pt x="1219" y="4018"/>
                    <a:pt x="2042" y="4018"/>
                  </a:cubicBezTo>
                  <a:cubicBezTo>
                    <a:pt x="2920" y="4018"/>
                    <a:pt x="3442" y="3485"/>
                    <a:pt x="3944" y="2971"/>
                  </a:cubicBezTo>
                  <a:cubicBezTo>
                    <a:pt x="4468" y="2436"/>
                    <a:pt x="4965" y="1930"/>
                    <a:pt x="5885" y="1930"/>
                  </a:cubicBezTo>
                  <a:cubicBezTo>
                    <a:pt x="7571" y="1930"/>
                    <a:pt x="8372" y="3746"/>
                    <a:pt x="8381" y="3763"/>
                  </a:cubicBezTo>
                  <a:lnTo>
                    <a:pt x="8926" y="3531"/>
                  </a:lnTo>
                  <a:cubicBezTo>
                    <a:pt x="8887" y="3441"/>
                    <a:pt x="7966" y="1337"/>
                    <a:pt x="5885" y="1337"/>
                  </a:cubicBezTo>
                  <a:cubicBezTo>
                    <a:pt x="4714" y="1337"/>
                    <a:pt x="4080" y="1984"/>
                    <a:pt x="3522" y="2555"/>
                  </a:cubicBezTo>
                  <a:cubicBezTo>
                    <a:pt x="3067" y="3021"/>
                    <a:pt x="2671" y="3424"/>
                    <a:pt x="2042" y="3424"/>
                  </a:cubicBezTo>
                  <a:cubicBezTo>
                    <a:pt x="1255" y="3424"/>
                    <a:pt x="952" y="2933"/>
                    <a:pt x="842" y="2640"/>
                  </a:cubicBezTo>
                  <a:cubicBezTo>
                    <a:pt x="645" y="2118"/>
                    <a:pt x="768" y="1506"/>
                    <a:pt x="1133" y="1182"/>
                  </a:cubicBezTo>
                  <a:cubicBezTo>
                    <a:pt x="1459" y="893"/>
                    <a:pt x="2049" y="495"/>
                    <a:pt x="2054" y="491"/>
                  </a:cubicBezTo>
                  <a:lnTo>
                    <a:pt x="172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51" name="Google Shape;851;p40"/>
            <p:cNvSpPr/>
            <p:nvPr/>
          </p:nvSpPr>
          <p:spPr>
            <a:xfrm>
              <a:off x="2581051" y="3488187"/>
              <a:ext cx="192670" cy="189709"/>
            </a:xfrm>
            <a:custGeom>
              <a:avLst/>
              <a:gdLst/>
              <a:ahLst/>
              <a:cxnLst/>
              <a:rect l="l" t="t" r="r" b="b"/>
              <a:pathLst>
                <a:path w="3710" h="3653" extrusionOk="0">
                  <a:moveTo>
                    <a:pt x="1909" y="0"/>
                  </a:moveTo>
                  <a:lnTo>
                    <a:pt x="833" y="714"/>
                  </a:lnTo>
                  <a:cubicBezTo>
                    <a:pt x="151" y="1167"/>
                    <a:pt x="1" y="2140"/>
                    <a:pt x="498" y="2889"/>
                  </a:cubicBezTo>
                  <a:cubicBezTo>
                    <a:pt x="825" y="3381"/>
                    <a:pt x="1350" y="3653"/>
                    <a:pt x="1865" y="3653"/>
                  </a:cubicBezTo>
                  <a:cubicBezTo>
                    <a:pt x="2133" y="3653"/>
                    <a:pt x="2399" y="3579"/>
                    <a:pt x="2631" y="3424"/>
                  </a:cubicBezTo>
                  <a:lnTo>
                    <a:pt x="3709" y="2709"/>
                  </a:lnTo>
                  <a:lnTo>
                    <a:pt x="19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52" name="Google Shape;852;p40"/>
            <p:cNvSpPr/>
            <p:nvPr/>
          </p:nvSpPr>
          <p:spPr>
            <a:xfrm>
              <a:off x="2665181" y="3406860"/>
              <a:ext cx="211781" cy="244758"/>
            </a:xfrm>
            <a:custGeom>
              <a:avLst/>
              <a:gdLst/>
              <a:ahLst/>
              <a:cxnLst/>
              <a:rect l="l" t="t" r="r" b="b"/>
              <a:pathLst>
                <a:path w="4078" h="4713" extrusionOk="0">
                  <a:moveTo>
                    <a:pt x="1695" y="1"/>
                  </a:moveTo>
                  <a:lnTo>
                    <a:pt x="1" y="1126"/>
                  </a:lnTo>
                  <a:lnTo>
                    <a:pt x="2383" y="4712"/>
                  </a:lnTo>
                  <a:lnTo>
                    <a:pt x="4077" y="3587"/>
                  </a:lnTo>
                  <a:lnTo>
                    <a:pt x="169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53" name="Google Shape;853;p40"/>
            <p:cNvSpPr/>
            <p:nvPr/>
          </p:nvSpPr>
          <p:spPr>
            <a:xfrm>
              <a:off x="2707558" y="3493120"/>
              <a:ext cx="111966" cy="82053"/>
            </a:xfrm>
            <a:custGeom>
              <a:avLst/>
              <a:gdLst/>
              <a:ahLst/>
              <a:cxnLst/>
              <a:rect l="l" t="t" r="r" b="b"/>
              <a:pathLst>
                <a:path w="2156" h="1580" extrusionOk="0">
                  <a:moveTo>
                    <a:pt x="1979" y="1"/>
                  </a:moveTo>
                  <a:lnTo>
                    <a:pt x="6" y="1313"/>
                  </a:lnTo>
                  <a:cubicBezTo>
                    <a:pt x="2" y="1315"/>
                    <a:pt x="1" y="1322"/>
                    <a:pt x="3" y="1325"/>
                  </a:cubicBezTo>
                  <a:lnTo>
                    <a:pt x="169" y="1576"/>
                  </a:lnTo>
                  <a:cubicBezTo>
                    <a:pt x="170" y="1579"/>
                    <a:pt x="174" y="1580"/>
                    <a:pt x="178" y="1580"/>
                  </a:cubicBezTo>
                  <a:cubicBezTo>
                    <a:pt x="179" y="1580"/>
                    <a:pt x="181" y="1580"/>
                    <a:pt x="183" y="1579"/>
                  </a:cubicBezTo>
                  <a:lnTo>
                    <a:pt x="2155" y="267"/>
                  </a:lnTo>
                  <a:lnTo>
                    <a:pt x="197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54" name="Google Shape;854;p40"/>
            <p:cNvSpPr/>
            <p:nvPr/>
          </p:nvSpPr>
          <p:spPr>
            <a:xfrm>
              <a:off x="2770137" y="3375753"/>
              <a:ext cx="103242" cy="77016"/>
            </a:xfrm>
            <a:custGeom>
              <a:avLst/>
              <a:gdLst/>
              <a:ahLst/>
              <a:cxnLst/>
              <a:rect l="l" t="t" r="r" b="b"/>
              <a:pathLst>
                <a:path w="1988" h="1483" extrusionOk="0">
                  <a:moveTo>
                    <a:pt x="1724" y="0"/>
                  </a:moveTo>
                  <a:cubicBezTo>
                    <a:pt x="1680" y="0"/>
                    <a:pt x="1636" y="13"/>
                    <a:pt x="1597" y="39"/>
                  </a:cubicBezTo>
                  <a:lnTo>
                    <a:pt x="1" y="1098"/>
                  </a:lnTo>
                  <a:lnTo>
                    <a:pt x="256" y="1482"/>
                  </a:lnTo>
                  <a:lnTo>
                    <a:pt x="1852" y="422"/>
                  </a:lnTo>
                  <a:cubicBezTo>
                    <a:pt x="1958" y="351"/>
                    <a:pt x="1988" y="209"/>
                    <a:pt x="1916" y="103"/>
                  </a:cubicBezTo>
                  <a:cubicBezTo>
                    <a:pt x="1872" y="36"/>
                    <a:pt x="1798" y="0"/>
                    <a:pt x="17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55" name="Google Shape;855;p40"/>
            <p:cNvSpPr/>
            <p:nvPr/>
          </p:nvSpPr>
          <p:spPr>
            <a:xfrm>
              <a:off x="2846270" y="3490420"/>
              <a:ext cx="103190" cy="77016"/>
            </a:xfrm>
            <a:custGeom>
              <a:avLst/>
              <a:gdLst/>
              <a:ahLst/>
              <a:cxnLst/>
              <a:rect l="l" t="t" r="r" b="b"/>
              <a:pathLst>
                <a:path w="1987" h="1483" extrusionOk="0">
                  <a:moveTo>
                    <a:pt x="1724" y="0"/>
                  </a:moveTo>
                  <a:cubicBezTo>
                    <a:pt x="1680" y="0"/>
                    <a:pt x="1636" y="13"/>
                    <a:pt x="1597" y="39"/>
                  </a:cubicBezTo>
                  <a:lnTo>
                    <a:pt x="1" y="1098"/>
                  </a:lnTo>
                  <a:lnTo>
                    <a:pt x="256" y="1482"/>
                  </a:lnTo>
                  <a:lnTo>
                    <a:pt x="1853" y="423"/>
                  </a:lnTo>
                  <a:cubicBezTo>
                    <a:pt x="1958" y="351"/>
                    <a:pt x="1987" y="209"/>
                    <a:pt x="1916" y="103"/>
                  </a:cubicBezTo>
                  <a:cubicBezTo>
                    <a:pt x="1872" y="36"/>
                    <a:pt x="1798" y="0"/>
                    <a:pt x="17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56" name="Google Shape;856;p40"/>
            <p:cNvSpPr/>
            <p:nvPr/>
          </p:nvSpPr>
          <p:spPr>
            <a:xfrm>
              <a:off x="2779225" y="3392163"/>
              <a:ext cx="83456" cy="57230"/>
            </a:xfrm>
            <a:custGeom>
              <a:avLst/>
              <a:gdLst/>
              <a:ahLst/>
              <a:cxnLst/>
              <a:rect l="l" t="t" r="r" b="b"/>
              <a:pathLst>
                <a:path w="1607" h="1102" extrusionOk="0">
                  <a:moveTo>
                    <a:pt x="1566" y="1"/>
                  </a:moveTo>
                  <a:lnTo>
                    <a:pt x="0" y="1041"/>
                  </a:lnTo>
                  <a:lnTo>
                    <a:pt x="41" y="1102"/>
                  </a:lnTo>
                  <a:lnTo>
                    <a:pt x="1606" y="63"/>
                  </a:lnTo>
                  <a:lnTo>
                    <a:pt x="15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57" name="Google Shape;857;p40"/>
            <p:cNvSpPr/>
            <p:nvPr/>
          </p:nvSpPr>
          <p:spPr>
            <a:xfrm>
              <a:off x="2488195" y="3558763"/>
              <a:ext cx="211781" cy="173143"/>
            </a:xfrm>
            <a:custGeom>
              <a:avLst/>
              <a:gdLst/>
              <a:ahLst/>
              <a:cxnLst/>
              <a:rect l="l" t="t" r="r" b="b"/>
              <a:pathLst>
                <a:path w="4078" h="3334" extrusionOk="0">
                  <a:moveTo>
                    <a:pt x="3268" y="1"/>
                  </a:moveTo>
                  <a:lnTo>
                    <a:pt x="1" y="2312"/>
                  </a:lnTo>
                  <a:lnTo>
                    <a:pt x="678" y="3334"/>
                  </a:lnTo>
                  <a:lnTo>
                    <a:pt x="4077" y="1220"/>
                  </a:lnTo>
                  <a:lnTo>
                    <a:pt x="32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58" name="Google Shape;858;p40"/>
            <p:cNvSpPr/>
            <p:nvPr/>
          </p:nvSpPr>
          <p:spPr>
            <a:xfrm>
              <a:off x="2855462" y="3506882"/>
              <a:ext cx="83456" cy="57282"/>
            </a:xfrm>
            <a:custGeom>
              <a:avLst/>
              <a:gdLst/>
              <a:ahLst/>
              <a:cxnLst/>
              <a:rect l="l" t="t" r="r" b="b"/>
              <a:pathLst>
                <a:path w="1607" h="1103" extrusionOk="0">
                  <a:moveTo>
                    <a:pt x="1566" y="1"/>
                  </a:moveTo>
                  <a:lnTo>
                    <a:pt x="0" y="1041"/>
                  </a:lnTo>
                  <a:lnTo>
                    <a:pt x="41" y="1102"/>
                  </a:lnTo>
                  <a:lnTo>
                    <a:pt x="1606" y="62"/>
                  </a:lnTo>
                  <a:lnTo>
                    <a:pt x="15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59" name="Google Shape;859;p40"/>
            <p:cNvSpPr/>
            <p:nvPr/>
          </p:nvSpPr>
          <p:spPr>
            <a:xfrm>
              <a:off x="2681488" y="3395851"/>
              <a:ext cx="71511" cy="55827"/>
            </a:xfrm>
            <a:custGeom>
              <a:avLst/>
              <a:gdLst/>
              <a:ahLst/>
              <a:cxnLst/>
              <a:rect l="l" t="t" r="r" b="b"/>
              <a:pathLst>
                <a:path w="1377" h="1075" extrusionOk="0">
                  <a:moveTo>
                    <a:pt x="1235" y="0"/>
                  </a:moveTo>
                  <a:lnTo>
                    <a:pt x="142" y="726"/>
                  </a:lnTo>
                  <a:cubicBezTo>
                    <a:pt x="30" y="801"/>
                    <a:pt x="0" y="953"/>
                    <a:pt x="75" y="1067"/>
                  </a:cubicBezTo>
                  <a:lnTo>
                    <a:pt x="80" y="1075"/>
                  </a:lnTo>
                  <a:lnTo>
                    <a:pt x="1376" y="214"/>
                  </a:lnTo>
                  <a:lnTo>
                    <a:pt x="12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60" name="Google Shape;860;p40"/>
            <p:cNvSpPr/>
            <p:nvPr/>
          </p:nvSpPr>
          <p:spPr>
            <a:xfrm>
              <a:off x="2809346" y="3593194"/>
              <a:ext cx="74783" cy="50946"/>
            </a:xfrm>
            <a:custGeom>
              <a:avLst/>
              <a:gdLst/>
              <a:ahLst/>
              <a:cxnLst/>
              <a:rect l="l" t="t" r="r" b="b"/>
              <a:pathLst>
                <a:path w="1440" h="981" extrusionOk="0">
                  <a:moveTo>
                    <a:pt x="1298" y="0"/>
                  </a:moveTo>
                  <a:lnTo>
                    <a:pt x="1" y="861"/>
                  </a:lnTo>
                  <a:lnTo>
                    <a:pt x="6" y="871"/>
                  </a:lnTo>
                  <a:cubicBezTo>
                    <a:pt x="53" y="942"/>
                    <a:pt x="131" y="980"/>
                    <a:pt x="210" y="980"/>
                  </a:cubicBezTo>
                  <a:cubicBezTo>
                    <a:pt x="258" y="980"/>
                    <a:pt x="305" y="967"/>
                    <a:pt x="347" y="938"/>
                  </a:cubicBezTo>
                  <a:lnTo>
                    <a:pt x="1439" y="214"/>
                  </a:lnTo>
                  <a:lnTo>
                    <a:pt x="12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61" name="Google Shape;861;p40"/>
            <p:cNvSpPr/>
            <p:nvPr/>
          </p:nvSpPr>
          <p:spPr>
            <a:xfrm>
              <a:off x="2513279" y="3652709"/>
              <a:ext cx="22746" cy="24512"/>
            </a:xfrm>
            <a:custGeom>
              <a:avLst/>
              <a:gdLst/>
              <a:ahLst/>
              <a:cxnLst/>
              <a:rect l="l" t="t" r="r" b="b"/>
              <a:pathLst>
                <a:path w="438" h="472" extrusionOk="0">
                  <a:moveTo>
                    <a:pt x="226" y="1"/>
                  </a:moveTo>
                  <a:lnTo>
                    <a:pt x="0" y="161"/>
                  </a:lnTo>
                  <a:lnTo>
                    <a:pt x="208" y="471"/>
                  </a:lnTo>
                  <a:lnTo>
                    <a:pt x="438" y="3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62" name="Google Shape;862;p40"/>
            <p:cNvSpPr/>
            <p:nvPr/>
          </p:nvSpPr>
          <p:spPr>
            <a:xfrm>
              <a:off x="2541322" y="3632922"/>
              <a:ext cx="23318" cy="25291"/>
            </a:xfrm>
            <a:custGeom>
              <a:avLst/>
              <a:gdLst/>
              <a:ahLst/>
              <a:cxnLst/>
              <a:rect l="l" t="t" r="r" b="b"/>
              <a:pathLst>
                <a:path w="449" h="487" extrusionOk="0">
                  <a:moveTo>
                    <a:pt x="226" y="0"/>
                  </a:moveTo>
                  <a:lnTo>
                    <a:pt x="0" y="160"/>
                  </a:lnTo>
                  <a:lnTo>
                    <a:pt x="218" y="487"/>
                  </a:lnTo>
                  <a:lnTo>
                    <a:pt x="448" y="334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63" name="Google Shape;863;p40"/>
            <p:cNvSpPr/>
            <p:nvPr/>
          </p:nvSpPr>
          <p:spPr>
            <a:xfrm>
              <a:off x="2569366" y="3613032"/>
              <a:ext cx="23837" cy="26226"/>
            </a:xfrm>
            <a:custGeom>
              <a:avLst/>
              <a:gdLst/>
              <a:ahLst/>
              <a:cxnLst/>
              <a:rect l="l" t="t" r="r" b="b"/>
              <a:pathLst>
                <a:path w="459" h="505" extrusionOk="0">
                  <a:moveTo>
                    <a:pt x="226" y="0"/>
                  </a:moveTo>
                  <a:lnTo>
                    <a:pt x="0" y="161"/>
                  </a:lnTo>
                  <a:lnTo>
                    <a:pt x="229" y="505"/>
                  </a:lnTo>
                  <a:lnTo>
                    <a:pt x="459" y="351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64" name="Google Shape;864;p40"/>
            <p:cNvSpPr/>
            <p:nvPr/>
          </p:nvSpPr>
          <p:spPr>
            <a:xfrm>
              <a:off x="2538829" y="3691554"/>
              <a:ext cx="22902" cy="24149"/>
            </a:xfrm>
            <a:custGeom>
              <a:avLst/>
              <a:gdLst/>
              <a:ahLst/>
              <a:cxnLst/>
              <a:rect l="l" t="t" r="r" b="b"/>
              <a:pathLst>
                <a:path w="441" h="465" extrusionOk="0">
                  <a:moveTo>
                    <a:pt x="230" y="0"/>
                  </a:moveTo>
                  <a:lnTo>
                    <a:pt x="0" y="154"/>
                  </a:lnTo>
                  <a:lnTo>
                    <a:pt x="206" y="464"/>
                  </a:lnTo>
                  <a:lnTo>
                    <a:pt x="441" y="319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65" name="Google Shape;865;p40"/>
            <p:cNvSpPr/>
            <p:nvPr/>
          </p:nvSpPr>
          <p:spPr>
            <a:xfrm>
              <a:off x="2567392" y="3672547"/>
              <a:ext cx="23525" cy="24928"/>
            </a:xfrm>
            <a:custGeom>
              <a:avLst/>
              <a:gdLst/>
              <a:ahLst/>
              <a:cxnLst/>
              <a:rect l="l" t="t" r="r" b="b"/>
              <a:pathLst>
                <a:path w="453" h="480" extrusionOk="0">
                  <a:moveTo>
                    <a:pt x="231" y="1"/>
                  </a:moveTo>
                  <a:lnTo>
                    <a:pt x="1" y="153"/>
                  </a:lnTo>
                  <a:lnTo>
                    <a:pt x="218" y="480"/>
                  </a:lnTo>
                  <a:lnTo>
                    <a:pt x="452" y="334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66" name="Google Shape;866;p40"/>
            <p:cNvSpPr/>
            <p:nvPr/>
          </p:nvSpPr>
          <p:spPr>
            <a:xfrm>
              <a:off x="2596007" y="3653540"/>
              <a:ext cx="24045" cy="25810"/>
            </a:xfrm>
            <a:custGeom>
              <a:avLst/>
              <a:gdLst/>
              <a:ahLst/>
              <a:cxnLst/>
              <a:rect l="l" t="t" r="r" b="b"/>
              <a:pathLst>
                <a:path w="463" h="497" extrusionOk="0">
                  <a:moveTo>
                    <a:pt x="230" y="1"/>
                  </a:moveTo>
                  <a:lnTo>
                    <a:pt x="0" y="154"/>
                  </a:lnTo>
                  <a:lnTo>
                    <a:pt x="228" y="497"/>
                  </a:lnTo>
                  <a:lnTo>
                    <a:pt x="462" y="352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8" name="Google Shape;868;p41"/>
          <p:cNvGrpSpPr/>
          <p:nvPr/>
        </p:nvGrpSpPr>
        <p:grpSpPr>
          <a:xfrm rot="5400000">
            <a:off x="-706733" y="-397371"/>
            <a:ext cx="6325969" cy="3579641"/>
            <a:chOff x="2777212" y="-1275070"/>
            <a:chExt cx="530465" cy="578108"/>
          </a:xfrm>
        </p:grpSpPr>
        <p:sp>
          <p:nvSpPr>
            <p:cNvPr id="869" name="Google Shape;869;p41"/>
            <p:cNvSpPr/>
            <p:nvPr/>
          </p:nvSpPr>
          <p:spPr>
            <a:xfrm>
              <a:off x="2785565" y="-1275070"/>
              <a:ext cx="514344" cy="578108"/>
            </a:xfrm>
            <a:custGeom>
              <a:avLst/>
              <a:gdLst/>
              <a:ahLst/>
              <a:cxnLst/>
              <a:rect l="l" t="t" r="r" b="b"/>
              <a:pathLst>
                <a:path w="4372" h="4914" extrusionOk="0">
                  <a:moveTo>
                    <a:pt x="1108" y="0"/>
                  </a:moveTo>
                  <a:cubicBezTo>
                    <a:pt x="977" y="0"/>
                    <a:pt x="870" y="106"/>
                    <a:pt x="870" y="237"/>
                  </a:cubicBezTo>
                  <a:lnTo>
                    <a:pt x="870" y="1958"/>
                  </a:lnTo>
                  <a:cubicBezTo>
                    <a:pt x="870" y="2045"/>
                    <a:pt x="800" y="2117"/>
                    <a:pt x="713" y="2117"/>
                  </a:cubicBezTo>
                  <a:lnTo>
                    <a:pt x="238" y="2117"/>
                  </a:lnTo>
                  <a:cubicBezTo>
                    <a:pt x="152" y="2117"/>
                    <a:pt x="81" y="2045"/>
                    <a:pt x="81" y="1958"/>
                  </a:cubicBezTo>
                  <a:lnTo>
                    <a:pt x="81" y="659"/>
                  </a:lnTo>
                  <a:cubicBezTo>
                    <a:pt x="81" y="637"/>
                    <a:pt x="63" y="620"/>
                    <a:pt x="40" y="620"/>
                  </a:cubicBezTo>
                  <a:cubicBezTo>
                    <a:pt x="18" y="620"/>
                    <a:pt x="1" y="638"/>
                    <a:pt x="1" y="659"/>
                  </a:cubicBezTo>
                  <a:lnTo>
                    <a:pt x="1" y="1958"/>
                  </a:lnTo>
                  <a:cubicBezTo>
                    <a:pt x="1" y="2088"/>
                    <a:pt x="106" y="2195"/>
                    <a:pt x="237" y="2195"/>
                  </a:cubicBezTo>
                  <a:lnTo>
                    <a:pt x="712" y="2195"/>
                  </a:lnTo>
                  <a:cubicBezTo>
                    <a:pt x="841" y="2195"/>
                    <a:pt x="948" y="2090"/>
                    <a:pt x="948" y="1958"/>
                  </a:cubicBezTo>
                  <a:lnTo>
                    <a:pt x="948" y="237"/>
                  </a:lnTo>
                  <a:cubicBezTo>
                    <a:pt x="948" y="150"/>
                    <a:pt x="1019" y="80"/>
                    <a:pt x="1105" y="80"/>
                  </a:cubicBezTo>
                  <a:lnTo>
                    <a:pt x="2305" y="80"/>
                  </a:lnTo>
                  <a:cubicBezTo>
                    <a:pt x="2392" y="80"/>
                    <a:pt x="2462" y="150"/>
                    <a:pt x="2462" y="237"/>
                  </a:cubicBezTo>
                  <a:lnTo>
                    <a:pt x="2462" y="4678"/>
                  </a:lnTo>
                  <a:cubicBezTo>
                    <a:pt x="2462" y="4807"/>
                    <a:pt x="2568" y="4914"/>
                    <a:pt x="2699" y="4914"/>
                  </a:cubicBezTo>
                  <a:lnTo>
                    <a:pt x="3477" y="4914"/>
                  </a:lnTo>
                  <a:cubicBezTo>
                    <a:pt x="3608" y="4914"/>
                    <a:pt x="3714" y="4807"/>
                    <a:pt x="3715" y="4679"/>
                  </a:cubicBezTo>
                  <a:lnTo>
                    <a:pt x="3715" y="2112"/>
                  </a:lnTo>
                  <a:cubicBezTo>
                    <a:pt x="3715" y="2026"/>
                    <a:pt x="3786" y="1954"/>
                    <a:pt x="3873" y="1954"/>
                  </a:cubicBezTo>
                  <a:lnTo>
                    <a:pt x="4332" y="1954"/>
                  </a:lnTo>
                  <a:cubicBezTo>
                    <a:pt x="4354" y="1954"/>
                    <a:pt x="4371" y="1936"/>
                    <a:pt x="4371" y="1914"/>
                  </a:cubicBezTo>
                  <a:cubicBezTo>
                    <a:pt x="4371" y="1892"/>
                    <a:pt x="4353" y="1874"/>
                    <a:pt x="4332" y="1874"/>
                  </a:cubicBezTo>
                  <a:lnTo>
                    <a:pt x="3873" y="1874"/>
                  </a:lnTo>
                  <a:cubicBezTo>
                    <a:pt x="3743" y="1874"/>
                    <a:pt x="3637" y="1980"/>
                    <a:pt x="3637" y="2111"/>
                  </a:cubicBezTo>
                  <a:lnTo>
                    <a:pt x="3637" y="4678"/>
                  </a:lnTo>
                  <a:cubicBezTo>
                    <a:pt x="3637" y="4764"/>
                    <a:pt x="3565" y="4835"/>
                    <a:pt x="3478" y="4835"/>
                  </a:cubicBezTo>
                  <a:lnTo>
                    <a:pt x="2701" y="4835"/>
                  </a:lnTo>
                  <a:cubicBezTo>
                    <a:pt x="2613" y="4835"/>
                    <a:pt x="2543" y="4764"/>
                    <a:pt x="2543" y="4678"/>
                  </a:cubicBezTo>
                  <a:lnTo>
                    <a:pt x="2543" y="237"/>
                  </a:lnTo>
                  <a:cubicBezTo>
                    <a:pt x="2543" y="107"/>
                    <a:pt x="2437" y="0"/>
                    <a:pt x="23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70" name="Google Shape;870;p41"/>
            <p:cNvSpPr/>
            <p:nvPr/>
          </p:nvSpPr>
          <p:spPr>
            <a:xfrm>
              <a:off x="3282148" y="-1062837"/>
              <a:ext cx="25529" cy="25647"/>
            </a:xfrm>
            <a:custGeom>
              <a:avLst/>
              <a:gdLst/>
              <a:ahLst/>
              <a:cxnLst/>
              <a:rect l="l" t="t" r="r" b="b"/>
              <a:pathLst>
                <a:path w="217" h="218" extrusionOk="0">
                  <a:moveTo>
                    <a:pt x="108" y="0"/>
                  </a:moveTo>
                  <a:cubicBezTo>
                    <a:pt x="49" y="0"/>
                    <a:pt x="0" y="50"/>
                    <a:pt x="0" y="109"/>
                  </a:cubicBezTo>
                  <a:cubicBezTo>
                    <a:pt x="0" y="168"/>
                    <a:pt x="49" y="217"/>
                    <a:pt x="108" y="217"/>
                  </a:cubicBezTo>
                  <a:cubicBezTo>
                    <a:pt x="168" y="217"/>
                    <a:pt x="216" y="168"/>
                    <a:pt x="216" y="109"/>
                  </a:cubicBezTo>
                  <a:cubicBezTo>
                    <a:pt x="216" y="50"/>
                    <a:pt x="168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71" name="Google Shape;871;p41"/>
            <p:cNvSpPr/>
            <p:nvPr/>
          </p:nvSpPr>
          <p:spPr>
            <a:xfrm>
              <a:off x="2777212" y="-1210247"/>
              <a:ext cx="25647" cy="25529"/>
            </a:xfrm>
            <a:custGeom>
              <a:avLst/>
              <a:gdLst/>
              <a:ahLst/>
              <a:cxnLst/>
              <a:rect l="l" t="t" r="r" b="b"/>
              <a:pathLst>
                <a:path w="218" h="217" extrusionOk="0">
                  <a:moveTo>
                    <a:pt x="108" y="0"/>
                  </a:moveTo>
                  <a:cubicBezTo>
                    <a:pt x="49" y="0"/>
                    <a:pt x="0" y="48"/>
                    <a:pt x="0" y="108"/>
                  </a:cubicBezTo>
                  <a:cubicBezTo>
                    <a:pt x="0" y="168"/>
                    <a:pt x="49" y="216"/>
                    <a:pt x="108" y="216"/>
                  </a:cubicBezTo>
                  <a:cubicBezTo>
                    <a:pt x="168" y="216"/>
                    <a:pt x="217" y="168"/>
                    <a:pt x="217" y="108"/>
                  </a:cubicBezTo>
                  <a:cubicBezTo>
                    <a:pt x="217" y="48"/>
                    <a:pt x="168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</p:grpSp>
      <p:sp>
        <p:nvSpPr>
          <p:cNvPr id="872" name="Google Shape;872;p41"/>
          <p:cNvSpPr/>
          <p:nvPr/>
        </p:nvSpPr>
        <p:spPr>
          <a:xfrm rot="1334348">
            <a:off x="1844989" y="1548264"/>
            <a:ext cx="348506" cy="1322621"/>
          </a:xfrm>
          <a:custGeom>
            <a:avLst/>
            <a:gdLst/>
            <a:ahLst/>
            <a:cxnLst/>
            <a:rect l="l" t="t" r="r" b="b"/>
            <a:pathLst>
              <a:path w="3136" h="6179" extrusionOk="0">
                <a:moveTo>
                  <a:pt x="1075" y="0"/>
                </a:moveTo>
                <a:lnTo>
                  <a:pt x="0" y="3021"/>
                </a:lnTo>
                <a:lnTo>
                  <a:pt x="1357" y="3021"/>
                </a:lnTo>
                <a:lnTo>
                  <a:pt x="564" y="6179"/>
                </a:lnTo>
                <a:lnTo>
                  <a:pt x="564" y="6179"/>
                </a:lnTo>
                <a:lnTo>
                  <a:pt x="3065" y="2424"/>
                </a:lnTo>
                <a:lnTo>
                  <a:pt x="1762" y="2424"/>
                </a:lnTo>
                <a:lnTo>
                  <a:pt x="31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19420" tIns="219420" rIns="219420" bIns="21942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902"/>
          </a:p>
        </p:txBody>
      </p:sp>
      <p:grpSp>
        <p:nvGrpSpPr>
          <p:cNvPr id="873" name="Google Shape;873;p41"/>
          <p:cNvGrpSpPr/>
          <p:nvPr/>
        </p:nvGrpSpPr>
        <p:grpSpPr>
          <a:xfrm rot="-5400000">
            <a:off x="16064887" y="21126815"/>
            <a:ext cx="6325969" cy="3579641"/>
            <a:chOff x="2777212" y="-1275070"/>
            <a:chExt cx="530465" cy="578108"/>
          </a:xfrm>
        </p:grpSpPr>
        <p:sp>
          <p:nvSpPr>
            <p:cNvPr id="874" name="Google Shape;874;p41"/>
            <p:cNvSpPr/>
            <p:nvPr/>
          </p:nvSpPr>
          <p:spPr>
            <a:xfrm>
              <a:off x="2785565" y="-1275070"/>
              <a:ext cx="514344" cy="578108"/>
            </a:xfrm>
            <a:custGeom>
              <a:avLst/>
              <a:gdLst/>
              <a:ahLst/>
              <a:cxnLst/>
              <a:rect l="l" t="t" r="r" b="b"/>
              <a:pathLst>
                <a:path w="4372" h="4914" extrusionOk="0">
                  <a:moveTo>
                    <a:pt x="1108" y="0"/>
                  </a:moveTo>
                  <a:cubicBezTo>
                    <a:pt x="977" y="0"/>
                    <a:pt x="870" y="106"/>
                    <a:pt x="870" y="237"/>
                  </a:cubicBezTo>
                  <a:lnTo>
                    <a:pt x="870" y="1958"/>
                  </a:lnTo>
                  <a:cubicBezTo>
                    <a:pt x="870" y="2045"/>
                    <a:pt x="800" y="2117"/>
                    <a:pt x="713" y="2117"/>
                  </a:cubicBezTo>
                  <a:lnTo>
                    <a:pt x="238" y="2117"/>
                  </a:lnTo>
                  <a:cubicBezTo>
                    <a:pt x="152" y="2117"/>
                    <a:pt x="81" y="2045"/>
                    <a:pt x="81" y="1958"/>
                  </a:cubicBezTo>
                  <a:lnTo>
                    <a:pt x="81" y="659"/>
                  </a:lnTo>
                  <a:cubicBezTo>
                    <a:pt x="81" y="637"/>
                    <a:pt x="63" y="620"/>
                    <a:pt x="40" y="620"/>
                  </a:cubicBezTo>
                  <a:cubicBezTo>
                    <a:pt x="18" y="620"/>
                    <a:pt x="1" y="638"/>
                    <a:pt x="1" y="659"/>
                  </a:cubicBezTo>
                  <a:lnTo>
                    <a:pt x="1" y="1958"/>
                  </a:lnTo>
                  <a:cubicBezTo>
                    <a:pt x="1" y="2088"/>
                    <a:pt x="106" y="2195"/>
                    <a:pt x="237" y="2195"/>
                  </a:cubicBezTo>
                  <a:lnTo>
                    <a:pt x="712" y="2195"/>
                  </a:lnTo>
                  <a:cubicBezTo>
                    <a:pt x="841" y="2195"/>
                    <a:pt x="948" y="2090"/>
                    <a:pt x="948" y="1958"/>
                  </a:cubicBezTo>
                  <a:lnTo>
                    <a:pt x="948" y="237"/>
                  </a:lnTo>
                  <a:cubicBezTo>
                    <a:pt x="948" y="150"/>
                    <a:pt x="1019" y="80"/>
                    <a:pt x="1105" y="80"/>
                  </a:cubicBezTo>
                  <a:lnTo>
                    <a:pt x="2305" y="80"/>
                  </a:lnTo>
                  <a:cubicBezTo>
                    <a:pt x="2392" y="80"/>
                    <a:pt x="2462" y="150"/>
                    <a:pt x="2462" y="237"/>
                  </a:cubicBezTo>
                  <a:lnTo>
                    <a:pt x="2462" y="4678"/>
                  </a:lnTo>
                  <a:cubicBezTo>
                    <a:pt x="2462" y="4807"/>
                    <a:pt x="2568" y="4914"/>
                    <a:pt x="2699" y="4914"/>
                  </a:cubicBezTo>
                  <a:lnTo>
                    <a:pt x="3477" y="4914"/>
                  </a:lnTo>
                  <a:cubicBezTo>
                    <a:pt x="3608" y="4914"/>
                    <a:pt x="3714" y="4807"/>
                    <a:pt x="3715" y="4679"/>
                  </a:cubicBezTo>
                  <a:lnTo>
                    <a:pt x="3715" y="2112"/>
                  </a:lnTo>
                  <a:cubicBezTo>
                    <a:pt x="3715" y="2026"/>
                    <a:pt x="3786" y="1954"/>
                    <a:pt x="3873" y="1954"/>
                  </a:cubicBezTo>
                  <a:lnTo>
                    <a:pt x="4332" y="1954"/>
                  </a:lnTo>
                  <a:cubicBezTo>
                    <a:pt x="4354" y="1954"/>
                    <a:pt x="4371" y="1936"/>
                    <a:pt x="4371" y="1914"/>
                  </a:cubicBezTo>
                  <a:cubicBezTo>
                    <a:pt x="4371" y="1892"/>
                    <a:pt x="4353" y="1874"/>
                    <a:pt x="4332" y="1874"/>
                  </a:cubicBezTo>
                  <a:lnTo>
                    <a:pt x="3873" y="1874"/>
                  </a:lnTo>
                  <a:cubicBezTo>
                    <a:pt x="3743" y="1874"/>
                    <a:pt x="3637" y="1980"/>
                    <a:pt x="3637" y="2111"/>
                  </a:cubicBezTo>
                  <a:lnTo>
                    <a:pt x="3637" y="4678"/>
                  </a:lnTo>
                  <a:cubicBezTo>
                    <a:pt x="3637" y="4764"/>
                    <a:pt x="3565" y="4835"/>
                    <a:pt x="3478" y="4835"/>
                  </a:cubicBezTo>
                  <a:lnTo>
                    <a:pt x="2701" y="4835"/>
                  </a:lnTo>
                  <a:cubicBezTo>
                    <a:pt x="2613" y="4835"/>
                    <a:pt x="2543" y="4764"/>
                    <a:pt x="2543" y="4678"/>
                  </a:cubicBezTo>
                  <a:lnTo>
                    <a:pt x="2543" y="237"/>
                  </a:lnTo>
                  <a:cubicBezTo>
                    <a:pt x="2543" y="107"/>
                    <a:pt x="2437" y="0"/>
                    <a:pt x="23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75" name="Google Shape;875;p41"/>
            <p:cNvSpPr/>
            <p:nvPr/>
          </p:nvSpPr>
          <p:spPr>
            <a:xfrm>
              <a:off x="3282148" y="-1062837"/>
              <a:ext cx="25529" cy="25647"/>
            </a:xfrm>
            <a:custGeom>
              <a:avLst/>
              <a:gdLst/>
              <a:ahLst/>
              <a:cxnLst/>
              <a:rect l="l" t="t" r="r" b="b"/>
              <a:pathLst>
                <a:path w="217" h="218" extrusionOk="0">
                  <a:moveTo>
                    <a:pt x="108" y="0"/>
                  </a:moveTo>
                  <a:cubicBezTo>
                    <a:pt x="49" y="0"/>
                    <a:pt x="0" y="50"/>
                    <a:pt x="0" y="109"/>
                  </a:cubicBezTo>
                  <a:cubicBezTo>
                    <a:pt x="0" y="168"/>
                    <a:pt x="49" y="217"/>
                    <a:pt x="108" y="217"/>
                  </a:cubicBezTo>
                  <a:cubicBezTo>
                    <a:pt x="168" y="217"/>
                    <a:pt x="216" y="168"/>
                    <a:pt x="216" y="109"/>
                  </a:cubicBezTo>
                  <a:cubicBezTo>
                    <a:pt x="216" y="50"/>
                    <a:pt x="168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  <p:sp>
          <p:nvSpPr>
            <p:cNvPr id="876" name="Google Shape;876;p41"/>
            <p:cNvSpPr/>
            <p:nvPr/>
          </p:nvSpPr>
          <p:spPr>
            <a:xfrm>
              <a:off x="2777212" y="-1210247"/>
              <a:ext cx="25647" cy="25529"/>
            </a:xfrm>
            <a:custGeom>
              <a:avLst/>
              <a:gdLst/>
              <a:ahLst/>
              <a:cxnLst/>
              <a:rect l="l" t="t" r="r" b="b"/>
              <a:pathLst>
                <a:path w="218" h="217" extrusionOk="0">
                  <a:moveTo>
                    <a:pt x="108" y="0"/>
                  </a:moveTo>
                  <a:cubicBezTo>
                    <a:pt x="49" y="0"/>
                    <a:pt x="0" y="48"/>
                    <a:pt x="0" y="108"/>
                  </a:cubicBezTo>
                  <a:cubicBezTo>
                    <a:pt x="0" y="168"/>
                    <a:pt x="49" y="216"/>
                    <a:pt x="108" y="216"/>
                  </a:cubicBezTo>
                  <a:cubicBezTo>
                    <a:pt x="168" y="216"/>
                    <a:pt x="217" y="168"/>
                    <a:pt x="217" y="108"/>
                  </a:cubicBezTo>
                  <a:cubicBezTo>
                    <a:pt x="217" y="48"/>
                    <a:pt x="168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02"/>
            </a:p>
          </p:txBody>
        </p:sp>
      </p:grpSp>
      <p:sp>
        <p:nvSpPr>
          <p:cNvPr id="877" name="Google Shape;877;p41"/>
          <p:cNvSpPr/>
          <p:nvPr/>
        </p:nvSpPr>
        <p:spPr>
          <a:xfrm rot="1334348">
            <a:off x="19873969" y="21800415"/>
            <a:ext cx="348506" cy="1322621"/>
          </a:xfrm>
          <a:custGeom>
            <a:avLst/>
            <a:gdLst/>
            <a:ahLst/>
            <a:cxnLst/>
            <a:rect l="l" t="t" r="r" b="b"/>
            <a:pathLst>
              <a:path w="3136" h="6179" extrusionOk="0">
                <a:moveTo>
                  <a:pt x="1075" y="0"/>
                </a:moveTo>
                <a:lnTo>
                  <a:pt x="0" y="3021"/>
                </a:lnTo>
                <a:lnTo>
                  <a:pt x="1357" y="3021"/>
                </a:lnTo>
                <a:lnTo>
                  <a:pt x="564" y="6179"/>
                </a:lnTo>
                <a:lnTo>
                  <a:pt x="564" y="6179"/>
                </a:lnTo>
                <a:lnTo>
                  <a:pt x="3065" y="2424"/>
                </a:lnTo>
                <a:lnTo>
                  <a:pt x="1762" y="2424"/>
                </a:lnTo>
                <a:lnTo>
                  <a:pt x="31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19420" tIns="219420" rIns="219420" bIns="21942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902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728000" y="2496000"/>
            <a:ext cx="18489600" cy="2608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728000" y="5718072"/>
            <a:ext cx="18489600" cy="15559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8" r:id="rId4"/>
    <p:sldLayoutId id="2147483659" r:id="rId5"/>
    <p:sldLayoutId id="2147483686" r:id="rId6"/>
    <p:sldLayoutId id="214748368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3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3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3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3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3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3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3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3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3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3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3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3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3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3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3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3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3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3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3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3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3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3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3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3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3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3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3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72" userDrawn="1">
          <p15:clr>
            <a:srgbClr val="EA4335"/>
          </p15:clr>
        </p15:guide>
        <p15:guide id="2" pos="1090" userDrawn="1">
          <p15:clr>
            <a:srgbClr val="EA4335"/>
          </p15:clr>
        </p15:guide>
        <p15:guide id="3" orient="horz" pos="13404" userDrawn="1">
          <p15:clr>
            <a:srgbClr val="EA4335"/>
          </p15:clr>
        </p15:guide>
        <p15:guide id="4" pos="12734" userDrawn="1">
          <p15:clr>
            <a:srgbClr val="EA4335"/>
          </p15:clr>
        </p15:guide>
        <p15:guide id="5" orient="horz" pos="7488" userDrawn="1">
          <p15:clr>
            <a:srgbClr val="EA4335"/>
          </p15:clr>
        </p15:guide>
        <p15:guide id="6" pos="6912" userDrawn="1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8" name="Google Shape;888;p45"/>
          <p:cNvGrpSpPr/>
          <p:nvPr/>
        </p:nvGrpSpPr>
        <p:grpSpPr>
          <a:xfrm rot="5400000">
            <a:off x="15556399" y="3196010"/>
            <a:ext cx="6564365" cy="3422290"/>
            <a:chOff x="1773694" y="-1034248"/>
            <a:chExt cx="733639" cy="382468"/>
          </a:xfrm>
        </p:grpSpPr>
        <p:sp>
          <p:nvSpPr>
            <p:cNvPr id="889" name="Google Shape;889;p45"/>
            <p:cNvSpPr/>
            <p:nvPr/>
          </p:nvSpPr>
          <p:spPr>
            <a:xfrm>
              <a:off x="2358629" y="-1034248"/>
              <a:ext cx="25529" cy="25529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109" y="0"/>
                  </a:moveTo>
                  <a:cubicBezTo>
                    <a:pt x="49" y="0"/>
                    <a:pt x="1" y="48"/>
                    <a:pt x="1" y="108"/>
                  </a:cubicBezTo>
                  <a:cubicBezTo>
                    <a:pt x="1" y="168"/>
                    <a:pt x="49" y="216"/>
                    <a:pt x="109" y="216"/>
                  </a:cubicBezTo>
                  <a:cubicBezTo>
                    <a:pt x="169" y="216"/>
                    <a:pt x="217" y="168"/>
                    <a:pt x="217" y="108"/>
                  </a:cubicBezTo>
                  <a:cubicBezTo>
                    <a:pt x="217" y="48"/>
                    <a:pt x="169" y="0"/>
                    <a:pt x="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890" name="Google Shape;890;p45"/>
            <p:cNvSpPr/>
            <p:nvPr/>
          </p:nvSpPr>
          <p:spPr>
            <a:xfrm>
              <a:off x="2383099" y="-677427"/>
              <a:ext cx="25529" cy="25647"/>
            </a:xfrm>
            <a:custGeom>
              <a:avLst/>
              <a:gdLst/>
              <a:ahLst/>
              <a:cxnLst/>
              <a:rect l="l" t="t" r="r" b="b"/>
              <a:pathLst>
                <a:path w="217" h="218" extrusionOk="0">
                  <a:moveTo>
                    <a:pt x="108" y="1"/>
                  </a:moveTo>
                  <a:cubicBezTo>
                    <a:pt x="48" y="1"/>
                    <a:pt x="0" y="49"/>
                    <a:pt x="0" y="109"/>
                  </a:cubicBezTo>
                  <a:cubicBezTo>
                    <a:pt x="0" y="169"/>
                    <a:pt x="48" y="218"/>
                    <a:pt x="108" y="218"/>
                  </a:cubicBezTo>
                  <a:cubicBezTo>
                    <a:pt x="168" y="218"/>
                    <a:pt x="216" y="169"/>
                    <a:pt x="216" y="109"/>
                  </a:cubicBezTo>
                  <a:cubicBezTo>
                    <a:pt x="216" y="49"/>
                    <a:pt x="168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891" name="Google Shape;891;p45"/>
            <p:cNvSpPr/>
            <p:nvPr/>
          </p:nvSpPr>
          <p:spPr>
            <a:xfrm>
              <a:off x="2481686" y="-892485"/>
              <a:ext cx="25647" cy="25529"/>
            </a:xfrm>
            <a:custGeom>
              <a:avLst/>
              <a:gdLst/>
              <a:ahLst/>
              <a:cxnLst/>
              <a:rect l="l" t="t" r="r" b="b"/>
              <a:pathLst>
                <a:path w="218" h="217" extrusionOk="0">
                  <a:moveTo>
                    <a:pt x="109" y="0"/>
                  </a:moveTo>
                  <a:cubicBezTo>
                    <a:pt x="50" y="0"/>
                    <a:pt x="0" y="48"/>
                    <a:pt x="0" y="108"/>
                  </a:cubicBezTo>
                  <a:cubicBezTo>
                    <a:pt x="0" y="168"/>
                    <a:pt x="50" y="216"/>
                    <a:pt x="109" y="216"/>
                  </a:cubicBezTo>
                  <a:cubicBezTo>
                    <a:pt x="169" y="216"/>
                    <a:pt x="217" y="168"/>
                    <a:pt x="217" y="108"/>
                  </a:cubicBezTo>
                  <a:cubicBezTo>
                    <a:pt x="217" y="48"/>
                    <a:pt x="169" y="0"/>
                    <a:pt x="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892" name="Google Shape;892;p45"/>
            <p:cNvSpPr/>
            <p:nvPr/>
          </p:nvSpPr>
          <p:spPr>
            <a:xfrm>
              <a:off x="1773694" y="-1024131"/>
              <a:ext cx="599990" cy="174585"/>
            </a:xfrm>
            <a:custGeom>
              <a:avLst/>
              <a:gdLst/>
              <a:ahLst/>
              <a:cxnLst/>
              <a:rect l="l" t="t" r="r" b="b"/>
              <a:pathLst>
                <a:path w="5100" h="1484" extrusionOk="0">
                  <a:moveTo>
                    <a:pt x="5080" y="1"/>
                  </a:moveTo>
                  <a:cubicBezTo>
                    <a:pt x="5069" y="1"/>
                    <a:pt x="5059" y="10"/>
                    <a:pt x="5059" y="21"/>
                  </a:cubicBezTo>
                  <a:lnTo>
                    <a:pt x="5059" y="1444"/>
                  </a:lnTo>
                  <a:lnTo>
                    <a:pt x="21" y="1444"/>
                  </a:lnTo>
                  <a:cubicBezTo>
                    <a:pt x="10" y="1444"/>
                    <a:pt x="0" y="1454"/>
                    <a:pt x="0" y="1465"/>
                  </a:cubicBezTo>
                  <a:cubicBezTo>
                    <a:pt x="0" y="1475"/>
                    <a:pt x="10" y="1484"/>
                    <a:pt x="21" y="1484"/>
                  </a:cubicBezTo>
                  <a:lnTo>
                    <a:pt x="5081" y="1484"/>
                  </a:lnTo>
                  <a:cubicBezTo>
                    <a:pt x="5091" y="1484"/>
                    <a:pt x="5100" y="1476"/>
                    <a:pt x="5100" y="1465"/>
                  </a:cubicBezTo>
                  <a:lnTo>
                    <a:pt x="5100" y="21"/>
                  </a:lnTo>
                  <a:cubicBezTo>
                    <a:pt x="5100" y="10"/>
                    <a:pt x="5090" y="1"/>
                    <a:pt x="50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893" name="Google Shape;893;p45"/>
            <p:cNvSpPr/>
            <p:nvPr/>
          </p:nvSpPr>
          <p:spPr>
            <a:xfrm>
              <a:off x="1781811" y="-882132"/>
              <a:ext cx="715046" cy="4823"/>
            </a:xfrm>
            <a:custGeom>
              <a:avLst/>
              <a:gdLst/>
              <a:ahLst/>
              <a:cxnLst/>
              <a:rect l="l" t="t" r="r" b="b"/>
              <a:pathLst>
                <a:path w="6078" h="41" extrusionOk="0">
                  <a:moveTo>
                    <a:pt x="21" y="1"/>
                  </a:moveTo>
                  <a:cubicBezTo>
                    <a:pt x="9" y="1"/>
                    <a:pt x="1" y="9"/>
                    <a:pt x="1" y="20"/>
                  </a:cubicBezTo>
                  <a:cubicBezTo>
                    <a:pt x="1" y="31"/>
                    <a:pt x="9" y="40"/>
                    <a:pt x="21" y="40"/>
                  </a:cubicBezTo>
                  <a:lnTo>
                    <a:pt x="6058" y="40"/>
                  </a:lnTo>
                  <a:cubicBezTo>
                    <a:pt x="6069" y="40"/>
                    <a:pt x="6078" y="31"/>
                    <a:pt x="6078" y="20"/>
                  </a:cubicBezTo>
                  <a:cubicBezTo>
                    <a:pt x="6078" y="9"/>
                    <a:pt x="6069" y="1"/>
                    <a:pt x="60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894" name="Google Shape;894;p45"/>
            <p:cNvSpPr/>
            <p:nvPr/>
          </p:nvSpPr>
          <p:spPr>
            <a:xfrm>
              <a:off x="1773812" y="-939073"/>
              <a:ext cx="624577" cy="276936"/>
            </a:xfrm>
            <a:custGeom>
              <a:avLst/>
              <a:gdLst/>
              <a:ahLst/>
              <a:cxnLst/>
              <a:rect l="l" t="t" r="r" b="b"/>
              <a:pathLst>
                <a:path w="5309" h="2354" extrusionOk="0">
                  <a:moveTo>
                    <a:pt x="21" y="1"/>
                  </a:moveTo>
                  <a:cubicBezTo>
                    <a:pt x="10" y="1"/>
                    <a:pt x="0" y="10"/>
                    <a:pt x="0" y="21"/>
                  </a:cubicBezTo>
                  <a:cubicBezTo>
                    <a:pt x="0" y="32"/>
                    <a:pt x="10" y="41"/>
                    <a:pt x="21" y="41"/>
                  </a:cubicBezTo>
                  <a:lnTo>
                    <a:pt x="4605" y="41"/>
                  </a:lnTo>
                  <a:lnTo>
                    <a:pt x="4605" y="2333"/>
                  </a:lnTo>
                  <a:cubicBezTo>
                    <a:pt x="4605" y="2343"/>
                    <a:pt x="4614" y="2353"/>
                    <a:pt x="4625" y="2353"/>
                  </a:cubicBezTo>
                  <a:lnTo>
                    <a:pt x="5287" y="2353"/>
                  </a:lnTo>
                  <a:cubicBezTo>
                    <a:pt x="5298" y="2353"/>
                    <a:pt x="5307" y="2343"/>
                    <a:pt x="5308" y="2333"/>
                  </a:cubicBezTo>
                  <a:cubicBezTo>
                    <a:pt x="5308" y="2322"/>
                    <a:pt x="5299" y="2313"/>
                    <a:pt x="5288" y="2313"/>
                  </a:cubicBezTo>
                  <a:lnTo>
                    <a:pt x="4645" y="2313"/>
                  </a:lnTo>
                  <a:lnTo>
                    <a:pt x="4645" y="21"/>
                  </a:lnTo>
                  <a:cubicBezTo>
                    <a:pt x="4645" y="10"/>
                    <a:pt x="4636" y="1"/>
                    <a:pt x="46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</p:grpSp>
      <p:grpSp>
        <p:nvGrpSpPr>
          <p:cNvPr id="895" name="Google Shape;895;p45"/>
          <p:cNvGrpSpPr/>
          <p:nvPr/>
        </p:nvGrpSpPr>
        <p:grpSpPr>
          <a:xfrm rot="10800000" flipH="1">
            <a:off x="11674479" y="16187709"/>
            <a:ext cx="12135494" cy="1151383"/>
            <a:chOff x="3422146" y="-1220130"/>
            <a:chExt cx="1225273" cy="116234"/>
          </a:xfrm>
        </p:grpSpPr>
        <p:sp>
          <p:nvSpPr>
            <p:cNvPr id="896" name="Google Shape;896;p45"/>
            <p:cNvSpPr/>
            <p:nvPr/>
          </p:nvSpPr>
          <p:spPr>
            <a:xfrm>
              <a:off x="3534145" y="-1167542"/>
              <a:ext cx="1081981" cy="63646"/>
            </a:xfrm>
            <a:custGeom>
              <a:avLst/>
              <a:gdLst/>
              <a:ahLst/>
              <a:cxnLst/>
              <a:rect l="l" t="t" r="r" b="b"/>
              <a:pathLst>
                <a:path w="9197" h="541" extrusionOk="0">
                  <a:moveTo>
                    <a:pt x="20" y="1"/>
                  </a:moveTo>
                  <a:cubicBezTo>
                    <a:pt x="9" y="1"/>
                    <a:pt x="0" y="9"/>
                    <a:pt x="0" y="20"/>
                  </a:cubicBezTo>
                  <a:cubicBezTo>
                    <a:pt x="0" y="32"/>
                    <a:pt x="9" y="40"/>
                    <a:pt x="20" y="40"/>
                  </a:cubicBezTo>
                  <a:lnTo>
                    <a:pt x="2011" y="40"/>
                  </a:lnTo>
                  <a:lnTo>
                    <a:pt x="2627" y="536"/>
                  </a:lnTo>
                  <a:cubicBezTo>
                    <a:pt x="2629" y="540"/>
                    <a:pt x="2634" y="541"/>
                    <a:pt x="2638" y="541"/>
                  </a:cubicBezTo>
                  <a:lnTo>
                    <a:pt x="9176" y="541"/>
                  </a:lnTo>
                  <a:cubicBezTo>
                    <a:pt x="9187" y="541"/>
                    <a:pt x="9196" y="531"/>
                    <a:pt x="9196" y="520"/>
                  </a:cubicBezTo>
                  <a:cubicBezTo>
                    <a:pt x="9196" y="510"/>
                    <a:pt x="9187" y="500"/>
                    <a:pt x="9176" y="500"/>
                  </a:cubicBezTo>
                  <a:lnTo>
                    <a:pt x="2645" y="500"/>
                  </a:lnTo>
                  <a:lnTo>
                    <a:pt x="2029" y="5"/>
                  </a:lnTo>
                  <a:cubicBezTo>
                    <a:pt x="2027" y="2"/>
                    <a:pt x="2021" y="1"/>
                    <a:pt x="20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897" name="Google Shape;897;p45"/>
            <p:cNvSpPr/>
            <p:nvPr/>
          </p:nvSpPr>
          <p:spPr>
            <a:xfrm>
              <a:off x="3527910" y="-1173777"/>
              <a:ext cx="17176" cy="17059"/>
            </a:xfrm>
            <a:custGeom>
              <a:avLst/>
              <a:gdLst/>
              <a:ahLst/>
              <a:cxnLst/>
              <a:rect l="l" t="t" r="r" b="b"/>
              <a:pathLst>
                <a:path w="146" h="145" extrusionOk="0">
                  <a:moveTo>
                    <a:pt x="73" y="0"/>
                  </a:moveTo>
                  <a:cubicBezTo>
                    <a:pt x="33" y="0"/>
                    <a:pt x="1" y="32"/>
                    <a:pt x="1" y="72"/>
                  </a:cubicBezTo>
                  <a:cubicBezTo>
                    <a:pt x="1" y="112"/>
                    <a:pt x="33" y="145"/>
                    <a:pt x="73" y="145"/>
                  </a:cubicBezTo>
                  <a:cubicBezTo>
                    <a:pt x="113" y="145"/>
                    <a:pt x="145" y="112"/>
                    <a:pt x="145" y="72"/>
                  </a:cubicBezTo>
                  <a:cubicBezTo>
                    <a:pt x="145" y="32"/>
                    <a:pt x="113" y="0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898" name="Google Shape;898;p45"/>
            <p:cNvSpPr/>
            <p:nvPr/>
          </p:nvSpPr>
          <p:spPr>
            <a:xfrm>
              <a:off x="3525557" y="-1176247"/>
              <a:ext cx="21882" cy="21882"/>
            </a:xfrm>
            <a:custGeom>
              <a:avLst/>
              <a:gdLst/>
              <a:ahLst/>
              <a:cxnLst/>
              <a:rect l="l" t="t" r="r" b="b"/>
              <a:pathLst>
                <a:path w="186" h="186" extrusionOk="0">
                  <a:moveTo>
                    <a:pt x="93" y="41"/>
                  </a:moveTo>
                  <a:cubicBezTo>
                    <a:pt x="121" y="41"/>
                    <a:pt x="145" y="65"/>
                    <a:pt x="145" y="93"/>
                  </a:cubicBezTo>
                  <a:cubicBezTo>
                    <a:pt x="145" y="121"/>
                    <a:pt x="123" y="145"/>
                    <a:pt x="93" y="145"/>
                  </a:cubicBezTo>
                  <a:cubicBezTo>
                    <a:pt x="65" y="145"/>
                    <a:pt x="41" y="123"/>
                    <a:pt x="41" y="93"/>
                  </a:cubicBezTo>
                  <a:cubicBezTo>
                    <a:pt x="41" y="65"/>
                    <a:pt x="64" y="41"/>
                    <a:pt x="93" y="41"/>
                  </a:cubicBezTo>
                  <a:close/>
                  <a:moveTo>
                    <a:pt x="93" y="1"/>
                  </a:moveTo>
                  <a:cubicBezTo>
                    <a:pt x="42" y="1"/>
                    <a:pt x="1" y="43"/>
                    <a:pt x="1" y="93"/>
                  </a:cubicBezTo>
                  <a:cubicBezTo>
                    <a:pt x="1" y="144"/>
                    <a:pt x="42" y="186"/>
                    <a:pt x="93" y="186"/>
                  </a:cubicBezTo>
                  <a:cubicBezTo>
                    <a:pt x="144" y="186"/>
                    <a:pt x="186" y="144"/>
                    <a:pt x="186" y="93"/>
                  </a:cubicBezTo>
                  <a:cubicBezTo>
                    <a:pt x="186" y="43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899" name="Google Shape;899;p45"/>
            <p:cNvSpPr/>
            <p:nvPr/>
          </p:nvSpPr>
          <p:spPr>
            <a:xfrm>
              <a:off x="3430734" y="-1211541"/>
              <a:ext cx="1216685" cy="63646"/>
            </a:xfrm>
            <a:custGeom>
              <a:avLst/>
              <a:gdLst/>
              <a:ahLst/>
              <a:cxnLst/>
              <a:rect l="l" t="t" r="r" b="b"/>
              <a:pathLst>
                <a:path w="10342" h="541" extrusionOk="0">
                  <a:moveTo>
                    <a:pt x="21" y="0"/>
                  </a:moveTo>
                  <a:cubicBezTo>
                    <a:pt x="10" y="0"/>
                    <a:pt x="0" y="9"/>
                    <a:pt x="0" y="20"/>
                  </a:cubicBezTo>
                  <a:cubicBezTo>
                    <a:pt x="0" y="31"/>
                    <a:pt x="10" y="40"/>
                    <a:pt x="21" y="40"/>
                  </a:cubicBezTo>
                  <a:lnTo>
                    <a:pt x="1880" y="40"/>
                  </a:lnTo>
                  <a:lnTo>
                    <a:pt x="2496" y="536"/>
                  </a:lnTo>
                  <a:cubicBezTo>
                    <a:pt x="2499" y="539"/>
                    <a:pt x="2505" y="540"/>
                    <a:pt x="2508" y="540"/>
                  </a:cubicBezTo>
                  <a:lnTo>
                    <a:pt x="10321" y="540"/>
                  </a:lnTo>
                  <a:cubicBezTo>
                    <a:pt x="10332" y="540"/>
                    <a:pt x="10341" y="531"/>
                    <a:pt x="10342" y="520"/>
                  </a:cubicBezTo>
                  <a:cubicBezTo>
                    <a:pt x="10342" y="509"/>
                    <a:pt x="10333" y="500"/>
                    <a:pt x="10322" y="500"/>
                  </a:cubicBezTo>
                  <a:lnTo>
                    <a:pt x="2516" y="500"/>
                  </a:lnTo>
                  <a:lnTo>
                    <a:pt x="1899" y="5"/>
                  </a:lnTo>
                  <a:cubicBezTo>
                    <a:pt x="1897" y="1"/>
                    <a:pt x="1892" y="0"/>
                    <a:pt x="18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00" name="Google Shape;900;p45"/>
            <p:cNvSpPr/>
            <p:nvPr/>
          </p:nvSpPr>
          <p:spPr>
            <a:xfrm>
              <a:off x="3424381" y="-1217777"/>
              <a:ext cx="17176" cy="17176"/>
            </a:xfrm>
            <a:custGeom>
              <a:avLst/>
              <a:gdLst/>
              <a:ahLst/>
              <a:cxnLst/>
              <a:rect l="l" t="t" r="r" b="b"/>
              <a:pathLst>
                <a:path w="146" h="146" extrusionOk="0">
                  <a:moveTo>
                    <a:pt x="74" y="1"/>
                  </a:moveTo>
                  <a:cubicBezTo>
                    <a:pt x="33" y="1"/>
                    <a:pt x="1" y="33"/>
                    <a:pt x="1" y="74"/>
                  </a:cubicBezTo>
                  <a:cubicBezTo>
                    <a:pt x="1" y="113"/>
                    <a:pt x="33" y="145"/>
                    <a:pt x="74" y="145"/>
                  </a:cubicBezTo>
                  <a:cubicBezTo>
                    <a:pt x="113" y="145"/>
                    <a:pt x="145" y="113"/>
                    <a:pt x="145" y="74"/>
                  </a:cubicBezTo>
                  <a:cubicBezTo>
                    <a:pt x="145" y="33"/>
                    <a:pt x="113" y="1"/>
                    <a:pt x="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01" name="Google Shape;901;p45"/>
            <p:cNvSpPr/>
            <p:nvPr/>
          </p:nvSpPr>
          <p:spPr>
            <a:xfrm>
              <a:off x="3422146" y="-1220130"/>
              <a:ext cx="21764" cy="21882"/>
            </a:xfrm>
            <a:custGeom>
              <a:avLst/>
              <a:gdLst/>
              <a:ahLst/>
              <a:cxnLst/>
              <a:rect l="l" t="t" r="r" b="b"/>
              <a:pathLst>
                <a:path w="185" h="186" extrusionOk="0">
                  <a:moveTo>
                    <a:pt x="93" y="40"/>
                  </a:moveTo>
                  <a:cubicBezTo>
                    <a:pt x="120" y="40"/>
                    <a:pt x="145" y="64"/>
                    <a:pt x="145" y="92"/>
                  </a:cubicBezTo>
                  <a:cubicBezTo>
                    <a:pt x="145" y="119"/>
                    <a:pt x="121" y="144"/>
                    <a:pt x="93" y="144"/>
                  </a:cubicBezTo>
                  <a:cubicBezTo>
                    <a:pt x="65" y="144"/>
                    <a:pt x="40" y="121"/>
                    <a:pt x="40" y="92"/>
                  </a:cubicBezTo>
                  <a:cubicBezTo>
                    <a:pt x="40" y="64"/>
                    <a:pt x="63" y="40"/>
                    <a:pt x="93" y="40"/>
                  </a:cubicBezTo>
                  <a:close/>
                  <a:moveTo>
                    <a:pt x="93" y="1"/>
                  </a:moveTo>
                  <a:cubicBezTo>
                    <a:pt x="41" y="1"/>
                    <a:pt x="1" y="42"/>
                    <a:pt x="1" y="94"/>
                  </a:cubicBezTo>
                  <a:cubicBezTo>
                    <a:pt x="1" y="144"/>
                    <a:pt x="41" y="186"/>
                    <a:pt x="93" y="186"/>
                  </a:cubicBezTo>
                  <a:cubicBezTo>
                    <a:pt x="143" y="186"/>
                    <a:pt x="185" y="144"/>
                    <a:pt x="185" y="94"/>
                  </a:cubicBezTo>
                  <a:cubicBezTo>
                    <a:pt x="185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</p:grpSp>
      <p:grpSp>
        <p:nvGrpSpPr>
          <p:cNvPr id="902" name="Google Shape;902;p45"/>
          <p:cNvGrpSpPr/>
          <p:nvPr/>
        </p:nvGrpSpPr>
        <p:grpSpPr>
          <a:xfrm>
            <a:off x="661713" y="487680"/>
            <a:ext cx="7745666" cy="21401448"/>
            <a:chOff x="275711" y="443180"/>
            <a:chExt cx="3227361" cy="4700323"/>
          </a:xfrm>
        </p:grpSpPr>
        <p:grpSp>
          <p:nvGrpSpPr>
            <p:cNvPr id="903" name="Google Shape;903;p45"/>
            <p:cNvGrpSpPr/>
            <p:nvPr/>
          </p:nvGrpSpPr>
          <p:grpSpPr>
            <a:xfrm>
              <a:off x="1775595" y="443180"/>
              <a:ext cx="1108980" cy="1105288"/>
              <a:chOff x="-2788485" y="4171656"/>
              <a:chExt cx="619646" cy="617583"/>
            </a:xfrm>
          </p:grpSpPr>
          <p:sp>
            <p:nvSpPr>
              <p:cNvPr id="904" name="Google Shape;904;p45"/>
              <p:cNvSpPr/>
              <p:nvPr/>
            </p:nvSpPr>
            <p:spPr>
              <a:xfrm>
                <a:off x="-2788485" y="4498526"/>
                <a:ext cx="193651" cy="210304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1326" extrusionOk="0">
                    <a:moveTo>
                      <a:pt x="1199" y="1"/>
                    </a:moveTo>
                    <a:lnTo>
                      <a:pt x="80" y="1101"/>
                    </a:lnTo>
                    <a:cubicBezTo>
                      <a:pt x="20" y="1161"/>
                      <a:pt x="1" y="1248"/>
                      <a:pt x="22" y="1326"/>
                    </a:cubicBezTo>
                    <a:lnTo>
                      <a:pt x="1154" y="193"/>
                    </a:lnTo>
                    <a:cubicBezTo>
                      <a:pt x="1207" y="141"/>
                      <a:pt x="1221" y="66"/>
                      <a:pt x="1199" y="1"/>
                    </a:cubicBezTo>
                    <a:close/>
                  </a:path>
                </a:pathLst>
              </a:custGeom>
              <a:solidFill>
                <a:srgbClr val="202020">
                  <a:alpha val="14560"/>
                </a:srgbClr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905" name="Google Shape;905;p45"/>
              <p:cNvSpPr/>
              <p:nvPr/>
            </p:nvSpPr>
            <p:spPr>
              <a:xfrm>
                <a:off x="-2706014" y="4599553"/>
                <a:ext cx="210304" cy="189686"/>
              </a:xfrm>
              <a:custGeom>
                <a:avLst/>
                <a:gdLst/>
                <a:ahLst/>
                <a:cxnLst/>
                <a:rect l="l" t="t" r="r" b="b"/>
                <a:pathLst>
                  <a:path w="1326" h="1196" extrusionOk="0">
                    <a:moveTo>
                      <a:pt x="1265" y="0"/>
                    </a:moveTo>
                    <a:cubicBezTo>
                      <a:pt x="1217" y="0"/>
                      <a:pt x="1169" y="18"/>
                      <a:pt x="1133" y="55"/>
                    </a:cubicBezTo>
                    <a:lnTo>
                      <a:pt x="0" y="1187"/>
                    </a:lnTo>
                    <a:cubicBezTo>
                      <a:pt x="21" y="1193"/>
                      <a:pt x="42" y="1195"/>
                      <a:pt x="63" y="1195"/>
                    </a:cubicBezTo>
                    <a:cubicBezTo>
                      <a:pt x="122" y="1195"/>
                      <a:pt x="181" y="1173"/>
                      <a:pt x="225" y="1129"/>
                    </a:cubicBezTo>
                    <a:lnTo>
                      <a:pt x="1325" y="10"/>
                    </a:lnTo>
                    <a:cubicBezTo>
                      <a:pt x="1306" y="3"/>
                      <a:pt x="1285" y="0"/>
                      <a:pt x="1265" y="0"/>
                    </a:cubicBezTo>
                    <a:close/>
                  </a:path>
                </a:pathLst>
              </a:custGeom>
              <a:solidFill>
                <a:srgbClr val="202020">
                  <a:alpha val="14560"/>
                </a:srgbClr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906" name="Google Shape;906;p45"/>
              <p:cNvSpPr/>
              <p:nvPr/>
            </p:nvSpPr>
            <p:spPr>
              <a:xfrm>
                <a:off x="-2241639" y="4171656"/>
                <a:ext cx="53448" cy="44091"/>
              </a:xfrm>
              <a:custGeom>
                <a:avLst/>
                <a:gdLst/>
                <a:ahLst/>
                <a:cxnLst/>
                <a:rect l="l" t="t" r="r" b="b"/>
                <a:pathLst>
                  <a:path w="337" h="278" extrusionOk="0">
                    <a:moveTo>
                      <a:pt x="215" y="0"/>
                    </a:moveTo>
                    <a:lnTo>
                      <a:pt x="0" y="217"/>
                    </a:lnTo>
                    <a:lnTo>
                      <a:pt x="60" y="277"/>
                    </a:lnTo>
                    <a:lnTo>
                      <a:pt x="33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907" name="Google Shape;907;p45"/>
              <p:cNvSpPr/>
              <p:nvPr/>
            </p:nvSpPr>
            <p:spPr>
              <a:xfrm>
                <a:off x="-2212140" y="4192273"/>
                <a:ext cx="43298" cy="52972"/>
              </a:xfrm>
              <a:custGeom>
                <a:avLst/>
                <a:gdLst/>
                <a:ahLst/>
                <a:cxnLst/>
                <a:rect l="l" t="t" r="r" b="b"/>
                <a:pathLst>
                  <a:path w="273" h="334" extrusionOk="0">
                    <a:moveTo>
                      <a:pt x="273" y="1"/>
                    </a:moveTo>
                    <a:lnTo>
                      <a:pt x="0" y="273"/>
                    </a:lnTo>
                    <a:lnTo>
                      <a:pt x="60" y="333"/>
                    </a:lnTo>
                    <a:lnTo>
                      <a:pt x="273" y="121"/>
                    </a:lnTo>
                    <a:lnTo>
                      <a:pt x="27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908" name="Google Shape;908;p45"/>
              <p:cNvSpPr/>
              <p:nvPr/>
            </p:nvSpPr>
            <p:spPr>
              <a:xfrm>
                <a:off x="-2436873" y="4171656"/>
                <a:ext cx="265179" cy="248843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69" extrusionOk="0">
                    <a:moveTo>
                      <a:pt x="1568" y="0"/>
                    </a:moveTo>
                    <a:lnTo>
                      <a:pt x="1291" y="277"/>
                    </a:lnTo>
                    <a:lnTo>
                      <a:pt x="1231" y="217"/>
                    </a:lnTo>
                    <a:lnTo>
                      <a:pt x="0" y="1447"/>
                    </a:lnTo>
                    <a:lnTo>
                      <a:pt x="121" y="1569"/>
                    </a:lnTo>
                    <a:lnTo>
                      <a:pt x="1672" y="18"/>
                    </a:lnTo>
                    <a:lnTo>
                      <a:pt x="165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909" name="Google Shape;909;p45"/>
              <p:cNvSpPr/>
              <p:nvPr/>
            </p:nvSpPr>
            <p:spPr>
              <a:xfrm>
                <a:off x="-2417683" y="4174510"/>
                <a:ext cx="248843" cy="265814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1676" extrusionOk="0">
                    <a:moveTo>
                      <a:pt x="1551" y="0"/>
                    </a:moveTo>
                    <a:lnTo>
                      <a:pt x="0" y="1551"/>
                    </a:lnTo>
                    <a:lnTo>
                      <a:pt x="126" y="1676"/>
                    </a:lnTo>
                    <a:lnTo>
                      <a:pt x="1356" y="445"/>
                    </a:lnTo>
                    <a:lnTo>
                      <a:pt x="1296" y="385"/>
                    </a:lnTo>
                    <a:lnTo>
                      <a:pt x="1569" y="113"/>
                    </a:lnTo>
                    <a:lnTo>
                      <a:pt x="1569" y="17"/>
                    </a:lnTo>
                    <a:lnTo>
                      <a:pt x="155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910" name="Google Shape;910;p45"/>
              <p:cNvSpPr/>
              <p:nvPr/>
            </p:nvSpPr>
            <p:spPr>
              <a:xfrm>
                <a:off x="-2785155" y="4380212"/>
                <a:ext cx="335915" cy="350189"/>
              </a:xfrm>
              <a:custGeom>
                <a:avLst/>
                <a:gdLst/>
                <a:ahLst/>
                <a:cxnLst/>
                <a:rect l="l" t="t" r="r" b="b"/>
                <a:pathLst>
                  <a:path w="2118" h="2208" extrusionOk="0">
                    <a:moveTo>
                      <a:pt x="1908" y="0"/>
                    </a:moveTo>
                    <a:lnTo>
                      <a:pt x="1798" y="132"/>
                    </a:lnTo>
                    <a:cubicBezTo>
                      <a:pt x="1769" y="169"/>
                      <a:pt x="1763" y="219"/>
                      <a:pt x="1775" y="266"/>
                    </a:cubicBezTo>
                    <a:cubicBezTo>
                      <a:pt x="1790" y="319"/>
                      <a:pt x="1771" y="379"/>
                      <a:pt x="1721" y="415"/>
                    </a:cubicBezTo>
                    <a:cubicBezTo>
                      <a:pt x="1698" y="432"/>
                      <a:pt x="1672" y="440"/>
                      <a:pt x="1645" y="440"/>
                    </a:cubicBezTo>
                    <a:cubicBezTo>
                      <a:pt x="1638" y="440"/>
                      <a:pt x="1630" y="439"/>
                      <a:pt x="1622" y="438"/>
                    </a:cubicBezTo>
                    <a:cubicBezTo>
                      <a:pt x="1611" y="436"/>
                      <a:pt x="1601" y="435"/>
                      <a:pt x="1590" y="435"/>
                    </a:cubicBezTo>
                    <a:cubicBezTo>
                      <a:pt x="1529" y="435"/>
                      <a:pt x="1469" y="461"/>
                      <a:pt x="1424" y="504"/>
                    </a:cubicBezTo>
                    <a:lnTo>
                      <a:pt x="1178" y="747"/>
                    </a:lnTo>
                    <a:cubicBezTo>
                      <a:pt x="1200" y="812"/>
                      <a:pt x="1186" y="887"/>
                      <a:pt x="1133" y="939"/>
                    </a:cubicBezTo>
                    <a:lnTo>
                      <a:pt x="1" y="2071"/>
                    </a:lnTo>
                    <a:cubicBezTo>
                      <a:pt x="12" y="2107"/>
                      <a:pt x="29" y="2142"/>
                      <a:pt x="59" y="2170"/>
                    </a:cubicBezTo>
                    <a:lnTo>
                      <a:pt x="96" y="2208"/>
                    </a:lnTo>
                    <a:lnTo>
                      <a:pt x="1250" y="1054"/>
                    </a:lnTo>
                    <a:cubicBezTo>
                      <a:pt x="1286" y="1017"/>
                      <a:pt x="1335" y="999"/>
                      <a:pt x="1383" y="999"/>
                    </a:cubicBezTo>
                    <a:cubicBezTo>
                      <a:pt x="1432" y="999"/>
                      <a:pt x="1480" y="1017"/>
                      <a:pt x="1517" y="1054"/>
                    </a:cubicBezTo>
                    <a:lnTo>
                      <a:pt x="1920" y="651"/>
                    </a:lnTo>
                    <a:cubicBezTo>
                      <a:pt x="1855" y="582"/>
                      <a:pt x="1855" y="474"/>
                      <a:pt x="1921" y="406"/>
                    </a:cubicBezTo>
                    <a:lnTo>
                      <a:pt x="2117" y="210"/>
                    </a:lnTo>
                    <a:lnTo>
                      <a:pt x="190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911" name="Google Shape;911;p45"/>
              <p:cNvSpPr/>
              <p:nvPr/>
            </p:nvSpPr>
            <p:spPr>
              <a:xfrm>
                <a:off x="-2727584" y="4452850"/>
                <a:ext cx="350189" cy="335122"/>
              </a:xfrm>
              <a:custGeom>
                <a:avLst/>
                <a:gdLst/>
                <a:ahLst/>
                <a:cxnLst/>
                <a:rect l="l" t="t" r="r" b="b"/>
                <a:pathLst>
                  <a:path w="2208" h="2113" extrusionOk="0">
                    <a:moveTo>
                      <a:pt x="2001" y="0"/>
                    </a:moveTo>
                    <a:lnTo>
                      <a:pt x="1807" y="195"/>
                    </a:lnTo>
                    <a:cubicBezTo>
                      <a:pt x="1772" y="229"/>
                      <a:pt x="1727" y="246"/>
                      <a:pt x="1682" y="246"/>
                    </a:cubicBezTo>
                    <a:cubicBezTo>
                      <a:pt x="1638" y="246"/>
                      <a:pt x="1593" y="229"/>
                      <a:pt x="1558" y="195"/>
                    </a:cubicBezTo>
                    <a:cubicBezTo>
                      <a:pt x="1557" y="194"/>
                      <a:pt x="1557" y="194"/>
                      <a:pt x="1557" y="193"/>
                    </a:cubicBezTo>
                    <a:lnTo>
                      <a:pt x="1154" y="596"/>
                    </a:lnTo>
                    <a:cubicBezTo>
                      <a:pt x="1227" y="670"/>
                      <a:pt x="1227" y="790"/>
                      <a:pt x="1154" y="863"/>
                    </a:cubicBezTo>
                    <a:lnTo>
                      <a:pt x="0" y="2017"/>
                    </a:lnTo>
                    <a:lnTo>
                      <a:pt x="38" y="2054"/>
                    </a:lnTo>
                    <a:cubicBezTo>
                      <a:pt x="66" y="2082"/>
                      <a:pt x="101" y="2101"/>
                      <a:pt x="136" y="2112"/>
                    </a:cubicBezTo>
                    <a:lnTo>
                      <a:pt x="1269" y="980"/>
                    </a:lnTo>
                    <a:cubicBezTo>
                      <a:pt x="1305" y="943"/>
                      <a:pt x="1353" y="925"/>
                      <a:pt x="1401" y="925"/>
                    </a:cubicBezTo>
                    <a:cubicBezTo>
                      <a:pt x="1421" y="925"/>
                      <a:pt x="1442" y="928"/>
                      <a:pt x="1461" y="935"/>
                    </a:cubicBezTo>
                    <a:lnTo>
                      <a:pt x="1703" y="689"/>
                    </a:lnTo>
                    <a:cubicBezTo>
                      <a:pt x="1755" y="636"/>
                      <a:pt x="1781" y="563"/>
                      <a:pt x="1770" y="491"/>
                    </a:cubicBezTo>
                    <a:cubicBezTo>
                      <a:pt x="1765" y="457"/>
                      <a:pt x="1771" y="421"/>
                      <a:pt x="1793" y="391"/>
                    </a:cubicBezTo>
                    <a:cubicBezTo>
                      <a:pt x="1821" y="353"/>
                      <a:pt x="1863" y="333"/>
                      <a:pt x="1905" y="333"/>
                    </a:cubicBezTo>
                    <a:cubicBezTo>
                      <a:pt x="1918" y="333"/>
                      <a:pt x="1930" y="335"/>
                      <a:pt x="1942" y="338"/>
                    </a:cubicBezTo>
                    <a:cubicBezTo>
                      <a:pt x="1958" y="342"/>
                      <a:pt x="1974" y="344"/>
                      <a:pt x="1990" y="344"/>
                    </a:cubicBezTo>
                    <a:cubicBezTo>
                      <a:pt x="2021" y="344"/>
                      <a:pt x="2051" y="336"/>
                      <a:pt x="2076" y="314"/>
                    </a:cubicBezTo>
                    <a:lnTo>
                      <a:pt x="2208" y="205"/>
                    </a:lnTo>
                    <a:lnTo>
                      <a:pt x="200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912" name="Google Shape;912;p45"/>
              <p:cNvSpPr/>
              <p:nvPr/>
            </p:nvSpPr>
            <p:spPr>
              <a:xfrm>
                <a:off x="-2490955" y="4413518"/>
                <a:ext cx="60902" cy="6994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441" extrusionOk="0">
                    <a:moveTo>
                      <a:pt x="262" y="0"/>
                    </a:moveTo>
                    <a:lnTo>
                      <a:pt x="66" y="196"/>
                    </a:lnTo>
                    <a:cubicBezTo>
                      <a:pt x="0" y="263"/>
                      <a:pt x="0" y="372"/>
                      <a:pt x="65" y="441"/>
                    </a:cubicBezTo>
                    <a:lnTo>
                      <a:pt x="384" y="122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913" name="Google Shape;913;p45"/>
              <p:cNvSpPr/>
              <p:nvPr/>
            </p:nvSpPr>
            <p:spPr>
              <a:xfrm>
                <a:off x="-2480488" y="4432549"/>
                <a:ext cx="70577" cy="59158"/>
              </a:xfrm>
              <a:custGeom>
                <a:avLst/>
                <a:gdLst/>
                <a:ahLst/>
                <a:cxnLst/>
                <a:rect l="l" t="t" r="r" b="b"/>
                <a:pathLst>
                  <a:path w="445" h="373" extrusionOk="0">
                    <a:moveTo>
                      <a:pt x="319" y="1"/>
                    </a:moveTo>
                    <a:lnTo>
                      <a:pt x="0" y="320"/>
                    </a:lnTo>
                    <a:cubicBezTo>
                      <a:pt x="0" y="321"/>
                      <a:pt x="0" y="322"/>
                      <a:pt x="3" y="322"/>
                    </a:cubicBezTo>
                    <a:cubicBezTo>
                      <a:pt x="36" y="356"/>
                      <a:pt x="81" y="373"/>
                      <a:pt x="126" y="373"/>
                    </a:cubicBezTo>
                    <a:cubicBezTo>
                      <a:pt x="170" y="373"/>
                      <a:pt x="215" y="356"/>
                      <a:pt x="250" y="322"/>
                    </a:cubicBezTo>
                    <a:lnTo>
                      <a:pt x="444" y="127"/>
                    </a:lnTo>
                    <a:lnTo>
                      <a:pt x="31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914" name="Google Shape;914;p45"/>
              <p:cNvSpPr/>
              <p:nvPr/>
            </p:nvSpPr>
            <p:spPr>
              <a:xfrm>
                <a:off x="-2769929" y="4538651"/>
                <a:ext cx="225529" cy="213000"/>
              </a:xfrm>
              <a:custGeom>
                <a:avLst/>
                <a:gdLst/>
                <a:ahLst/>
                <a:cxnLst/>
                <a:rect l="l" t="t" r="r" b="b"/>
                <a:pathLst>
                  <a:path w="1422" h="1343" extrusionOk="0">
                    <a:moveTo>
                      <a:pt x="1287" y="0"/>
                    </a:moveTo>
                    <a:cubicBezTo>
                      <a:pt x="1239" y="0"/>
                      <a:pt x="1190" y="18"/>
                      <a:pt x="1154" y="55"/>
                    </a:cubicBezTo>
                    <a:lnTo>
                      <a:pt x="0" y="1209"/>
                    </a:lnTo>
                    <a:lnTo>
                      <a:pt x="134" y="1342"/>
                    </a:lnTo>
                    <a:lnTo>
                      <a:pt x="1421" y="55"/>
                    </a:lnTo>
                    <a:cubicBezTo>
                      <a:pt x="1384" y="18"/>
                      <a:pt x="1336" y="0"/>
                      <a:pt x="128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915" name="Google Shape;915;p45"/>
              <p:cNvSpPr/>
              <p:nvPr/>
            </p:nvSpPr>
            <p:spPr>
              <a:xfrm>
                <a:off x="-2748836" y="4547216"/>
                <a:ext cx="215855" cy="225529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422" extrusionOk="0">
                    <a:moveTo>
                      <a:pt x="1288" y="1"/>
                    </a:moveTo>
                    <a:lnTo>
                      <a:pt x="1" y="1288"/>
                    </a:lnTo>
                    <a:lnTo>
                      <a:pt x="134" y="1422"/>
                    </a:lnTo>
                    <a:lnTo>
                      <a:pt x="1288" y="268"/>
                    </a:lnTo>
                    <a:cubicBezTo>
                      <a:pt x="1361" y="195"/>
                      <a:pt x="1361" y="75"/>
                      <a:pt x="128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916" name="Google Shape;916;p45"/>
              <p:cNvSpPr/>
              <p:nvPr/>
            </p:nvSpPr>
            <p:spPr>
              <a:xfrm>
                <a:off x="-2483025" y="4373710"/>
                <a:ext cx="65185" cy="58999"/>
              </a:xfrm>
              <a:custGeom>
                <a:avLst/>
                <a:gdLst/>
                <a:ahLst/>
                <a:cxnLst/>
                <a:rect l="l" t="t" r="r" b="b"/>
                <a:pathLst>
                  <a:path w="411" h="372" extrusionOk="0">
                    <a:moveTo>
                      <a:pt x="79" y="0"/>
                    </a:moveTo>
                    <a:cubicBezTo>
                      <a:pt x="55" y="0"/>
                      <a:pt x="31" y="9"/>
                      <a:pt x="13" y="28"/>
                    </a:cubicBezTo>
                    <a:lnTo>
                      <a:pt x="0" y="40"/>
                    </a:lnTo>
                    <a:lnTo>
                      <a:pt x="211" y="250"/>
                    </a:lnTo>
                    <a:lnTo>
                      <a:pt x="332" y="372"/>
                    </a:lnTo>
                    <a:lnTo>
                      <a:pt x="411" y="293"/>
                    </a:lnTo>
                    <a:lnTo>
                      <a:pt x="291" y="173"/>
                    </a:lnTo>
                    <a:lnTo>
                      <a:pt x="145" y="28"/>
                    </a:lnTo>
                    <a:cubicBezTo>
                      <a:pt x="127" y="9"/>
                      <a:pt x="103" y="0"/>
                      <a:pt x="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917" name="Google Shape;917;p45"/>
              <p:cNvSpPr/>
              <p:nvPr/>
            </p:nvSpPr>
            <p:spPr>
              <a:xfrm>
                <a:off x="-2430054" y="4420337"/>
                <a:ext cx="60585" cy="65185"/>
              </a:xfrm>
              <a:custGeom>
                <a:avLst/>
                <a:gdLst/>
                <a:ahLst/>
                <a:cxnLst/>
                <a:rect l="l" t="t" r="r" b="b"/>
                <a:pathLst>
                  <a:path w="382" h="411" extrusionOk="0">
                    <a:moveTo>
                      <a:pt x="78" y="1"/>
                    </a:moveTo>
                    <a:lnTo>
                      <a:pt x="0" y="79"/>
                    </a:lnTo>
                    <a:lnTo>
                      <a:pt x="125" y="205"/>
                    </a:lnTo>
                    <a:lnTo>
                      <a:pt x="332" y="410"/>
                    </a:lnTo>
                    <a:lnTo>
                      <a:pt x="344" y="399"/>
                    </a:lnTo>
                    <a:cubicBezTo>
                      <a:pt x="382" y="362"/>
                      <a:pt x="382" y="303"/>
                      <a:pt x="345" y="268"/>
                    </a:cubicBezTo>
                    <a:lnTo>
                      <a:pt x="204" y="126"/>
                    </a:lnTo>
                    <a:lnTo>
                      <a:pt x="7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</p:grpSp>
        <p:grpSp>
          <p:nvGrpSpPr>
            <p:cNvPr id="918" name="Google Shape;918;p45"/>
            <p:cNvGrpSpPr/>
            <p:nvPr/>
          </p:nvGrpSpPr>
          <p:grpSpPr>
            <a:xfrm>
              <a:off x="2198526" y="447328"/>
              <a:ext cx="1304546" cy="1212866"/>
              <a:chOff x="-1730160" y="4186881"/>
              <a:chExt cx="728919" cy="677692"/>
            </a:xfrm>
          </p:grpSpPr>
          <p:sp>
            <p:nvSpPr>
              <p:cNvPr id="919" name="Google Shape;919;p45"/>
              <p:cNvSpPr/>
              <p:nvPr/>
            </p:nvSpPr>
            <p:spPr>
              <a:xfrm>
                <a:off x="-1589801" y="4302658"/>
                <a:ext cx="446935" cy="446935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2818" extrusionOk="0">
                    <a:moveTo>
                      <a:pt x="2336" y="1"/>
                    </a:moveTo>
                    <a:lnTo>
                      <a:pt x="0" y="2336"/>
                    </a:lnTo>
                    <a:lnTo>
                      <a:pt x="482" y="2817"/>
                    </a:lnTo>
                    <a:lnTo>
                      <a:pt x="2817" y="482"/>
                    </a:lnTo>
                    <a:lnTo>
                      <a:pt x="233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920" name="Google Shape;920;p45"/>
              <p:cNvSpPr/>
              <p:nvPr/>
            </p:nvSpPr>
            <p:spPr>
              <a:xfrm>
                <a:off x="-1589801" y="4302658"/>
                <a:ext cx="387936" cy="388094"/>
              </a:xfrm>
              <a:custGeom>
                <a:avLst/>
                <a:gdLst/>
                <a:ahLst/>
                <a:cxnLst/>
                <a:rect l="l" t="t" r="r" b="b"/>
                <a:pathLst>
                  <a:path w="2446" h="2447" extrusionOk="0">
                    <a:moveTo>
                      <a:pt x="2336" y="1"/>
                    </a:moveTo>
                    <a:lnTo>
                      <a:pt x="0" y="2336"/>
                    </a:lnTo>
                    <a:lnTo>
                      <a:pt x="111" y="2446"/>
                    </a:lnTo>
                    <a:lnTo>
                      <a:pt x="2446" y="111"/>
                    </a:lnTo>
                    <a:lnTo>
                      <a:pt x="2336" y="1"/>
                    </a:lnTo>
                    <a:close/>
                  </a:path>
                </a:pathLst>
              </a:custGeom>
              <a:solidFill>
                <a:srgbClr val="FBFFFF">
                  <a:alpha val="13920"/>
                </a:srgbClr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921" name="Google Shape;921;p45"/>
              <p:cNvSpPr/>
              <p:nvPr/>
            </p:nvSpPr>
            <p:spPr>
              <a:xfrm>
                <a:off x="-1499082" y="4395755"/>
                <a:ext cx="265972" cy="260421"/>
              </a:xfrm>
              <a:custGeom>
                <a:avLst/>
                <a:gdLst/>
                <a:ahLst/>
                <a:cxnLst/>
                <a:rect l="l" t="t" r="r" b="b"/>
                <a:pathLst>
                  <a:path w="1677" h="1642" extrusionOk="0">
                    <a:moveTo>
                      <a:pt x="1472" y="1"/>
                    </a:moveTo>
                    <a:cubicBezTo>
                      <a:pt x="1424" y="1"/>
                      <a:pt x="1377" y="19"/>
                      <a:pt x="1340" y="55"/>
                    </a:cubicBezTo>
                    <a:lnTo>
                      <a:pt x="72" y="1324"/>
                    </a:lnTo>
                    <a:cubicBezTo>
                      <a:pt x="1" y="1397"/>
                      <a:pt x="1" y="1515"/>
                      <a:pt x="72" y="1587"/>
                    </a:cubicBezTo>
                    <a:cubicBezTo>
                      <a:pt x="109" y="1623"/>
                      <a:pt x="157" y="1641"/>
                      <a:pt x="205" y="1641"/>
                    </a:cubicBezTo>
                    <a:cubicBezTo>
                      <a:pt x="252" y="1641"/>
                      <a:pt x="299" y="1623"/>
                      <a:pt x="335" y="1587"/>
                    </a:cubicBezTo>
                    <a:lnTo>
                      <a:pt x="1605" y="318"/>
                    </a:lnTo>
                    <a:cubicBezTo>
                      <a:pt x="1676" y="247"/>
                      <a:pt x="1676" y="129"/>
                      <a:pt x="1605" y="55"/>
                    </a:cubicBezTo>
                    <a:cubicBezTo>
                      <a:pt x="1568" y="19"/>
                      <a:pt x="1520" y="1"/>
                      <a:pt x="1472" y="1"/>
                    </a:cubicBezTo>
                    <a:close/>
                  </a:path>
                </a:pathLst>
              </a:custGeom>
              <a:solidFill>
                <a:srgbClr val="202020">
                  <a:alpha val="14560"/>
                </a:srgbClr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922" name="Google Shape;922;p45"/>
              <p:cNvSpPr/>
              <p:nvPr/>
            </p:nvSpPr>
            <p:spPr>
              <a:xfrm>
                <a:off x="-1730160" y="4624770"/>
                <a:ext cx="277391" cy="239803"/>
              </a:xfrm>
              <a:custGeom>
                <a:avLst/>
                <a:gdLst/>
                <a:ahLst/>
                <a:cxnLst/>
                <a:rect l="l" t="t" r="r" b="b"/>
                <a:pathLst>
                  <a:path w="1749" h="1512" extrusionOk="0">
                    <a:moveTo>
                      <a:pt x="875" y="1"/>
                    </a:moveTo>
                    <a:cubicBezTo>
                      <a:pt x="672" y="1"/>
                      <a:pt x="467" y="78"/>
                      <a:pt x="311" y="234"/>
                    </a:cubicBezTo>
                    <a:cubicBezTo>
                      <a:pt x="0" y="546"/>
                      <a:pt x="0" y="1049"/>
                      <a:pt x="311" y="1361"/>
                    </a:cubicBezTo>
                    <a:cubicBezTo>
                      <a:pt x="375" y="1425"/>
                      <a:pt x="447" y="1474"/>
                      <a:pt x="523" y="1511"/>
                    </a:cubicBezTo>
                    <a:lnTo>
                      <a:pt x="523" y="868"/>
                    </a:lnTo>
                    <a:lnTo>
                      <a:pt x="873" y="581"/>
                    </a:lnTo>
                    <a:lnTo>
                      <a:pt x="1223" y="868"/>
                    </a:lnTo>
                    <a:lnTo>
                      <a:pt x="1223" y="1511"/>
                    </a:lnTo>
                    <a:cubicBezTo>
                      <a:pt x="1300" y="1474"/>
                      <a:pt x="1373" y="1424"/>
                      <a:pt x="1437" y="1361"/>
                    </a:cubicBezTo>
                    <a:cubicBezTo>
                      <a:pt x="1748" y="1049"/>
                      <a:pt x="1748" y="546"/>
                      <a:pt x="1437" y="234"/>
                    </a:cubicBezTo>
                    <a:cubicBezTo>
                      <a:pt x="1283" y="78"/>
                      <a:pt x="1079" y="1"/>
                      <a:pt x="87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923" name="Google Shape;923;p45"/>
              <p:cNvSpPr/>
              <p:nvPr/>
            </p:nvSpPr>
            <p:spPr>
              <a:xfrm>
                <a:off x="-1278948" y="4186881"/>
                <a:ext cx="277391" cy="239962"/>
              </a:xfrm>
              <a:custGeom>
                <a:avLst/>
                <a:gdLst/>
                <a:ahLst/>
                <a:cxnLst/>
                <a:rect l="l" t="t" r="r" b="b"/>
                <a:pathLst>
                  <a:path w="1749" h="1513" extrusionOk="0">
                    <a:moveTo>
                      <a:pt x="527" y="0"/>
                    </a:moveTo>
                    <a:cubicBezTo>
                      <a:pt x="449" y="38"/>
                      <a:pt x="377" y="89"/>
                      <a:pt x="313" y="153"/>
                    </a:cubicBezTo>
                    <a:cubicBezTo>
                      <a:pt x="1" y="465"/>
                      <a:pt x="1" y="968"/>
                      <a:pt x="313" y="1280"/>
                    </a:cubicBezTo>
                    <a:cubicBezTo>
                      <a:pt x="468" y="1435"/>
                      <a:pt x="670" y="1512"/>
                      <a:pt x="873" y="1512"/>
                    </a:cubicBezTo>
                    <a:cubicBezTo>
                      <a:pt x="1077" y="1512"/>
                      <a:pt x="1281" y="1434"/>
                      <a:pt x="1438" y="1278"/>
                    </a:cubicBezTo>
                    <a:cubicBezTo>
                      <a:pt x="1749" y="967"/>
                      <a:pt x="1749" y="463"/>
                      <a:pt x="1438" y="152"/>
                    </a:cubicBezTo>
                    <a:cubicBezTo>
                      <a:pt x="1374" y="88"/>
                      <a:pt x="1303" y="38"/>
                      <a:pt x="1227" y="0"/>
                    </a:cubicBezTo>
                    <a:lnTo>
                      <a:pt x="1227" y="645"/>
                    </a:lnTo>
                    <a:lnTo>
                      <a:pt x="876" y="931"/>
                    </a:lnTo>
                    <a:lnTo>
                      <a:pt x="527" y="645"/>
                    </a:lnTo>
                    <a:lnTo>
                      <a:pt x="52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924" name="Google Shape;924;p45"/>
              <p:cNvSpPr/>
              <p:nvPr/>
            </p:nvSpPr>
            <p:spPr>
              <a:xfrm>
                <a:off x="-1453882" y="4438893"/>
                <a:ext cx="175729" cy="174143"/>
              </a:xfrm>
              <a:custGeom>
                <a:avLst/>
                <a:gdLst/>
                <a:ahLst/>
                <a:cxnLst/>
                <a:rect l="l" t="t" r="r" b="b"/>
                <a:pathLst>
                  <a:path w="1108" h="1098" extrusionOk="0">
                    <a:moveTo>
                      <a:pt x="1049" y="1"/>
                    </a:moveTo>
                    <a:cubicBezTo>
                      <a:pt x="1035" y="1"/>
                      <a:pt x="1022" y="6"/>
                      <a:pt x="1012" y="15"/>
                    </a:cubicBezTo>
                    <a:lnTo>
                      <a:pt x="19" y="1008"/>
                    </a:lnTo>
                    <a:cubicBezTo>
                      <a:pt x="0" y="1029"/>
                      <a:pt x="0" y="1062"/>
                      <a:pt x="19" y="1083"/>
                    </a:cubicBezTo>
                    <a:cubicBezTo>
                      <a:pt x="30" y="1093"/>
                      <a:pt x="44" y="1098"/>
                      <a:pt x="57" y="1098"/>
                    </a:cubicBezTo>
                    <a:cubicBezTo>
                      <a:pt x="71" y="1098"/>
                      <a:pt x="84" y="1093"/>
                      <a:pt x="94" y="1083"/>
                    </a:cubicBezTo>
                    <a:lnTo>
                      <a:pt x="1086" y="90"/>
                    </a:lnTo>
                    <a:cubicBezTo>
                      <a:pt x="1108" y="71"/>
                      <a:pt x="1108" y="37"/>
                      <a:pt x="1086" y="15"/>
                    </a:cubicBezTo>
                    <a:cubicBezTo>
                      <a:pt x="1076" y="6"/>
                      <a:pt x="1062" y="1"/>
                      <a:pt x="104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925" name="Google Shape;925;p45"/>
              <p:cNvSpPr/>
              <p:nvPr/>
            </p:nvSpPr>
            <p:spPr>
              <a:xfrm>
                <a:off x="-1730160" y="4624770"/>
                <a:ext cx="138458" cy="239803"/>
              </a:xfrm>
              <a:custGeom>
                <a:avLst/>
                <a:gdLst/>
                <a:ahLst/>
                <a:cxnLst/>
                <a:rect l="l" t="t" r="r" b="b"/>
                <a:pathLst>
                  <a:path w="873" h="1512" extrusionOk="0">
                    <a:moveTo>
                      <a:pt x="873" y="0"/>
                    </a:moveTo>
                    <a:cubicBezTo>
                      <a:pt x="672" y="1"/>
                      <a:pt x="468" y="78"/>
                      <a:pt x="311" y="234"/>
                    </a:cubicBezTo>
                    <a:cubicBezTo>
                      <a:pt x="0" y="546"/>
                      <a:pt x="0" y="1049"/>
                      <a:pt x="311" y="1361"/>
                    </a:cubicBezTo>
                    <a:cubicBezTo>
                      <a:pt x="375" y="1425"/>
                      <a:pt x="447" y="1474"/>
                      <a:pt x="523" y="1511"/>
                    </a:cubicBezTo>
                    <a:lnTo>
                      <a:pt x="523" y="868"/>
                    </a:lnTo>
                    <a:lnTo>
                      <a:pt x="873" y="581"/>
                    </a:lnTo>
                    <a:lnTo>
                      <a:pt x="873" y="0"/>
                    </a:lnTo>
                    <a:close/>
                  </a:path>
                </a:pathLst>
              </a:custGeom>
              <a:solidFill>
                <a:srgbClr val="FBFFFF">
                  <a:alpha val="13920"/>
                </a:srgbClr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926" name="Google Shape;926;p45"/>
              <p:cNvSpPr/>
              <p:nvPr/>
            </p:nvSpPr>
            <p:spPr>
              <a:xfrm>
                <a:off x="-1139858" y="4186881"/>
                <a:ext cx="138616" cy="239962"/>
              </a:xfrm>
              <a:custGeom>
                <a:avLst/>
                <a:gdLst/>
                <a:ahLst/>
                <a:cxnLst/>
                <a:rect l="l" t="t" r="r" b="b"/>
                <a:pathLst>
                  <a:path w="874" h="1513" extrusionOk="0">
                    <a:moveTo>
                      <a:pt x="351" y="0"/>
                    </a:moveTo>
                    <a:lnTo>
                      <a:pt x="351" y="645"/>
                    </a:lnTo>
                    <a:lnTo>
                      <a:pt x="0" y="931"/>
                    </a:lnTo>
                    <a:lnTo>
                      <a:pt x="0" y="1512"/>
                    </a:lnTo>
                    <a:cubicBezTo>
                      <a:pt x="202" y="1512"/>
                      <a:pt x="406" y="1433"/>
                      <a:pt x="562" y="1278"/>
                    </a:cubicBezTo>
                    <a:cubicBezTo>
                      <a:pt x="874" y="967"/>
                      <a:pt x="874" y="463"/>
                      <a:pt x="562" y="152"/>
                    </a:cubicBezTo>
                    <a:cubicBezTo>
                      <a:pt x="498" y="88"/>
                      <a:pt x="427" y="38"/>
                      <a:pt x="351" y="0"/>
                    </a:cubicBezTo>
                    <a:close/>
                  </a:path>
                </a:pathLst>
              </a:custGeom>
              <a:solidFill>
                <a:srgbClr val="202020">
                  <a:alpha val="14560"/>
                </a:srgbClr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927" name="Google Shape;927;p45"/>
              <p:cNvSpPr/>
              <p:nvPr/>
            </p:nvSpPr>
            <p:spPr>
              <a:xfrm>
                <a:off x="-1664659" y="4694870"/>
                <a:ext cx="146229" cy="169702"/>
              </a:xfrm>
              <a:custGeom>
                <a:avLst/>
                <a:gdLst/>
                <a:ahLst/>
                <a:cxnLst/>
                <a:rect l="l" t="t" r="r" b="b"/>
                <a:pathLst>
                  <a:path w="922" h="1070" extrusionOk="0">
                    <a:moveTo>
                      <a:pt x="461" y="0"/>
                    </a:moveTo>
                    <a:lnTo>
                      <a:pt x="391" y="57"/>
                    </a:lnTo>
                    <a:lnTo>
                      <a:pt x="42" y="342"/>
                    </a:lnTo>
                    <a:lnTo>
                      <a:pt x="1" y="374"/>
                    </a:lnTo>
                    <a:lnTo>
                      <a:pt x="1" y="427"/>
                    </a:lnTo>
                    <a:lnTo>
                      <a:pt x="1" y="866"/>
                    </a:lnTo>
                    <a:lnTo>
                      <a:pt x="1" y="1005"/>
                    </a:lnTo>
                    <a:cubicBezTo>
                      <a:pt x="36" y="1030"/>
                      <a:pt x="73" y="1052"/>
                      <a:pt x="110" y="1069"/>
                    </a:cubicBezTo>
                    <a:lnTo>
                      <a:pt x="110" y="426"/>
                    </a:lnTo>
                    <a:lnTo>
                      <a:pt x="460" y="139"/>
                    </a:lnTo>
                    <a:lnTo>
                      <a:pt x="810" y="426"/>
                    </a:lnTo>
                    <a:lnTo>
                      <a:pt x="810" y="1069"/>
                    </a:lnTo>
                    <a:cubicBezTo>
                      <a:pt x="848" y="1051"/>
                      <a:pt x="884" y="1030"/>
                      <a:pt x="919" y="1005"/>
                    </a:cubicBezTo>
                    <a:lnTo>
                      <a:pt x="919" y="866"/>
                    </a:lnTo>
                    <a:lnTo>
                      <a:pt x="919" y="427"/>
                    </a:lnTo>
                    <a:lnTo>
                      <a:pt x="922" y="427"/>
                    </a:lnTo>
                    <a:lnTo>
                      <a:pt x="922" y="374"/>
                    </a:lnTo>
                    <a:lnTo>
                      <a:pt x="881" y="342"/>
                    </a:lnTo>
                    <a:lnTo>
                      <a:pt x="531" y="57"/>
                    </a:lnTo>
                    <a:lnTo>
                      <a:pt x="461" y="0"/>
                    </a:lnTo>
                    <a:close/>
                  </a:path>
                </a:pathLst>
              </a:custGeom>
              <a:solidFill>
                <a:srgbClr val="009DDB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928" name="Google Shape;928;p45"/>
              <p:cNvSpPr/>
              <p:nvPr/>
            </p:nvSpPr>
            <p:spPr>
              <a:xfrm>
                <a:off x="-1212971" y="4186881"/>
                <a:ext cx="146071" cy="169861"/>
              </a:xfrm>
              <a:custGeom>
                <a:avLst/>
                <a:gdLst/>
                <a:ahLst/>
                <a:cxnLst/>
                <a:rect l="l" t="t" r="r" b="b"/>
                <a:pathLst>
                  <a:path w="921" h="1071" extrusionOk="0">
                    <a:moveTo>
                      <a:pt x="110" y="0"/>
                    </a:moveTo>
                    <a:cubicBezTo>
                      <a:pt x="72" y="20"/>
                      <a:pt x="37" y="41"/>
                      <a:pt x="1" y="65"/>
                    </a:cubicBezTo>
                    <a:lnTo>
                      <a:pt x="1" y="204"/>
                    </a:lnTo>
                    <a:lnTo>
                      <a:pt x="1" y="645"/>
                    </a:lnTo>
                    <a:lnTo>
                      <a:pt x="1" y="697"/>
                    </a:lnTo>
                    <a:lnTo>
                      <a:pt x="40" y="729"/>
                    </a:lnTo>
                    <a:lnTo>
                      <a:pt x="391" y="1015"/>
                    </a:lnTo>
                    <a:lnTo>
                      <a:pt x="460" y="1071"/>
                    </a:lnTo>
                    <a:lnTo>
                      <a:pt x="530" y="1015"/>
                    </a:lnTo>
                    <a:lnTo>
                      <a:pt x="881" y="729"/>
                    </a:lnTo>
                    <a:lnTo>
                      <a:pt x="920" y="697"/>
                    </a:lnTo>
                    <a:lnTo>
                      <a:pt x="920" y="645"/>
                    </a:lnTo>
                    <a:lnTo>
                      <a:pt x="920" y="206"/>
                    </a:lnTo>
                    <a:lnTo>
                      <a:pt x="920" y="68"/>
                    </a:lnTo>
                    <a:cubicBezTo>
                      <a:pt x="884" y="42"/>
                      <a:pt x="848" y="20"/>
                      <a:pt x="811" y="0"/>
                    </a:cubicBezTo>
                    <a:lnTo>
                      <a:pt x="811" y="645"/>
                    </a:lnTo>
                    <a:lnTo>
                      <a:pt x="460" y="931"/>
                    </a:lnTo>
                    <a:lnTo>
                      <a:pt x="110" y="645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202020">
                  <a:alpha val="14560"/>
                </a:srgbClr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</p:grpSp>
        <p:sp>
          <p:nvSpPr>
            <p:cNvPr id="929" name="Google Shape;929;p45"/>
            <p:cNvSpPr/>
            <p:nvPr/>
          </p:nvSpPr>
          <p:spPr>
            <a:xfrm>
              <a:off x="913685" y="1802198"/>
              <a:ext cx="1738953" cy="3340988"/>
            </a:xfrm>
            <a:custGeom>
              <a:avLst/>
              <a:gdLst/>
              <a:ahLst/>
              <a:cxnLst/>
              <a:rect l="l" t="t" r="r" b="b"/>
              <a:pathLst>
                <a:path w="5474" h="10517" extrusionOk="0">
                  <a:moveTo>
                    <a:pt x="4953" y="0"/>
                  </a:moveTo>
                  <a:lnTo>
                    <a:pt x="153" y="4801"/>
                  </a:lnTo>
                  <a:cubicBezTo>
                    <a:pt x="1" y="4951"/>
                    <a:pt x="1" y="5197"/>
                    <a:pt x="153" y="5350"/>
                  </a:cubicBezTo>
                  <a:lnTo>
                    <a:pt x="5319" y="10516"/>
                  </a:lnTo>
                  <a:lnTo>
                    <a:pt x="5474" y="10516"/>
                  </a:lnTo>
                  <a:lnTo>
                    <a:pt x="231" y="5272"/>
                  </a:lnTo>
                  <a:cubicBezTo>
                    <a:pt x="123" y="5164"/>
                    <a:pt x="123" y="4987"/>
                    <a:pt x="231" y="4879"/>
                  </a:cubicBezTo>
                  <a:lnTo>
                    <a:pt x="5031" y="79"/>
                  </a:lnTo>
                  <a:lnTo>
                    <a:pt x="49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30" name="Google Shape;930;p45"/>
            <p:cNvSpPr/>
            <p:nvPr/>
          </p:nvSpPr>
          <p:spPr>
            <a:xfrm>
              <a:off x="1253277" y="1900677"/>
              <a:ext cx="34944" cy="3242826"/>
            </a:xfrm>
            <a:custGeom>
              <a:avLst/>
              <a:gdLst/>
              <a:ahLst/>
              <a:cxnLst/>
              <a:rect l="l" t="t" r="r" b="b"/>
              <a:pathLst>
                <a:path w="110" h="10208" extrusionOk="0">
                  <a:moveTo>
                    <a:pt x="0" y="1"/>
                  </a:moveTo>
                  <a:lnTo>
                    <a:pt x="0" y="10207"/>
                  </a:lnTo>
                  <a:lnTo>
                    <a:pt x="109" y="10207"/>
                  </a:lnTo>
                  <a:lnTo>
                    <a:pt x="1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31" name="Google Shape;931;p45"/>
            <p:cNvSpPr/>
            <p:nvPr/>
          </p:nvSpPr>
          <p:spPr>
            <a:xfrm>
              <a:off x="1234852" y="3557652"/>
              <a:ext cx="134694" cy="1585516"/>
            </a:xfrm>
            <a:custGeom>
              <a:avLst/>
              <a:gdLst/>
              <a:ahLst/>
              <a:cxnLst/>
              <a:rect l="l" t="t" r="r" b="b"/>
              <a:pathLst>
                <a:path w="424" h="4991" extrusionOk="0">
                  <a:moveTo>
                    <a:pt x="0" y="1"/>
                  </a:moveTo>
                  <a:lnTo>
                    <a:pt x="0" y="120"/>
                  </a:lnTo>
                  <a:cubicBezTo>
                    <a:pt x="167" y="120"/>
                    <a:pt x="304" y="257"/>
                    <a:pt x="304" y="424"/>
                  </a:cubicBezTo>
                  <a:lnTo>
                    <a:pt x="304" y="4990"/>
                  </a:lnTo>
                  <a:lnTo>
                    <a:pt x="424" y="4990"/>
                  </a:lnTo>
                  <a:lnTo>
                    <a:pt x="424" y="424"/>
                  </a:lnTo>
                  <a:cubicBezTo>
                    <a:pt x="424" y="190"/>
                    <a:pt x="235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32" name="Google Shape;932;p45"/>
            <p:cNvSpPr/>
            <p:nvPr/>
          </p:nvSpPr>
          <p:spPr>
            <a:xfrm>
              <a:off x="1010258" y="1914972"/>
              <a:ext cx="134694" cy="440933"/>
            </a:xfrm>
            <a:custGeom>
              <a:avLst/>
              <a:gdLst/>
              <a:ahLst/>
              <a:cxnLst/>
              <a:rect l="l" t="t" r="r" b="b"/>
              <a:pathLst>
                <a:path w="424" h="1388" extrusionOk="0">
                  <a:moveTo>
                    <a:pt x="1" y="1"/>
                  </a:moveTo>
                  <a:lnTo>
                    <a:pt x="1" y="120"/>
                  </a:lnTo>
                  <a:cubicBezTo>
                    <a:pt x="167" y="120"/>
                    <a:pt x="303" y="257"/>
                    <a:pt x="303" y="424"/>
                  </a:cubicBezTo>
                  <a:lnTo>
                    <a:pt x="303" y="1387"/>
                  </a:lnTo>
                  <a:lnTo>
                    <a:pt x="424" y="1387"/>
                  </a:lnTo>
                  <a:lnTo>
                    <a:pt x="424" y="424"/>
                  </a:lnTo>
                  <a:cubicBezTo>
                    <a:pt x="424" y="190"/>
                    <a:pt x="234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33" name="Google Shape;933;p45"/>
            <p:cNvSpPr/>
            <p:nvPr/>
          </p:nvSpPr>
          <p:spPr>
            <a:xfrm>
              <a:off x="1106195" y="2251386"/>
              <a:ext cx="134694" cy="1344718"/>
            </a:xfrm>
            <a:custGeom>
              <a:avLst/>
              <a:gdLst/>
              <a:ahLst/>
              <a:cxnLst/>
              <a:rect l="l" t="t" r="r" b="b"/>
              <a:pathLst>
                <a:path w="424" h="4233" extrusionOk="0">
                  <a:moveTo>
                    <a:pt x="0" y="0"/>
                  </a:moveTo>
                  <a:lnTo>
                    <a:pt x="0" y="3809"/>
                  </a:lnTo>
                  <a:cubicBezTo>
                    <a:pt x="1" y="4043"/>
                    <a:pt x="191" y="4232"/>
                    <a:pt x="424" y="4232"/>
                  </a:cubicBezTo>
                  <a:lnTo>
                    <a:pt x="424" y="4113"/>
                  </a:lnTo>
                  <a:cubicBezTo>
                    <a:pt x="257" y="4113"/>
                    <a:pt x="121" y="3976"/>
                    <a:pt x="121" y="3809"/>
                  </a:cubicBezTo>
                  <a:lnTo>
                    <a:pt x="1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34" name="Google Shape;934;p45"/>
            <p:cNvSpPr/>
            <p:nvPr/>
          </p:nvSpPr>
          <p:spPr>
            <a:xfrm>
              <a:off x="1607164" y="3589102"/>
              <a:ext cx="995593" cy="259858"/>
            </a:xfrm>
            <a:custGeom>
              <a:avLst/>
              <a:gdLst/>
              <a:ahLst/>
              <a:cxnLst/>
              <a:rect l="l" t="t" r="r" b="b"/>
              <a:pathLst>
                <a:path w="3134" h="818" extrusionOk="0">
                  <a:moveTo>
                    <a:pt x="0" y="0"/>
                  </a:moveTo>
                  <a:lnTo>
                    <a:pt x="0" y="428"/>
                  </a:lnTo>
                  <a:cubicBezTo>
                    <a:pt x="0" y="644"/>
                    <a:pt x="175" y="817"/>
                    <a:pt x="390" y="817"/>
                  </a:cubicBezTo>
                  <a:lnTo>
                    <a:pt x="3133" y="817"/>
                  </a:lnTo>
                  <a:lnTo>
                    <a:pt x="3133" y="708"/>
                  </a:lnTo>
                  <a:lnTo>
                    <a:pt x="390" y="708"/>
                  </a:lnTo>
                  <a:cubicBezTo>
                    <a:pt x="236" y="708"/>
                    <a:pt x="110" y="583"/>
                    <a:pt x="110" y="428"/>
                  </a:cubicBezTo>
                  <a:lnTo>
                    <a:pt x="1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35" name="Google Shape;935;p45"/>
            <p:cNvSpPr/>
            <p:nvPr/>
          </p:nvSpPr>
          <p:spPr>
            <a:xfrm>
              <a:off x="1607164" y="2284424"/>
              <a:ext cx="616925" cy="1312315"/>
            </a:xfrm>
            <a:custGeom>
              <a:avLst/>
              <a:gdLst/>
              <a:ahLst/>
              <a:cxnLst/>
              <a:rect l="l" t="t" r="r" b="b"/>
              <a:pathLst>
                <a:path w="1942" h="4131" extrusionOk="0">
                  <a:moveTo>
                    <a:pt x="390" y="1"/>
                  </a:moveTo>
                  <a:cubicBezTo>
                    <a:pt x="176" y="1"/>
                    <a:pt x="0" y="176"/>
                    <a:pt x="0" y="390"/>
                  </a:cubicBezTo>
                  <a:lnTo>
                    <a:pt x="0" y="4131"/>
                  </a:lnTo>
                  <a:lnTo>
                    <a:pt x="110" y="4131"/>
                  </a:lnTo>
                  <a:lnTo>
                    <a:pt x="110" y="390"/>
                  </a:lnTo>
                  <a:cubicBezTo>
                    <a:pt x="110" y="236"/>
                    <a:pt x="236" y="111"/>
                    <a:pt x="390" y="111"/>
                  </a:cubicBezTo>
                  <a:lnTo>
                    <a:pt x="1941" y="111"/>
                  </a:lnTo>
                  <a:lnTo>
                    <a:pt x="19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36" name="Google Shape;936;p45"/>
            <p:cNvSpPr/>
            <p:nvPr/>
          </p:nvSpPr>
          <p:spPr>
            <a:xfrm>
              <a:off x="2941704" y="2740283"/>
              <a:ext cx="199182" cy="44474"/>
            </a:xfrm>
            <a:custGeom>
              <a:avLst/>
              <a:gdLst/>
              <a:ahLst/>
              <a:cxnLst/>
              <a:rect l="l" t="t" r="r" b="b"/>
              <a:pathLst>
                <a:path w="627" h="140" extrusionOk="0">
                  <a:moveTo>
                    <a:pt x="70" y="1"/>
                  </a:moveTo>
                  <a:cubicBezTo>
                    <a:pt x="31" y="1"/>
                    <a:pt x="1" y="33"/>
                    <a:pt x="1" y="70"/>
                  </a:cubicBezTo>
                  <a:cubicBezTo>
                    <a:pt x="1" y="109"/>
                    <a:pt x="32" y="140"/>
                    <a:pt x="70" y="140"/>
                  </a:cubicBezTo>
                  <a:lnTo>
                    <a:pt x="557" y="140"/>
                  </a:lnTo>
                  <a:cubicBezTo>
                    <a:pt x="595" y="140"/>
                    <a:pt x="626" y="109"/>
                    <a:pt x="626" y="70"/>
                  </a:cubicBezTo>
                  <a:cubicBezTo>
                    <a:pt x="626" y="31"/>
                    <a:pt x="595" y="1"/>
                    <a:pt x="5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37" name="Google Shape;937;p45"/>
            <p:cNvSpPr/>
            <p:nvPr/>
          </p:nvSpPr>
          <p:spPr>
            <a:xfrm>
              <a:off x="2941704" y="2846385"/>
              <a:ext cx="199182" cy="44474"/>
            </a:xfrm>
            <a:custGeom>
              <a:avLst/>
              <a:gdLst/>
              <a:ahLst/>
              <a:cxnLst/>
              <a:rect l="l" t="t" r="r" b="b"/>
              <a:pathLst>
                <a:path w="627" h="140" extrusionOk="0">
                  <a:moveTo>
                    <a:pt x="70" y="1"/>
                  </a:moveTo>
                  <a:cubicBezTo>
                    <a:pt x="31" y="1"/>
                    <a:pt x="1" y="32"/>
                    <a:pt x="1" y="70"/>
                  </a:cubicBezTo>
                  <a:cubicBezTo>
                    <a:pt x="1" y="109"/>
                    <a:pt x="32" y="140"/>
                    <a:pt x="70" y="140"/>
                  </a:cubicBezTo>
                  <a:lnTo>
                    <a:pt x="557" y="140"/>
                  </a:lnTo>
                  <a:cubicBezTo>
                    <a:pt x="595" y="140"/>
                    <a:pt x="626" y="109"/>
                    <a:pt x="626" y="70"/>
                  </a:cubicBezTo>
                  <a:cubicBezTo>
                    <a:pt x="626" y="32"/>
                    <a:pt x="595" y="1"/>
                    <a:pt x="5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38" name="Google Shape;938;p45"/>
            <p:cNvSpPr/>
            <p:nvPr/>
          </p:nvSpPr>
          <p:spPr>
            <a:xfrm>
              <a:off x="1568090" y="2796829"/>
              <a:ext cx="1323116" cy="51781"/>
            </a:xfrm>
            <a:custGeom>
              <a:avLst/>
              <a:gdLst/>
              <a:ahLst/>
              <a:cxnLst/>
              <a:rect l="l" t="t" r="r" b="b"/>
              <a:pathLst>
                <a:path w="4165" h="163" extrusionOk="0">
                  <a:moveTo>
                    <a:pt x="0" y="0"/>
                  </a:moveTo>
                  <a:lnTo>
                    <a:pt x="0" y="163"/>
                  </a:lnTo>
                  <a:lnTo>
                    <a:pt x="4164" y="163"/>
                  </a:lnTo>
                  <a:lnTo>
                    <a:pt x="41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39" name="Google Shape;939;p45"/>
            <p:cNvSpPr/>
            <p:nvPr/>
          </p:nvSpPr>
          <p:spPr>
            <a:xfrm>
              <a:off x="2820036" y="2696762"/>
              <a:ext cx="221102" cy="237939"/>
            </a:xfrm>
            <a:custGeom>
              <a:avLst/>
              <a:gdLst/>
              <a:ahLst/>
              <a:cxnLst/>
              <a:rect l="l" t="t" r="r" b="b"/>
              <a:pathLst>
                <a:path w="696" h="749" extrusionOk="0">
                  <a:moveTo>
                    <a:pt x="375" y="0"/>
                  </a:moveTo>
                  <a:cubicBezTo>
                    <a:pt x="169" y="0"/>
                    <a:pt x="1" y="167"/>
                    <a:pt x="1" y="374"/>
                  </a:cubicBezTo>
                  <a:cubicBezTo>
                    <a:pt x="1" y="582"/>
                    <a:pt x="169" y="749"/>
                    <a:pt x="375" y="749"/>
                  </a:cubicBezTo>
                  <a:lnTo>
                    <a:pt x="696" y="749"/>
                  </a:lnTo>
                  <a:lnTo>
                    <a:pt x="6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40" name="Google Shape;940;p45"/>
            <p:cNvSpPr/>
            <p:nvPr/>
          </p:nvSpPr>
          <p:spPr>
            <a:xfrm>
              <a:off x="2743159" y="2772368"/>
              <a:ext cx="44157" cy="101338"/>
            </a:xfrm>
            <a:custGeom>
              <a:avLst/>
              <a:gdLst/>
              <a:ahLst/>
              <a:cxnLst/>
              <a:rect l="l" t="t" r="r" b="b"/>
              <a:pathLst>
                <a:path w="139" h="319" extrusionOk="0">
                  <a:moveTo>
                    <a:pt x="0" y="0"/>
                  </a:moveTo>
                  <a:lnTo>
                    <a:pt x="0" y="318"/>
                  </a:lnTo>
                  <a:lnTo>
                    <a:pt x="138" y="318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41" name="Google Shape;941;p45"/>
            <p:cNvSpPr/>
            <p:nvPr/>
          </p:nvSpPr>
          <p:spPr>
            <a:xfrm>
              <a:off x="2677083" y="2772368"/>
              <a:ext cx="44157" cy="101338"/>
            </a:xfrm>
            <a:custGeom>
              <a:avLst/>
              <a:gdLst/>
              <a:ahLst/>
              <a:cxnLst/>
              <a:rect l="l" t="t" r="r" b="b"/>
              <a:pathLst>
                <a:path w="139" h="319" extrusionOk="0">
                  <a:moveTo>
                    <a:pt x="1" y="0"/>
                  </a:moveTo>
                  <a:lnTo>
                    <a:pt x="1" y="318"/>
                  </a:lnTo>
                  <a:lnTo>
                    <a:pt x="139" y="318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42" name="Google Shape;942;p45"/>
            <p:cNvSpPr/>
            <p:nvPr/>
          </p:nvSpPr>
          <p:spPr>
            <a:xfrm>
              <a:off x="2174526" y="2772368"/>
              <a:ext cx="43839" cy="101338"/>
            </a:xfrm>
            <a:custGeom>
              <a:avLst/>
              <a:gdLst/>
              <a:ahLst/>
              <a:cxnLst/>
              <a:rect l="l" t="t" r="r" b="b"/>
              <a:pathLst>
                <a:path w="138" h="319" extrusionOk="0">
                  <a:moveTo>
                    <a:pt x="0" y="0"/>
                  </a:moveTo>
                  <a:lnTo>
                    <a:pt x="0" y="318"/>
                  </a:lnTo>
                  <a:lnTo>
                    <a:pt x="138" y="318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43" name="Google Shape;943;p45"/>
            <p:cNvSpPr/>
            <p:nvPr/>
          </p:nvSpPr>
          <p:spPr>
            <a:xfrm>
              <a:off x="2262521" y="2772368"/>
              <a:ext cx="43839" cy="101338"/>
            </a:xfrm>
            <a:custGeom>
              <a:avLst/>
              <a:gdLst/>
              <a:ahLst/>
              <a:cxnLst/>
              <a:rect l="l" t="t" r="r" b="b"/>
              <a:pathLst>
                <a:path w="138" h="319" extrusionOk="0">
                  <a:moveTo>
                    <a:pt x="0" y="0"/>
                  </a:moveTo>
                  <a:lnTo>
                    <a:pt x="0" y="318"/>
                  </a:lnTo>
                  <a:lnTo>
                    <a:pt x="138" y="318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44" name="Google Shape;944;p45"/>
            <p:cNvSpPr/>
            <p:nvPr/>
          </p:nvSpPr>
          <p:spPr>
            <a:xfrm>
              <a:off x="1878456" y="2750766"/>
              <a:ext cx="254140" cy="134377"/>
            </a:xfrm>
            <a:custGeom>
              <a:avLst/>
              <a:gdLst/>
              <a:ahLst/>
              <a:cxnLst/>
              <a:rect l="l" t="t" r="r" b="b"/>
              <a:pathLst>
                <a:path w="800" h="423" extrusionOk="0">
                  <a:moveTo>
                    <a:pt x="1" y="0"/>
                  </a:moveTo>
                  <a:lnTo>
                    <a:pt x="1" y="422"/>
                  </a:lnTo>
                  <a:lnTo>
                    <a:pt x="589" y="422"/>
                  </a:lnTo>
                  <a:cubicBezTo>
                    <a:pt x="705" y="422"/>
                    <a:pt x="799" y="327"/>
                    <a:pt x="799" y="211"/>
                  </a:cubicBezTo>
                  <a:cubicBezTo>
                    <a:pt x="799" y="94"/>
                    <a:pt x="705" y="0"/>
                    <a:pt x="589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45" name="Google Shape;945;p45"/>
            <p:cNvSpPr/>
            <p:nvPr/>
          </p:nvSpPr>
          <p:spPr>
            <a:xfrm>
              <a:off x="396515" y="2596378"/>
              <a:ext cx="1586469" cy="452687"/>
            </a:xfrm>
            <a:custGeom>
              <a:avLst/>
              <a:gdLst/>
              <a:ahLst/>
              <a:cxnLst/>
              <a:rect l="l" t="t" r="r" b="b"/>
              <a:pathLst>
                <a:path w="4994" h="1425" extrusionOk="0">
                  <a:moveTo>
                    <a:pt x="713" y="1"/>
                  </a:moveTo>
                  <a:cubicBezTo>
                    <a:pt x="320" y="1"/>
                    <a:pt x="0" y="320"/>
                    <a:pt x="0" y="713"/>
                  </a:cubicBezTo>
                  <a:cubicBezTo>
                    <a:pt x="0" y="1106"/>
                    <a:pt x="320" y="1425"/>
                    <a:pt x="713" y="1425"/>
                  </a:cubicBezTo>
                  <a:lnTo>
                    <a:pt x="4282" y="1425"/>
                  </a:lnTo>
                  <a:cubicBezTo>
                    <a:pt x="4675" y="1425"/>
                    <a:pt x="4994" y="1107"/>
                    <a:pt x="4994" y="713"/>
                  </a:cubicBezTo>
                  <a:cubicBezTo>
                    <a:pt x="4994" y="319"/>
                    <a:pt x="4675" y="1"/>
                    <a:pt x="42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46" name="Google Shape;946;p45"/>
            <p:cNvSpPr/>
            <p:nvPr/>
          </p:nvSpPr>
          <p:spPr>
            <a:xfrm>
              <a:off x="487369" y="2660865"/>
              <a:ext cx="293214" cy="293214"/>
            </a:xfrm>
            <a:custGeom>
              <a:avLst/>
              <a:gdLst/>
              <a:ahLst/>
              <a:cxnLst/>
              <a:rect l="l" t="t" r="r" b="b"/>
              <a:pathLst>
                <a:path w="923" h="923" extrusionOk="0">
                  <a:moveTo>
                    <a:pt x="511" y="1"/>
                  </a:moveTo>
                  <a:cubicBezTo>
                    <a:pt x="230" y="1"/>
                    <a:pt x="1" y="230"/>
                    <a:pt x="1" y="511"/>
                  </a:cubicBezTo>
                  <a:cubicBezTo>
                    <a:pt x="1" y="681"/>
                    <a:pt x="83" y="831"/>
                    <a:pt x="210" y="922"/>
                  </a:cubicBezTo>
                  <a:cubicBezTo>
                    <a:pt x="149" y="839"/>
                    <a:pt x="113" y="735"/>
                    <a:pt x="113" y="623"/>
                  </a:cubicBezTo>
                  <a:cubicBezTo>
                    <a:pt x="113" y="342"/>
                    <a:pt x="342" y="113"/>
                    <a:pt x="623" y="113"/>
                  </a:cubicBezTo>
                  <a:cubicBezTo>
                    <a:pt x="735" y="113"/>
                    <a:pt x="839" y="149"/>
                    <a:pt x="923" y="210"/>
                  </a:cubicBezTo>
                  <a:cubicBezTo>
                    <a:pt x="831" y="83"/>
                    <a:pt x="681" y="1"/>
                    <a:pt x="511" y="1"/>
                  </a:cubicBezTo>
                  <a:close/>
                </a:path>
              </a:pathLst>
            </a:custGeom>
            <a:solidFill>
              <a:srgbClr val="202020">
                <a:alpha val="6266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47" name="Google Shape;947;p45"/>
            <p:cNvSpPr/>
            <p:nvPr/>
          </p:nvSpPr>
          <p:spPr>
            <a:xfrm>
              <a:off x="523266" y="2696762"/>
              <a:ext cx="288449" cy="288449"/>
            </a:xfrm>
            <a:custGeom>
              <a:avLst/>
              <a:gdLst/>
              <a:ahLst/>
              <a:cxnLst/>
              <a:rect l="l" t="t" r="r" b="b"/>
              <a:pathLst>
                <a:path w="908" h="908" extrusionOk="0">
                  <a:moveTo>
                    <a:pt x="510" y="0"/>
                  </a:moveTo>
                  <a:cubicBezTo>
                    <a:pt x="229" y="0"/>
                    <a:pt x="0" y="229"/>
                    <a:pt x="0" y="510"/>
                  </a:cubicBezTo>
                  <a:cubicBezTo>
                    <a:pt x="0" y="622"/>
                    <a:pt x="36" y="726"/>
                    <a:pt x="97" y="809"/>
                  </a:cubicBezTo>
                  <a:cubicBezTo>
                    <a:pt x="182" y="872"/>
                    <a:pt x="285" y="908"/>
                    <a:pt x="397" y="908"/>
                  </a:cubicBezTo>
                  <a:cubicBezTo>
                    <a:pt x="679" y="908"/>
                    <a:pt x="908" y="679"/>
                    <a:pt x="908" y="397"/>
                  </a:cubicBezTo>
                  <a:cubicBezTo>
                    <a:pt x="908" y="284"/>
                    <a:pt x="872" y="182"/>
                    <a:pt x="810" y="97"/>
                  </a:cubicBezTo>
                  <a:cubicBezTo>
                    <a:pt x="726" y="36"/>
                    <a:pt x="622" y="0"/>
                    <a:pt x="5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48" name="Google Shape;948;p45"/>
            <p:cNvSpPr/>
            <p:nvPr/>
          </p:nvSpPr>
          <p:spPr>
            <a:xfrm>
              <a:off x="618250" y="2711693"/>
              <a:ext cx="63217" cy="62582"/>
            </a:xfrm>
            <a:custGeom>
              <a:avLst/>
              <a:gdLst/>
              <a:ahLst/>
              <a:cxnLst/>
              <a:rect l="l" t="t" r="r" b="b"/>
              <a:pathLst>
                <a:path w="199" h="197" extrusionOk="0">
                  <a:moveTo>
                    <a:pt x="99" y="0"/>
                  </a:moveTo>
                  <a:cubicBezTo>
                    <a:pt x="44" y="0"/>
                    <a:pt x="1" y="44"/>
                    <a:pt x="1" y="98"/>
                  </a:cubicBezTo>
                  <a:cubicBezTo>
                    <a:pt x="1" y="153"/>
                    <a:pt x="44" y="197"/>
                    <a:pt x="99" y="197"/>
                  </a:cubicBezTo>
                  <a:cubicBezTo>
                    <a:pt x="155" y="197"/>
                    <a:pt x="198" y="153"/>
                    <a:pt x="198" y="98"/>
                  </a:cubicBezTo>
                  <a:cubicBezTo>
                    <a:pt x="198" y="44"/>
                    <a:pt x="155" y="0"/>
                    <a:pt x="99" y="0"/>
                  </a:cubicBezTo>
                  <a:close/>
                </a:path>
              </a:pathLst>
            </a:custGeom>
            <a:solidFill>
              <a:srgbClr val="202020">
                <a:alpha val="6266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49" name="Google Shape;949;p45"/>
            <p:cNvSpPr/>
            <p:nvPr/>
          </p:nvSpPr>
          <p:spPr>
            <a:xfrm>
              <a:off x="618250" y="2871164"/>
              <a:ext cx="63217" cy="63217"/>
            </a:xfrm>
            <a:custGeom>
              <a:avLst/>
              <a:gdLst/>
              <a:ahLst/>
              <a:cxnLst/>
              <a:rect l="l" t="t" r="r" b="b"/>
              <a:pathLst>
                <a:path w="199" h="199" extrusionOk="0">
                  <a:moveTo>
                    <a:pt x="99" y="1"/>
                  </a:moveTo>
                  <a:cubicBezTo>
                    <a:pt x="44" y="1"/>
                    <a:pt x="1" y="44"/>
                    <a:pt x="1" y="99"/>
                  </a:cubicBezTo>
                  <a:cubicBezTo>
                    <a:pt x="1" y="154"/>
                    <a:pt x="44" y="198"/>
                    <a:pt x="99" y="198"/>
                  </a:cubicBezTo>
                  <a:cubicBezTo>
                    <a:pt x="155" y="198"/>
                    <a:pt x="198" y="154"/>
                    <a:pt x="198" y="99"/>
                  </a:cubicBezTo>
                  <a:cubicBezTo>
                    <a:pt x="198" y="44"/>
                    <a:pt x="155" y="1"/>
                    <a:pt x="99" y="1"/>
                  </a:cubicBezTo>
                  <a:close/>
                </a:path>
              </a:pathLst>
            </a:custGeom>
            <a:solidFill>
              <a:srgbClr val="202020">
                <a:alpha val="6266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50" name="Google Shape;950;p45"/>
            <p:cNvSpPr/>
            <p:nvPr/>
          </p:nvSpPr>
          <p:spPr>
            <a:xfrm>
              <a:off x="910191" y="2660865"/>
              <a:ext cx="292896" cy="293214"/>
            </a:xfrm>
            <a:custGeom>
              <a:avLst/>
              <a:gdLst/>
              <a:ahLst/>
              <a:cxnLst/>
              <a:rect l="l" t="t" r="r" b="b"/>
              <a:pathLst>
                <a:path w="922" h="923" extrusionOk="0">
                  <a:moveTo>
                    <a:pt x="510" y="1"/>
                  </a:moveTo>
                  <a:cubicBezTo>
                    <a:pt x="228" y="1"/>
                    <a:pt x="0" y="230"/>
                    <a:pt x="0" y="511"/>
                  </a:cubicBezTo>
                  <a:cubicBezTo>
                    <a:pt x="0" y="681"/>
                    <a:pt x="82" y="831"/>
                    <a:pt x="210" y="922"/>
                  </a:cubicBezTo>
                  <a:cubicBezTo>
                    <a:pt x="148" y="839"/>
                    <a:pt x="112" y="735"/>
                    <a:pt x="112" y="623"/>
                  </a:cubicBezTo>
                  <a:cubicBezTo>
                    <a:pt x="113" y="342"/>
                    <a:pt x="342" y="113"/>
                    <a:pt x="622" y="113"/>
                  </a:cubicBezTo>
                  <a:cubicBezTo>
                    <a:pt x="735" y="113"/>
                    <a:pt x="837" y="149"/>
                    <a:pt x="922" y="210"/>
                  </a:cubicBezTo>
                  <a:cubicBezTo>
                    <a:pt x="830" y="83"/>
                    <a:pt x="680" y="1"/>
                    <a:pt x="510" y="1"/>
                  </a:cubicBezTo>
                  <a:close/>
                </a:path>
              </a:pathLst>
            </a:custGeom>
            <a:solidFill>
              <a:srgbClr val="202020">
                <a:alpha val="6266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51" name="Google Shape;951;p45"/>
            <p:cNvSpPr/>
            <p:nvPr/>
          </p:nvSpPr>
          <p:spPr>
            <a:xfrm>
              <a:off x="946088" y="2696762"/>
              <a:ext cx="288767" cy="288449"/>
            </a:xfrm>
            <a:custGeom>
              <a:avLst/>
              <a:gdLst/>
              <a:ahLst/>
              <a:cxnLst/>
              <a:rect l="l" t="t" r="r" b="b"/>
              <a:pathLst>
                <a:path w="909" h="908" extrusionOk="0">
                  <a:moveTo>
                    <a:pt x="510" y="0"/>
                  </a:moveTo>
                  <a:cubicBezTo>
                    <a:pt x="229" y="0"/>
                    <a:pt x="0" y="229"/>
                    <a:pt x="0" y="510"/>
                  </a:cubicBezTo>
                  <a:cubicBezTo>
                    <a:pt x="0" y="622"/>
                    <a:pt x="37" y="726"/>
                    <a:pt x="98" y="809"/>
                  </a:cubicBezTo>
                  <a:cubicBezTo>
                    <a:pt x="182" y="872"/>
                    <a:pt x="285" y="908"/>
                    <a:pt x="397" y="908"/>
                  </a:cubicBezTo>
                  <a:cubicBezTo>
                    <a:pt x="679" y="908"/>
                    <a:pt x="908" y="679"/>
                    <a:pt x="908" y="397"/>
                  </a:cubicBezTo>
                  <a:cubicBezTo>
                    <a:pt x="908" y="284"/>
                    <a:pt x="872" y="182"/>
                    <a:pt x="810" y="97"/>
                  </a:cubicBezTo>
                  <a:cubicBezTo>
                    <a:pt x="726" y="36"/>
                    <a:pt x="623" y="0"/>
                    <a:pt x="5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52" name="Google Shape;952;p45"/>
            <p:cNvSpPr/>
            <p:nvPr/>
          </p:nvSpPr>
          <p:spPr>
            <a:xfrm>
              <a:off x="1040754" y="2711693"/>
              <a:ext cx="63217" cy="62582"/>
            </a:xfrm>
            <a:custGeom>
              <a:avLst/>
              <a:gdLst/>
              <a:ahLst/>
              <a:cxnLst/>
              <a:rect l="l" t="t" r="r" b="b"/>
              <a:pathLst>
                <a:path w="199" h="197" extrusionOk="0">
                  <a:moveTo>
                    <a:pt x="99" y="0"/>
                  </a:moveTo>
                  <a:cubicBezTo>
                    <a:pt x="45" y="0"/>
                    <a:pt x="1" y="44"/>
                    <a:pt x="1" y="98"/>
                  </a:cubicBezTo>
                  <a:cubicBezTo>
                    <a:pt x="1" y="153"/>
                    <a:pt x="45" y="197"/>
                    <a:pt x="99" y="197"/>
                  </a:cubicBezTo>
                  <a:cubicBezTo>
                    <a:pt x="154" y="197"/>
                    <a:pt x="199" y="153"/>
                    <a:pt x="199" y="98"/>
                  </a:cubicBezTo>
                  <a:cubicBezTo>
                    <a:pt x="199" y="44"/>
                    <a:pt x="154" y="0"/>
                    <a:pt x="99" y="0"/>
                  </a:cubicBezTo>
                  <a:close/>
                </a:path>
              </a:pathLst>
            </a:custGeom>
            <a:solidFill>
              <a:srgbClr val="202020">
                <a:alpha val="6266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53" name="Google Shape;953;p45"/>
            <p:cNvSpPr/>
            <p:nvPr/>
          </p:nvSpPr>
          <p:spPr>
            <a:xfrm>
              <a:off x="1040754" y="2871164"/>
              <a:ext cx="63217" cy="63217"/>
            </a:xfrm>
            <a:custGeom>
              <a:avLst/>
              <a:gdLst/>
              <a:ahLst/>
              <a:cxnLst/>
              <a:rect l="l" t="t" r="r" b="b"/>
              <a:pathLst>
                <a:path w="199" h="199" extrusionOk="0">
                  <a:moveTo>
                    <a:pt x="99" y="1"/>
                  </a:moveTo>
                  <a:cubicBezTo>
                    <a:pt x="45" y="1"/>
                    <a:pt x="1" y="44"/>
                    <a:pt x="1" y="99"/>
                  </a:cubicBezTo>
                  <a:cubicBezTo>
                    <a:pt x="1" y="154"/>
                    <a:pt x="45" y="198"/>
                    <a:pt x="99" y="198"/>
                  </a:cubicBezTo>
                  <a:cubicBezTo>
                    <a:pt x="154" y="198"/>
                    <a:pt x="199" y="154"/>
                    <a:pt x="199" y="99"/>
                  </a:cubicBezTo>
                  <a:cubicBezTo>
                    <a:pt x="199" y="44"/>
                    <a:pt x="154" y="1"/>
                    <a:pt x="99" y="1"/>
                  </a:cubicBezTo>
                  <a:close/>
                </a:path>
              </a:pathLst>
            </a:custGeom>
            <a:solidFill>
              <a:srgbClr val="202020">
                <a:alpha val="6266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54" name="Google Shape;954;p45"/>
            <p:cNvSpPr/>
            <p:nvPr/>
          </p:nvSpPr>
          <p:spPr>
            <a:xfrm>
              <a:off x="1334919" y="2660865"/>
              <a:ext cx="293214" cy="293214"/>
            </a:xfrm>
            <a:custGeom>
              <a:avLst/>
              <a:gdLst/>
              <a:ahLst/>
              <a:cxnLst/>
              <a:rect l="l" t="t" r="r" b="b"/>
              <a:pathLst>
                <a:path w="923" h="923" extrusionOk="0">
                  <a:moveTo>
                    <a:pt x="511" y="1"/>
                  </a:moveTo>
                  <a:cubicBezTo>
                    <a:pt x="230" y="1"/>
                    <a:pt x="1" y="230"/>
                    <a:pt x="1" y="511"/>
                  </a:cubicBezTo>
                  <a:cubicBezTo>
                    <a:pt x="1" y="681"/>
                    <a:pt x="83" y="831"/>
                    <a:pt x="210" y="922"/>
                  </a:cubicBezTo>
                  <a:cubicBezTo>
                    <a:pt x="149" y="839"/>
                    <a:pt x="113" y="735"/>
                    <a:pt x="113" y="623"/>
                  </a:cubicBezTo>
                  <a:cubicBezTo>
                    <a:pt x="113" y="342"/>
                    <a:pt x="342" y="113"/>
                    <a:pt x="623" y="113"/>
                  </a:cubicBezTo>
                  <a:cubicBezTo>
                    <a:pt x="735" y="113"/>
                    <a:pt x="839" y="149"/>
                    <a:pt x="923" y="210"/>
                  </a:cubicBezTo>
                  <a:cubicBezTo>
                    <a:pt x="831" y="83"/>
                    <a:pt x="681" y="1"/>
                    <a:pt x="511" y="1"/>
                  </a:cubicBezTo>
                  <a:close/>
                </a:path>
              </a:pathLst>
            </a:custGeom>
            <a:solidFill>
              <a:srgbClr val="202020">
                <a:alpha val="6266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55" name="Google Shape;955;p45"/>
            <p:cNvSpPr/>
            <p:nvPr/>
          </p:nvSpPr>
          <p:spPr>
            <a:xfrm>
              <a:off x="1370815" y="2696762"/>
              <a:ext cx="288449" cy="288449"/>
            </a:xfrm>
            <a:custGeom>
              <a:avLst/>
              <a:gdLst/>
              <a:ahLst/>
              <a:cxnLst/>
              <a:rect l="l" t="t" r="r" b="b"/>
              <a:pathLst>
                <a:path w="908" h="908" extrusionOk="0">
                  <a:moveTo>
                    <a:pt x="510" y="0"/>
                  </a:moveTo>
                  <a:cubicBezTo>
                    <a:pt x="229" y="0"/>
                    <a:pt x="0" y="229"/>
                    <a:pt x="0" y="510"/>
                  </a:cubicBezTo>
                  <a:cubicBezTo>
                    <a:pt x="0" y="622"/>
                    <a:pt x="36" y="726"/>
                    <a:pt x="97" y="809"/>
                  </a:cubicBezTo>
                  <a:cubicBezTo>
                    <a:pt x="182" y="872"/>
                    <a:pt x="285" y="908"/>
                    <a:pt x="397" y="908"/>
                  </a:cubicBezTo>
                  <a:cubicBezTo>
                    <a:pt x="679" y="908"/>
                    <a:pt x="908" y="679"/>
                    <a:pt x="908" y="397"/>
                  </a:cubicBezTo>
                  <a:cubicBezTo>
                    <a:pt x="908" y="284"/>
                    <a:pt x="872" y="182"/>
                    <a:pt x="810" y="97"/>
                  </a:cubicBezTo>
                  <a:cubicBezTo>
                    <a:pt x="726" y="36"/>
                    <a:pt x="622" y="0"/>
                    <a:pt x="5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56" name="Google Shape;956;p45"/>
            <p:cNvSpPr/>
            <p:nvPr/>
          </p:nvSpPr>
          <p:spPr>
            <a:xfrm>
              <a:off x="1465799" y="2711693"/>
              <a:ext cx="63217" cy="62582"/>
            </a:xfrm>
            <a:custGeom>
              <a:avLst/>
              <a:gdLst/>
              <a:ahLst/>
              <a:cxnLst/>
              <a:rect l="l" t="t" r="r" b="b"/>
              <a:pathLst>
                <a:path w="199" h="197" extrusionOk="0">
                  <a:moveTo>
                    <a:pt x="99" y="0"/>
                  </a:moveTo>
                  <a:cubicBezTo>
                    <a:pt x="44" y="0"/>
                    <a:pt x="0" y="44"/>
                    <a:pt x="0" y="98"/>
                  </a:cubicBezTo>
                  <a:cubicBezTo>
                    <a:pt x="0" y="153"/>
                    <a:pt x="44" y="197"/>
                    <a:pt x="99" y="197"/>
                  </a:cubicBezTo>
                  <a:cubicBezTo>
                    <a:pt x="154" y="197"/>
                    <a:pt x="198" y="153"/>
                    <a:pt x="198" y="98"/>
                  </a:cubicBezTo>
                  <a:cubicBezTo>
                    <a:pt x="198" y="44"/>
                    <a:pt x="154" y="0"/>
                    <a:pt x="99" y="0"/>
                  </a:cubicBezTo>
                  <a:close/>
                </a:path>
              </a:pathLst>
            </a:custGeom>
            <a:solidFill>
              <a:srgbClr val="202020">
                <a:alpha val="6266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57" name="Google Shape;957;p45"/>
            <p:cNvSpPr/>
            <p:nvPr/>
          </p:nvSpPr>
          <p:spPr>
            <a:xfrm>
              <a:off x="1465799" y="2871164"/>
              <a:ext cx="63217" cy="63217"/>
            </a:xfrm>
            <a:custGeom>
              <a:avLst/>
              <a:gdLst/>
              <a:ahLst/>
              <a:cxnLst/>
              <a:rect l="l" t="t" r="r" b="b"/>
              <a:pathLst>
                <a:path w="199" h="199" extrusionOk="0">
                  <a:moveTo>
                    <a:pt x="99" y="1"/>
                  </a:moveTo>
                  <a:cubicBezTo>
                    <a:pt x="44" y="1"/>
                    <a:pt x="0" y="44"/>
                    <a:pt x="0" y="99"/>
                  </a:cubicBezTo>
                  <a:cubicBezTo>
                    <a:pt x="0" y="154"/>
                    <a:pt x="44" y="198"/>
                    <a:pt x="99" y="198"/>
                  </a:cubicBezTo>
                  <a:cubicBezTo>
                    <a:pt x="154" y="198"/>
                    <a:pt x="198" y="154"/>
                    <a:pt x="198" y="99"/>
                  </a:cubicBezTo>
                  <a:cubicBezTo>
                    <a:pt x="198" y="44"/>
                    <a:pt x="154" y="1"/>
                    <a:pt x="99" y="1"/>
                  </a:cubicBezTo>
                  <a:close/>
                </a:path>
              </a:pathLst>
            </a:custGeom>
            <a:solidFill>
              <a:srgbClr val="202020">
                <a:alpha val="6266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58" name="Google Shape;958;p45"/>
            <p:cNvSpPr/>
            <p:nvPr/>
          </p:nvSpPr>
          <p:spPr>
            <a:xfrm>
              <a:off x="466721" y="2640216"/>
              <a:ext cx="365644" cy="365962"/>
            </a:xfrm>
            <a:custGeom>
              <a:avLst/>
              <a:gdLst/>
              <a:ahLst/>
              <a:cxnLst/>
              <a:rect l="l" t="t" r="r" b="b"/>
              <a:pathLst>
                <a:path w="1151" h="1152" extrusionOk="0">
                  <a:moveTo>
                    <a:pt x="575" y="66"/>
                  </a:moveTo>
                  <a:cubicBezTo>
                    <a:pt x="745" y="66"/>
                    <a:pt x="895" y="148"/>
                    <a:pt x="987" y="275"/>
                  </a:cubicBezTo>
                  <a:cubicBezTo>
                    <a:pt x="1049" y="360"/>
                    <a:pt x="1084" y="462"/>
                    <a:pt x="1084" y="575"/>
                  </a:cubicBezTo>
                  <a:cubicBezTo>
                    <a:pt x="1084" y="857"/>
                    <a:pt x="855" y="1086"/>
                    <a:pt x="574" y="1086"/>
                  </a:cubicBezTo>
                  <a:cubicBezTo>
                    <a:pt x="461" y="1086"/>
                    <a:pt x="358" y="1050"/>
                    <a:pt x="274" y="987"/>
                  </a:cubicBezTo>
                  <a:cubicBezTo>
                    <a:pt x="147" y="896"/>
                    <a:pt x="64" y="746"/>
                    <a:pt x="64" y="576"/>
                  </a:cubicBezTo>
                  <a:cubicBezTo>
                    <a:pt x="66" y="292"/>
                    <a:pt x="295" y="66"/>
                    <a:pt x="575" y="66"/>
                  </a:cubicBezTo>
                  <a:close/>
                  <a:moveTo>
                    <a:pt x="575" y="1"/>
                  </a:moveTo>
                  <a:cubicBezTo>
                    <a:pt x="258" y="1"/>
                    <a:pt x="1" y="258"/>
                    <a:pt x="1" y="575"/>
                  </a:cubicBezTo>
                  <a:cubicBezTo>
                    <a:pt x="1" y="758"/>
                    <a:pt x="88" y="932"/>
                    <a:pt x="237" y="1040"/>
                  </a:cubicBezTo>
                  <a:cubicBezTo>
                    <a:pt x="335" y="1113"/>
                    <a:pt x="453" y="1151"/>
                    <a:pt x="575" y="1151"/>
                  </a:cubicBezTo>
                  <a:cubicBezTo>
                    <a:pt x="891" y="1151"/>
                    <a:pt x="1150" y="893"/>
                    <a:pt x="1150" y="576"/>
                  </a:cubicBezTo>
                  <a:cubicBezTo>
                    <a:pt x="1150" y="455"/>
                    <a:pt x="1111" y="337"/>
                    <a:pt x="1039" y="238"/>
                  </a:cubicBezTo>
                  <a:cubicBezTo>
                    <a:pt x="932" y="88"/>
                    <a:pt x="758" y="1"/>
                    <a:pt x="5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59" name="Google Shape;959;p45"/>
            <p:cNvSpPr/>
            <p:nvPr/>
          </p:nvSpPr>
          <p:spPr>
            <a:xfrm>
              <a:off x="889542" y="2640216"/>
              <a:ext cx="365644" cy="365962"/>
            </a:xfrm>
            <a:custGeom>
              <a:avLst/>
              <a:gdLst/>
              <a:ahLst/>
              <a:cxnLst/>
              <a:rect l="l" t="t" r="r" b="b"/>
              <a:pathLst>
                <a:path w="1151" h="1152" extrusionOk="0">
                  <a:moveTo>
                    <a:pt x="575" y="66"/>
                  </a:moveTo>
                  <a:cubicBezTo>
                    <a:pt x="745" y="66"/>
                    <a:pt x="895" y="148"/>
                    <a:pt x="987" y="275"/>
                  </a:cubicBezTo>
                  <a:cubicBezTo>
                    <a:pt x="1049" y="360"/>
                    <a:pt x="1084" y="462"/>
                    <a:pt x="1084" y="575"/>
                  </a:cubicBezTo>
                  <a:cubicBezTo>
                    <a:pt x="1084" y="857"/>
                    <a:pt x="855" y="1086"/>
                    <a:pt x="574" y="1086"/>
                  </a:cubicBezTo>
                  <a:cubicBezTo>
                    <a:pt x="462" y="1086"/>
                    <a:pt x="358" y="1050"/>
                    <a:pt x="275" y="987"/>
                  </a:cubicBezTo>
                  <a:cubicBezTo>
                    <a:pt x="147" y="896"/>
                    <a:pt x="64" y="746"/>
                    <a:pt x="64" y="576"/>
                  </a:cubicBezTo>
                  <a:cubicBezTo>
                    <a:pt x="65" y="292"/>
                    <a:pt x="293" y="66"/>
                    <a:pt x="575" y="66"/>
                  </a:cubicBezTo>
                  <a:close/>
                  <a:moveTo>
                    <a:pt x="575" y="1"/>
                  </a:moveTo>
                  <a:cubicBezTo>
                    <a:pt x="259" y="1"/>
                    <a:pt x="1" y="258"/>
                    <a:pt x="1" y="575"/>
                  </a:cubicBezTo>
                  <a:cubicBezTo>
                    <a:pt x="1" y="758"/>
                    <a:pt x="89" y="932"/>
                    <a:pt x="237" y="1040"/>
                  </a:cubicBezTo>
                  <a:cubicBezTo>
                    <a:pt x="336" y="1113"/>
                    <a:pt x="453" y="1151"/>
                    <a:pt x="575" y="1151"/>
                  </a:cubicBezTo>
                  <a:cubicBezTo>
                    <a:pt x="892" y="1151"/>
                    <a:pt x="1150" y="893"/>
                    <a:pt x="1150" y="576"/>
                  </a:cubicBezTo>
                  <a:cubicBezTo>
                    <a:pt x="1150" y="455"/>
                    <a:pt x="1111" y="337"/>
                    <a:pt x="1039" y="238"/>
                  </a:cubicBezTo>
                  <a:cubicBezTo>
                    <a:pt x="932" y="88"/>
                    <a:pt x="758" y="1"/>
                    <a:pt x="5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60" name="Google Shape;960;p45"/>
            <p:cNvSpPr/>
            <p:nvPr/>
          </p:nvSpPr>
          <p:spPr>
            <a:xfrm>
              <a:off x="1314588" y="2640216"/>
              <a:ext cx="365644" cy="365962"/>
            </a:xfrm>
            <a:custGeom>
              <a:avLst/>
              <a:gdLst/>
              <a:ahLst/>
              <a:cxnLst/>
              <a:rect l="l" t="t" r="r" b="b"/>
              <a:pathLst>
                <a:path w="1151" h="1152" extrusionOk="0">
                  <a:moveTo>
                    <a:pt x="575" y="66"/>
                  </a:moveTo>
                  <a:cubicBezTo>
                    <a:pt x="745" y="66"/>
                    <a:pt x="895" y="148"/>
                    <a:pt x="987" y="275"/>
                  </a:cubicBezTo>
                  <a:cubicBezTo>
                    <a:pt x="1049" y="360"/>
                    <a:pt x="1084" y="462"/>
                    <a:pt x="1084" y="575"/>
                  </a:cubicBezTo>
                  <a:cubicBezTo>
                    <a:pt x="1084" y="857"/>
                    <a:pt x="856" y="1086"/>
                    <a:pt x="574" y="1086"/>
                  </a:cubicBezTo>
                  <a:cubicBezTo>
                    <a:pt x="462" y="1086"/>
                    <a:pt x="359" y="1050"/>
                    <a:pt x="274" y="987"/>
                  </a:cubicBezTo>
                  <a:cubicBezTo>
                    <a:pt x="147" y="896"/>
                    <a:pt x="65" y="746"/>
                    <a:pt x="65" y="576"/>
                  </a:cubicBezTo>
                  <a:cubicBezTo>
                    <a:pt x="65" y="292"/>
                    <a:pt x="294" y="66"/>
                    <a:pt x="575" y="66"/>
                  </a:cubicBezTo>
                  <a:close/>
                  <a:moveTo>
                    <a:pt x="575" y="1"/>
                  </a:moveTo>
                  <a:cubicBezTo>
                    <a:pt x="258" y="1"/>
                    <a:pt x="1" y="258"/>
                    <a:pt x="1" y="575"/>
                  </a:cubicBezTo>
                  <a:cubicBezTo>
                    <a:pt x="1" y="758"/>
                    <a:pt x="88" y="932"/>
                    <a:pt x="237" y="1040"/>
                  </a:cubicBezTo>
                  <a:cubicBezTo>
                    <a:pt x="336" y="1113"/>
                    <a:pt x="454" y="1151"/>
                    <a:pt x="575" y="1151"/>
                  </a:cubicBezTo>
                  <a:cubicBezTo>
                    <a:pt x="892" y="1151"/>
                    <a:pt x="1150" y="893"/>
                    <a:pt x="1150" y="576"/>
                  </a:cubicBezTo>
                  <a:cubicBezTo>
                    <a:pt x="1150" y="455"/>
                    <a:pt x="1112" y="337"/>
                    <a:pt x="1040" y="238"/>
                  </a:cubicBezTo>
                  <a:cubicBezTo>
                    <a:pt x="931" y="88"/>
                    <a:pt x="759" y="1"/>
                    <a:pt x="5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61" name="Google Shape;961;p45"/>
            <p:cNvSpPr/>
            <p:nvPr/>
          </p:nvSpPr>
          <p:spPr>
            <a:xfrm>
              <a:off x="1727879" y="2660865"/>
              <a:ext cx="81960" cy="162332"/>
            </a:xfrm>
            <a:custGeom>
              <a:avLst/>
              <a:gdLst/>
              <a:ahLst/>
              <a:cxnLst/>
              <a:rect l="l" t="t" r="r" b="b"/>
              <a:pathLst>
                <a:path w="258" h="511" extrusionOk="0">
                  <a:moveTo>
                    <a:pt x="1" y="1"/>
                  </a:moveTo>
                  <a:lnTo>
                    <a:pt x="1" y="511"/>
                  </a:lnTo>
                  <a:lnTo>
                    <a:pt x="258" y="511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62" name="Google Shape;962;p45"/>
            <p:cNvSpPr/>
            <p:nvPr/>
          </p:nvSpPr>
          <p:spPr>
            <a:xfrm>
              <a:off x="1727879" y="2822560"/>
              <a:ext cx="81960" cy="162650"/>
            </a:xfrm>
            <a:custGeom>
              <a:avLst/>
              <a:gdLst/>
              <a:ahLst/>
              <a:cxnLst/>
              <a:rect l="l" t="t" r="r" b="b"/>
              <a:pathLst>
                <a:path w="258" h="512" extrusionOk="0">
                  <a:moveTo>
                    <a:pt x="1" y="1"/>
                  </a:moveTo>
                  <a:lnTo>
                    <a:pt x="1" y="512"/>
                  </a:lnTo>
                  <a:lnTo>
                    <a:pt x="258" y="512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63" name="Google Shape;963;p45"/>
            <p:cNvSpPr/>
            <p:nvPr/>
          </p:nvSpPr>
          <p:spPr>
            <a:xfrm>
              <a:off x="2966165" y="2696762"/>
              <a:ext cx="74971" cy="237939"/>
            </a:xfrm>
            <a:custGeom>
              <a:avLst/>
              <a:gdLst/>
              <a:ahLst/>
              <a:cxnLst/>
              <a:rect l="l" t="t" r="r" b="b"/>
              <a:pathLst>
                <a:path w="236" h="749" extrusionOk="0">
                  <a:moveTo>
                    <a:pt x="1" y="0"/>
                  </a:moveTo>
                  <a:lnTo>
                    <a:pt x="1" y="749"/>
                  </a:lnTo>
                  <a:lnTo>
                    <a:pt x="236" y="749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64" name="Google Shape;964;p45"/>
            <p:cNvSpPr/>
            <p:nvPr/>
          </p:nvSpPr>
          <p:spPr>
            <a:xfrm>
              <a:off x="2494739" y="3597361"/>
              <a:ext cx="589922" cy="589605"/>
            </a:xfrm>
            <a:custGeom>
              <a:avLst/>
              <a:gdLst/>
              <a:ahLst/>
              <a:cxnLst/>
              <a:rect l="l" t="t" r="r" b="b"/>
              <a:pathLst>
                <a:path w="1857" h="1856" extrusionOk="0">
                  <a:moveTo>
                    <a:pt x="1645" y="151"/>
                  </a:moveTo>
                  <a:cubicBezTo>
                    <a:pt x="1680" y="151"/>
                    <a:pt x="1708" y="179"/>
                    <a:pt x="1708" y="214"/>
                  </a:cubicBezTo>
                  <a:lnTo>
                    <a:pt x="1708" y="1645"/>
                  </a:lnTo>
                  <a:cubicBezTo>
                    <a:pt x="1708" y="1680"/>
                    <a:pt x="1680" y="1709"/>
                    <a:pt x="1645" y="1709"/>
                  </a:cubicBezTo>
                  <a:lnTo>
                    <a:pt x="211" y="1709"/>
                  </a:lnTo>
                  <a:cubicBezTo>
                    <a:pt x="177" y="1709"/>
                    <a:pt x="148" y="1680"/>
                    <a:pt x="148" y="1645"/>
                  </a:cubicBezTo>
                  <a:lnTo>
                    <a:pt x="148" y="214"/>
                  </a:lnTo>
                  <a:cubicBezTo>
                    <a:pt x="148" y="179"/>
                    <a:pt x="177" y="151"/>
                    <a:pt x="211" y="151"/>
                  </a:cubicBezTo>
                  <a:close/>
                  <a:moveTo>
                    <a:pt x="211" y="1"/>
                  </a:moveTo>
                  <a:cubicBezTo>
                    <a:pt x="95" y="1"/>
                    <a:pt x="0" y="96"/>
                    <a:pt x="0" y="213"/>
                  </a:cubicBezTo>
                  <a:lnTo>
                    <a:pt x="0" y="1644"/>
                  </a:lnTo>
                  <a:cubicBezTo>
                    <a:pt x="0" y="1760"/>
                    <a:pt x="95" y="1855"/>
                    <a:pt x="211" y="1855"/>
                  </a:cubicBezTo>
                  <a:lnTo>
                    <a:pt x="1645" y="1855"/>
                  </a:lnTo>
                  <a:cubicBezTo>
                    <a:pt x="1762" y="1855"/>
                    <a:pt x="1857" y="1760"/>
                    <a:pt x="1857" y="1644"/>
                  </a:cubicBezTo>
                  <a:lnTo>
                    <a:pt x="1857" y="213"/>
                  </a:lnTo>
                  <a:cubicBezTo>
                    <a:pt x="1857" y="96"/>
                    <a:pt x="1762" y="1"/>
                    <a:pt x="16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65" name="Google Shape;965;p45"/>
            <p:cNvSpPr/>
            <p:nvPr/>
          </p:nvSpPr>
          <p:spPr>
            <a:xfrm>
              <a:off x="2541755" y="3644694"/>
              <a:ext cx="495891" cy="494938"/>
            </a:xfrm>
            <a:custGeom>
              <a:avLst/>
              <a:gdLst/>
              <a:ahLst/>
              <a:cxnLst/>
              <a:rect l="l" t="t" r="r" b="b"/>
              <a:pathLst>
                <a:path w="1561" h="1558" extrusionOk="0">
                  <a:moveTo>
                    <a:pt x="63" y="0"/>
                  </a:moveTo>
                  <a:cubicBezTo>
                    <a:pt x="29" y="0"/>
                    <a:pt x="0" y="28"/>
                    <a:pt x="0" y="64"/>
                  </a:cubicBezTo>
                  <a:lnTo>
                    <a:pt x="0" y="84"/>
                  </a:lnTo>
                  <a:lnTo>
                    <a:pt x="0" y="1495"/>
                  </a:lnTo>
                  <a:cubicBezTo>
                    <a:pt x="0" y="1530"/>
                    <a:pt x="29" y="1557"/>
                    <a:pt x="63" y="1557"/>
                  </a:cubicBezTo>
                  <a:lnTo>
                    <a:pt x="1497" y="1557"/>
                  </a:lnTo>
                  <a:cubicBezTo>
                    <a:pt x="1532" y="1557"/>
                    <a:pt x="1560" y="1530"/>
                    <a:pt x="1560" y="1495"/>
                  </a:cubicBezTo>
                  <a:lnTo>
                    <a:pt x="1560" y="84"/>
                  </a:lnTo>
                  <a:lnTo>
                    <a:pt x="1560" y="64"/>
                  </a:lnTo>
                  <a:cubicBezTo>
                    <a:pt x="1560" y="30"/>
                    <a:pt x="1532" y="0"/>
                    <a:pt x="14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66" name="Google Shape;966;p45"/>
            <p:cNvSpPr/>
            <p:nvPr/>
          </p:nvSpPr>
          <p:spPr>
            <a:xfrm>
              <a:off x="2541755" y="3644694"/>
              <a:ext cx="495891" cy="494938"/>
            </a:xfrm>
            <a:custGeom>
              <a:avLst/>
              <a:gdLst/>
              <a:ahLst/>
              <a:cxnLst/>
              <a:rect l="l" t="t" r="r" b="b"/>
              <a:pathLst>
                <a:path w="1561" h="1558" extrusionOk="0">
                  <a:moveTo>
                    <a:pt x="63" y="0"/>
                  </a:moveTo>
                  <a:cubicBezTo>
                    <a:pt x="29" y="0"/>
                    <a:pt x="0" y="28"/>
                    <a:pt x="0" y="64"/>
                  </a:cubicBezTo>
                  <a:lnTo>
                    <a:pt x="0" y="84"/>
                  </a:lnTo>
                  <a:lnTo>
                    <a:pt x="0" y="1495"/>
                  </a:lnTo>
                  <a:cubicBezTo>
                    <a:pt x="0" y="1530"/>
                    <a:pt x="29" y="1557"/>
                    <a:pt x="63" y="1557"/>
                  </a:cubicBezTo>
                  <a:lnTo>
                    <a:pt x="83" y="1557"/>
                  </a:lnTo>
                  <a:lnTo>
                    <a:pt x="83" y="84"/>
                  </a:lnTo>
                  <a:lnTo>
                    <a:pt x="1559" y="84"/>
                  </a:lnTo>
                  <a:lnTo>
                    <a:pt x="1559" y="64"/>
                  </a:lnTo>
                  <a:cubicBezTo>
                    <a:pt x="1560" y="30"/>
                    <a:pt x="1532" y="0"/>
                    <a:pt x="1497" y="0"/>
                  </a:cubicBez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67" name="Google Shape;967;p45"/>
            <p:cNvSpPr/>
            <p:nvPr/>
          </p:nvSpPr>
          <p:spPr>
            <a:xfrm>
              <a:off x="2774291" y="3644694"/>
              <a:ext cx="26685" cy="494938"/>
            </a:xfrm>
            <a:custGeom>
              <a:avLst/>
              <a:gdLst/>
              <a:ahLst/>
              <a:cxnLst/>
              <a:rect l="l" t="t" r="r" b="b"/>
              <a:pathLst>
                <a:path w="84" h="1558" extrusionOk="0">
                  <a:moveTo>
                    <a:pt x="0" y="0"/>
                  </a:moveTo>
                  <a:lnTo>
                    <a:pt x="0" y="1557"/>
                  </a:lnTo>
                  <a:lnTo>
                    <a:pt x="84" y="155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68" name="Google Shape;968;p45"/>
            <p:cNvSpPr/>
            <p:nvPr/>
          </p:nvSpPr>
          <p:spPr>
            <a:xfrm>
              <a:off x="2583688" y="4054491"/>
              <a:ext cx="149943" cy="54005"/>
            </a:xfrm>
            <a:custGeom>
              <a:avLst/>
              <a:gdLst/>
              <a:ahLst/>
              <a:cxnLst/>
              <a:rect l="l" t="t" r="r" b="b"/>
              <a:pathLst>
                <a:path w="472" h="170" extrusionOk="0">
                  <a:moveTo>
                    <a:pt x="1" y="0"/>
                  </a:moveTo>
                  <a:lnTo>
                    <a:pt x="1" y="169"/>
                  </a:lnTo>
                  <a:lnTo>
                    <a:pt x="471" y="169"/>
                  </a:lnTo>
                  <a:lnTo>
                    <a:pt x="47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69" name="Google Shape;969;p45"/>
            <p:cNvSpPr/>
            <p:nvPr/>
          </p:nvSpPr>
          <p:spPr>
            <a:xfrm>
              <a:off x="2567486" y="4038290"/>
              <a:ext cx="181392" cy="85455"/>
            </a:xfrm>
            <a:custGeom>
              <a:avLst/>
              <a:gdLst/>
              <a:ahLst/>
              <a:cxnLst/>
              <a:rect l="l" t="t" r="r" b="b"/>
              <a:pathLst>
                <a:path w="571" h="269" extrusionOk="0">
                  <a:moveTo>
                    <a:pt x="521" y="51"/>
                  </a:moveTo>
                  <a:lnTo>
                    <a:pt x="521" y="220"/>
                  </a:lnTo>
                  <a:lnTo>
                    <a:pt x="51" y="220"/>
                  </a:lnTo>
                  <a:lnTo>
                    <a:pt x="51" y="51"/>
                  </a:lnTo>
                  <a:close/>
                  <a:moveTo>
                    <a:pt x="0" y="1"/>
                  </a:moveTo>
                  <a:lnTo>
                    <a:pt x="0" y="50"/>
                  </a:lnTo>
                  <a:lnTo>
                    <a:pt x="0" y="219"/>
                  </a:lnTo>
                  <a:lnTo>
                    <a:pt x="0" y="268"/>
                  </a:lnTo>
                  <a:lnTo>
                    <a:pt x="570" y="268"/>
                  </a:lnTo>
                  <a:lnTo>
                    <a:pt x="570" y="219"/>
                  </a:lnTo>
                  <a:lnTo>
                    <a:pt x="570" y="50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70" name="Google Shape;970;p45"/>
            <p:cNvSpPr/>
            <p:nvPr/>
          </p:nvSpPr>
          <p:spPr>
            <a:xfrm>
              <a:off x="2841637" y="4054491"/>
              <a:ext cx="149625" cy="54005"/>
            </a:xfrm>
            <a:custGeom>
              <a:avLst/>
              <a:gdLst/>
              <a:ahLst/>
              <a:cxnLst/>
              <a:rect l="l" t="t" r="r" b="b"/>
              <a:pathLst>
                <a:path w="471" h="170" extrusionOk="0">
                  <a:moveTo>
                    <a:pt x="0" y="0"/>
                  </a:moveTo>
                  <a:lnTo>
                    <a:pt x="0" y="169"/>
                  </a:lnTo>
                  <a:lnTo>
                    <a:pt x="471" y="169"/>
                  </a:lnTo>
                  <a:lnTo>
                    <a:pt x="47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71" name="Google Shape;971;p45"/>
            <p:cNvSpPr/>
            <p:nvPr/>
          </p:nvSpPr>
          <p:spPr>
            <a:xfrm>
              <a:off x="2825436" y="4038290"/>
              <a:ext cx="181392" cy="85455"/>
            </a:xfrm>
            <a:custGeom>
              <a:avLst/>
              <a:gdLst/>
              <a:ahLst/>
              <a:cxnLst/>
              <a:rect l="l" t="t" r="r" b="b"/>
              <a:pathLst>
                <a:path w="571" h="269" extrusionOk="0">
                  <a:moveTo>
                    <a:pt x="522" y="51"/>
                  </a:moveTo>
                  <a:lnTo>
                    <a:pt x="522" y="220"/>
                  </a:lnTo>
                  <a:lnTo>
                    <a:pt x="51" y="220"/>
                  </a:lnTo>
                  <a:lnTo>
                    <a:pt x="51" y="51"/>
                  </a:lnTo>
                  <a:close/>
                  <a:moveTo>
                    <a:pt x="1" y="1"/>
                  </a:moveTo>
                  <a:lnTo>
                    <a:pt x="1" y="50"/>
                  </a:lnTo>
                  <a:lnTo>
                    <a:pt x="1" y="219"/>
                  </a:lnTo>
                  <a:lnTo>
                    <a:pt x="1" y="268"/>
                  </a:lnTo>
                  <a:lnTo>
                    <a:pt x="571" y="268"/>
                  </a:lnTo>
                  <a:lnTo>
                    <a:pt x="571" y="219"/>
                  </a:lnTo>
                  <a:lnTo>
                    <a:pt x="571" y="50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72" name="Google Shape;972;p45"/>
            <p:cNvSpPr/>
            <p:nvPr/>
          </p:nvSpPr>
          <p:spPr>
            <a:xfrm>
              <a:off x="2244731" y="3156115"/>
              <a:ext cx="794823" cy="278283"/>
            </a:xfrm>
            <a:custGeom>
              <a:avLst/>
              <a:gdLst/>
              <a:ahLst/>
              <a:cxnLst/>
              <a:rect l="l" t="t" r="r" b="b"/>
              <a:pathLst>
                <a:path w="2502" h="876" extrusionOk="0">
                  <a:moveTo>
                    <a:pt x="0" y="1"/>
                  </a:moveTo>
                  <a:lnTo>
                    <a:pt x="0" y="876"/>
                  </a:lnTo>
                  <a:lnTo>
                    <a:pt x="2502" y="876"/>
                  </a:lnTo>
                  <a:lnTo>
                    <a:pt x="25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73" name="Google Shape;973;p45"/>
            <p:cNvSpPr/>
            <p:nvPr/>
          </p:nvSpPr>
          <p:spPr>
            <a:xfrm>
              <a:off x="2200257" y="3111641"/>
              <a:ext cx="883454" cy="366915"/>
            </a:xfrm>
            <a:custGeom>
              <a:avLst/>
              <a:gdLst/>
              <a:ahLst/>
              <a:cxnLst/>
              <a:rect l="l" t="t" r="r" b="b"/>
              <a:pathLst>
                <a:path w="2781" h="1155" extrusionOk="0">
                  <a:moveTo>
                    <a:pt x="2642" y="142"/>
                  </a:moveTo>
                  <a:lnTo>
                    <a:pt x="2642" y="1016"/>
                  </a:lnTo>
                  <a:lnTo>
                    <a:pt x="141" y="1016"/>
                  </a:lnTo>
                  <a:lnTo>
                    <a:pt x="141" y="142"/>
                  </a:lnTo>
                  <a:close/>
                  <a:moveTo>
                    <a:pt x="0" y="1"/>
                  </a:moveTo>
                  <a:lnTo>
                    <a:pt x="0" y="1155"/>
                  </a:lnTo>
                  <a:lnTo>
                    <a:pt x="2781" y="1155"/>
                  </a:lnTo>
                  <a:lnTo>
                    <a:pt x="278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74" name="Google Shape;974;p45"/>
            <p:cNvSpPr/>
            <p:nvPr/>
          </p:nvSpPr>
          <p:spPr>
            <a:xfrm>
              <a:off x="2101144" y="3111641"/>
              <a:ext cx="99432" cy="366915"/>
            </a:xfrm>
            <a:custGeom>
              <a:avLst/>
              <a:gdLst/>
              <a:ahLst/>
              <a:cxnLst/>
              <a:rect l="l" t="t" r="r" b="b"/>
              <a:pathLst>
                <a:path w="313" h="1155" extrusionOk="0">
                  <a:moveTo>
                    <a:pt x="0" y="1"/>
                  </a:moveTo>
                  <a:lnTo>
                    <a:pt x="0" y="1155"/>
                  </a:lnTo>
                  <a:lnTo>
                    <a:pt x="312" y="1155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75" name="Google Shape;975;p45"/>
            <p:cNvSpPr/>
            <p:nvPr/>
          </p:nvSpPr>
          <p:spPr>
            <a:xfrm>
              <a:off x="2009019" y="3211708"/>
              <a:ext cx="92443" cy="167097"/>
            </a:xfrm>
            <a:custGeom>
              <a:avLst/>
              <a:gdLst/>
              <a:ahLst/>
              <a:cxnLst/>
              <a:rect l="l" t="t" r="r" b="b"/>
              <a:pathLst>
                <a:path w="291" h="526" extrusionOk="0">
                  <a:moveTo>
                    <a:pt x="0" y="0"/>
                  </a:moveTo>
                  <a:lnTo>
                    <a:pt x="0" y="525"/>
                  </a:lnTo>
                  <a:lnTo>
                    <a:pt x="290" y="525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76" name="Google Shape;976;p45"/>
            <p:cNvSpPr/>
            <p:nvPr/>
          </p:nvSpPr>
          <p:spPr>
            <a:xfrm>
              <a:off x="2294606" y="3184070"/>
              <a:ext cx="99432" cy="222690"/>
            </a:xfrm>
            <a:custGeom>
              <a:avLst/>
              <a:gdLst/>
              <a:ahLst/>
              <a:cxnLst/>
              <a:rect l="l" t="t" r="r" b="b"/>
              <a:pathLst>
                <a:path w="313" h="701" extrusionOk="0">
                  <a:moveTo>
                    <a:pt x="1" y="0"/>
                  </a:moveTo>
                  <a:lnTo>
                    <a:pt x="1" y="701"/>
                  </a:lnTo>
                  <a:lnTo>
                    <a:pt x="313" y="70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77" name="Google Shape;977;p45"/>
            <p:cNvSpPr/>
            <p:nvPr/>
          </p:nvSpPr>
          <p:spPr>
            <a:xfrm>
              <a:off x="2443912" y="3184070"/>
              <a:ext cx="99432" cy="222690"/>
            </a:xfrm>
            <a:custGeom>
              <a:avLst/>
              <a:gdLst/>
              <a:ahLst/>
              <a:cxnLst/>
              <a:rect l="l" t="t" r="r" b="b"/>
              <a:pathLst>
                <a:path w="313" h="701" extrusionOk="0">
                  <a:moveTo>
                    <a:pt x="0" y="0"/>
                  </a:moveTo>
                  <a:lnTo>
                    <a:pt x="0" y="701"/>
                  </a:lnTo>
                  <a:lnTo>
                    <a:pt x="312" y="701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78" name="Google Shape;978;p45"/>
            <p:cNvSpPr/>
            <p:nvPr/>
          </p:nvSpPr>
          <p:spPr>
            <a:xfrm>
              <a:off x="2592265" y="3184070"/>
              <a:ext cx="99750" cy="222690"/>
            </a:xfrm>
            <a:custGeom>
              <a:avLst/>
              <a:gdLst/>
              <a:ahLst/>
              <a:cxnLst/>
              <a:rect l="l" t="t" r="r" b="b"/>
              <a:pathLst>
                <a:path w="314" h="701" extrusionOk="0">
                  <a:moveTo>
                    <a:pt x="0" y="0"/>
                  </a:moveTo>
                  <a:lnTo>
                    <a:pt x="0" y="701"/>
                  </a:lnTo>
                  <a:lnTo>
                    <a:pt x="314" y="70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79" name="Google Shape;979;p45"/>
            <p:cNvSpPr/>
            <p:nvPr/>
          </p:nvSpPr>
          <p:spPr>
            <a:xfrm>
              <a:off x="2741253" y="3184070"/>
              <a:ext cx="99432" cy="222690"/>
            </a:xfrm>
            <a:custGeom>
              <a:avLst/>
              <a:gdLst/>
              <a:ahLst/>
              <a:cxnLst/>
              <a:rect l="l" t="t" r="r" b="b"/>
              <a:pathLst>
                <a:path w="313" h="701" extrusionOk="0">
                  <a:moveTo>
                    <a:pt x="1" y="0"/>
                  </a:moveTo>
                  <a:lnTo>
                    <a:pt x="1" y="701"/>
                  </a:lnTo>
                  <a:lnTo>
                    <a:pt x="313" y="70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80" name="Google Shape;980;p45"/>
            <p:cNvSpPr/>
            <p:nvPr/>
          </p:nvSpPr>
          <p:spPr>
            <a:xfrm>
              <a:off x="2890241" y="3184070"/>
              <a:ext cx="99750" cy="222690"/>
            </a:xfrm>
            <a:custGeom>
              <a:avLst/>
              <a:gdLst/>
              <a:ahLst/>
              <a:cxnLst/>
              <a:rect l="l" t="t" r="r" b="b"/>
              <a:pathLst>
                <a:path w="314" h="701" extrusionOk="0">
                  <a:moveTo>
                    <a:pt x="0" y="0"/>
                  </a:moveTo>
                  <a:lnTo>
                    <a:pt x="0" y="701"/>
                  </a:lnTo>
                  <a:lnTo>
                    <a:pt x="313" y="70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81" name="Google Shape;981;p45"/>
            <p:cNvSpPr/>
            <p:nvPr/>
          </p:nvSpPr>
          <p:spPr>
            <a:xfrm>
              <a:off x="2101144" y="3111641"/>
              <a:ext cx="983522" cy="183934"/>
            </a:xfrm>
            <a:custGeom>
              <a:avLst/>
              <a:gdLst/>
              <a:ahLst/>
              <a:cxnLst/>
              <a:rect l="l" t="t" r="r" b="b"/>
              <a:pathLst>
                <a:path w="3096" h="579" extrusionOk="0">
                  <a:moveTo>
                    <a:pt x="0" y="1"/>
                  </a:moveTo>
                  <a:lnTo>
                    <a:pt x="0" y="578"/>
                  </a:lnTo>
                  <a:lnTo>
                    <a:pt x="3096" y="578"/>
                  </a:lnTo>
                  <a:lnTo>
                    <a:pt x="309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82" name="Google Shape;982;p45"/>
            <p:cNvSpPr/>
            <p:nvPr/>
          </p:nvSpPr>
          <p:spPr>
            <a:xfrm>
              <a:off x="2101144" y="3110688"/>
              <a:ext cx="983522" cy="101338"/>
            </a:xfrm>
            <a:custGeom>
              <a:avLst/>
              <a:gdLst/>
              <a:ahLst/>
              <a:cxnLst/>
              <a:rect l="l" t="t" r="r" b="b"/>
              <a:pathLst>
                <a:path w="3096" h="319" extrusionOk="0">
                  <a:moveTo>
                    <a:pt x="0" y="1"/>
                  </a:moveTo>
                  <a:lnTo>
                    <a:pt x="0" y="318"/>
                  </a:lnTo>
                  <a:lnTo>
                    <a:pt x="3096" y="318"/>
                  </a:lnTo>
                  <a:lnTo>
                    <a:pt x="309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83" name="Google Shape;983;p45"/>
            <p:cNvSpPr/>
            <p:nvPr/>
          </p:nvSpPr>
          <p:spPr>
            <a:xfrm>
              <a:off x="2101144" y="3376897"/>
              <a:ext cx="983522" cy="101656"/>
            </a:xfrm>
            <a:custGeom>
              <a:avLst/>
              <a:gdLst/>
              <a:ahLst/>
              <a:cxnLst/>
              <a:rect l="l" t="t" r="r" b="b"/>
              <a:pathLst>
                <a:path w="3096" h="320" extrusionOk="0">
                  <a:moveTo>
                    <a:pt x="0" y="1"/>
                  </a:moveTo>
                  <a:lnTo>
                    <a:pt x="0" y="320"/>
                  </a:lnTo>
                  <a:lnTo>
                    <a:pt x="3096" y="320"/>
                  </a:lnTo>
                  <a:lnTo>
                    <a:pt x="309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84" name="Google Shape;984;p45"/>
            <p:cNvSpPr/>
            <p:nvPr/>
          </p:nvSpPr>
          <p:spPr>
            <a:xfrm>
              <a:off x="389526" y="1638915"/>
              <a:ext cx="378033" cy="8260"/>
            </a:xfrm>
            <a:custGeom>
              <a:avLst/>
              <a:gdLst/>
              <a:ahLst/>
              <a:cxnLst/>
              <a:rect l="l" t="t" r="r" b="b"/>
              <a:pathLst>
                <a:path w="1190" h="26" extrusionOk="0">
                  <a:moveTo>
                    <a:pt x="1" y="0"/>
                  </a:moveTo>
                  <a:lnTo>
                    <a:pt x="1" y="26"/>
                  </a:lnTo>
                  <a:lnTo>
                    <a:pt x="1190" y="26"/>
                  </a:lnTo>
                  <a:lnTo>
                    <a:pt x="11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85" name="Google Shape;985;p45"/>
            <p:cNvSpPr/>
            <p:nvPr/>
          </p:nvSpPr>
          <p:spPr>
            <a:xfrm>
              <a:off x="389526" y="1702449"/>
              <a:ext cx="378033" cy="8260"/>
            </a:xfrm>
            <a:custGeom>
              <a:avLst/>
              <a:gdLst/>
              <a:ahLst/>
              <a:cxnLst/>
              <a:rect l="l" t="t" r="r" b="b"/>
              <a:pathLst>
                <a:path w="1190" h="26" extrusionOk="0">
                  <a:moveTo>
                    <a:pt x="1" y="0"/>
                  </a:moveTo>
                  <a:lnTo>
                    <a:pt x="1" y="26"/>
                  </a:lnTo>
                  <a:lnTo>
                    <a:pt x="1190" y="26"/>
                  </a:lnTo>
                  <a:lnTo>
                    <a:pt x="11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86" name="Google Shape;986;p45"/>
            <p:cNvSpPr/>
            <p:nvPr/>
          </p:nvSpPr>
          <p:spPr>
            <a:xfrm>
              <a:off x="389526" y="1606830"/>
              <a:ext cx="378033" cy="8577"/>
            </a:xfrm>
            <a:custGeom>
              <a:avLst/>
              <a:gdLst/>
              <a:ahLst/>
              <a:cxnLst/>
              <a:rect l="l" t="t" r="r" b="b"/>
              <a:pathLst>
                <a:path w="1190" h="27" extrusionOk="0">
                  <a:moveTo>
                    <a:pt x="1" y="1"/>
                  </a:moveTo>
                  <a:lnTo>
                    <a:pt x="1" y="26"/>
                  </a:lnTo>
                  <a:lnTo>
                    <a:pt x="1190" y="26"/>
                  </a:lnTo>
                  <a:lnTo>
                    <a:pt x="11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87" name="Google Shape;987;p45"/>
            <p:cNvSpPr/>
            <p:nvPr/>
          </p:nvSpPr>
          <p:spPr>
            <a:xfrm>
              <a:off x="389526" y="1622714"/>
              <a:ext cx="378033" cy="8260"/>
            </a:xfrm>
            <a:custGeom>
              <a:avLst/>
              <a:gdLst/>
              <a:ahLst/>
              <a:cxnLst/>
              <a:rect l="l" t="t" r="r" b="b"/>
              <a:pathLst>
                <a:path w="1190" h="26" extrusionOk="0">
                  <a:moveTo>
                    <a:pt x="1" y="1"/>
                  </a:moveTo>
                  <a:lnTo>
                    <a:pt x="1" y="25"/>
                  </a:lnTo>
                  <a:lnTo>
                    <a:pt x="1190" y="25"/>
                  </a:lnTo>
                  <a:lnTo>
                    <a:pt x="11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88" name="Google Shape;988;p45"/>
            <p:cNvSpPr/>
            <p:nvPr/>
          </p:nvSpPr>
          <p:spPr>
            <a:xfrm>
              <a:off x="389526" y="1686566"/>
              <a:ext cx="378033" cy="8577"/>
            </a:xfrm>
            <a:custGeom>
              <a:avLst/>
              <a:gdLst/>
              <a:ahLst/>
              <a:cxnLst/>
              <a:rect l="l" t="t" r="r" b="b"/>
              <a:pathLst>
                <a:path w="1190" h="27" extrusionOk="0">
                  <a:moveTo>
                    <a:pt x="1" y="1"/>
                  </a:moveTo>
                  <a:lnTo>
                    <a:pt x="1" y="27"/>
                  </a:lnTo>
                  <a:lnTo>
                    <a:pt x="1190" y="27"/>
                  </a:lnTo>
                  <a:lnTo>
                    <a:pt x="11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89" name="Google Shape;989;p45"/>
            <p:cNvSpPr/>
            <p:nvPr/>
          </p:nvSpPr>
          <p:spPr>
            <a:xfrm>
              <a:off x="389526" y="1670682"/>
              <a:ext cx="378033" cy="8260"/>
            </a:xfrm>
            <a:custGeom>
              <a:avLst/>
              <a:gdLst/>
              <a:ahLst/>
              <a:cxnLst/>
              <a:rect l="l" t="t" r="r" b="b"/>
              <a:pathLst>
                <a:path w="1190" h="26" extrusionOk="0">
                  <a:moveTo>
                    <a:pt x="1" y="1"/>
                  </a:moveTo>
                  <a:lnTo>
                    <a:pt x="1" y="25"/>
                  </a:lnTo>
                  <a:lnTo>
                    <a:pt x="1190" y="25"/>
                  </a:lnTo>
                  <a:lnTo>
                    <a:pt x="11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90" name="Google Shape;990;p45"/>
            <p:cNvSpPr/>
            <p:nvPr/>
          </p:nvSpPr>
          <p:spPr>
            <a:xfrm>
              <a:off x="389526" y="1590947"/>
              <a:ext cx="377398" cy="8577"/>
            </a:xfrm>
            <a:custGeom>
              <a:avLst/>
              <a:gdLst/>
              <a:ahLst/>
              <a:cxnLst/>
              <a:rect l="l" t="t" r="r" b="b"/>
              <a:pathLst>
                <a:path w="1188" h="27" extrusionOk="0">
                  <a:moveTo>
                    <a:pt x="6" y="0"/>
                  </a:moveTo>
                  <a:cubicBezTo>
                    <a:pt x="4" y="8"/>
                    <a:pt x="3" y="16"/>
                    <a:pt x="1" y="26"/>
                  </a:cubicBezTo>
                  <a:lnTo>
                    <a:pt x="1188" y="26"/>
                  </a:lnTo>
                  <a:cubicBezTo>
                    <a:pt x="1187" y="17"/>
                    <a:pt x="1186" y="8"/>
                    <a:pt x="11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91" name="Google Shape;991;p45"/>
            <p:cNvSpPr/>
            <p:nvPr/>
          </p:nvSpPr>
          <p:spPr>
            <a:xfrm>
              <a:off x="389526" y="1654481"/>
              <a:ext cx="378033" cy="8260"/>
            </a:xfrm>
            <a:custGeom>
              <a:avLst/>
              <a:gdLst/>
              <a:ahLst/>
              <a:cxnLst/>
              <a:rect l="l" t="t" r="r" b="b"/>
              <a:pathLst>
                <a:path w="1190" h="26" extrusionOk="0">
                  <a:moveTo>
                    <a:pt x="1" y="0"/>
                  </a:moveTo>
                  <a:lnTo>
                    <a:pt x="1" y="26"/>
                  </a:lnTo>
                  <a:lnTo>
                    <a:pt x="1190" y="26"/>
                  </a:lnTo>
                  <a:lnTo>
                    <a:pt x="11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92" name="Google Shape;992;p45"/>
            <p:cNvSpPr/>
            <p:nvPr/>
          </p:nvSpPr>
          <p:spPr>
            <a:xfrm>
              <a:off x="409222" y="1559179"/>
              <a:ext cx="338324" cy="8260"/>
            </a:xfrm>
            <a:custGeom>
              <a:avLst/>
              <a:gdLst/>
              <a:ahLst/>
              <a:cxnLst/>
              <a:rect l="l" t="t" r="r" b="b"/>
              <a:pathLst>
                <a:path w="1065" h="26" extrusionOk="0">
                  <a:moveTo>
                    <a:pt x="78" y="1"/>
                  </a:moveTo>
                  <a:cubicBezTo>
                    <a:pt x="50" y="1"/>
                    <a:pt x="23" y="9"/>
                    <a:pt x="1" y="26"/>
                  </a:cubicBezTo>
                  <a:lnTo>
                    <a:pt x="1065" y="26"/>
                  </a:lnTo>
                  <a:cubicBezTo>
                    <a:pt x="1043" y="9"/>
                    <a:pt x="1017" y="1"/>
                    <a:pt x="9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93" name="Google Shape;993;p45"/>
            <p:cNvSpPr/>
            <p:nvPr/>
          </p:nvSpPr>
          <p:spPr>
            <a:xfrm>
              <a:off x="394609" y="1574745"/>
              <a:ext cx="367868" cy="8260"/>
            </a:xfrm>
            <a:custGeom>
              <a:avLst/>
              <a:gdLst/>
              <a:ahLst/>
              <a:cxnLst/>
              <a:rect l="l" t="t" r="r" b="b"/>
              <a:pathLst>
                <a:path w="1158" h="26" extrusionOk="0">
                  <a:moveTo>
                    <a:pt x="19" y="0"/>
                  </a:moveTo>
                  <a:cubicBezTo>
                    <a:pt x="12" y="9"/>
                    <a:pt x="6" y="16"/>
                    <a:pt x="1" y="26"/>
                  </a:cubicBezTo>
                  <a:lnTo>
                    <a:pt x="1158" y="26"/>
                  </a:lnTo>
                  <a:cubicBezTo>
                    <a:pt x="1153" y="16"/>
                    <a:pt x="1147" y="9"/>
                    <a:pt x="11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94" name="Google Shape;994;p45"/>
            <p:cNvSpPr/>
            <p:nvPr/>
          </p:nvSpPr>
          <p:spPr>
            <a:xfrm>
              <a:off x="389526" y="1694508"/>
              <a:ext cx="378033" cy="8260"/>
            </a:xfrm>
            <a:custGeom>
              <a:avLst/>
              <a:gdLst/>
              <a:ahLst/>
              <a:cxnLst/>
              <a:rect l="l" t="t" r="r" b="b"/>
              <a:pathLst>
                <a:path w="1190" h="26" extrusionOk="0">
                  <a:moveTo>
                    <a:pt x="1" y="1"/>
                  </a:moveTo>
                  <a:lnTo>
                    <a:pt x="1" y="25"/>
                  </a:lnTo>
                  <a:lnTo>
                    <a:pt x="1190" y="25"/>
                  </a:lnTo>
                  <a:lnTo>
                    <a:pt x="11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95" name="Google Shape;995;p45"/>
            <p:cNvSpPr/>
            <p:nvPr/>
          </p:nvSpPr>
          <p:spPr>
            <a:xfrm>
              <a:off x="389526" y="1678624"/>
              <a:ext cx="378033" cy="8260"/>
            </a:xfrm>
            <a:custGeom>
              <a:avLst/>
              <a:gdLst/>
              <a:ahLst/>
              <a:cxnLst/>
              <a:rect l="l" t="t" r="r" b="b"/>
              <a:pathLst>
                <a:path w="1190" h="26" extrusionOk="0">
                  <a:moveTo>
                    <a:pt x="1" y="0"/>
                  </a:moveTo>
                  <a:lnTo>
                    <a:pt x="1" y="26"/>
                  </a:lnTo>
                  <a:lnTo>
                    <a:pt x="1190" y="26"/>
                  </a:lnTo>
                  <a:lnTo>
                    <a:pt x="11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96" name="Google Shape;996;p45"/>
            <p:cNvSpPr/>
            <p:nvPr/>
          </p:nvSpPr>
          <p:spPr>
            <a:xfrm>
              <a:off x="389526" y="1662740"/>
              <a:ext cx="378033" cy="8260"/>
            </a:xfrm>
            <a:custGeom>
              <a:avLst/>
              <a:gdLst/>
              <a:ahLst/>
              <a:cxnLst/>
              <a:rect l="l" t="t" r="r" b="b"/>
              <a:pathLst>
                <a:path w="1190" h="26" extrusionOk="0">
                  <a:moveTo>
                    <a:pt x="1" y="0"/>
                  </a:moveTo>
                  <a:lnTo>
                    <a:pt x="1" y="26"/>
                  </a:lnTo>
                  <a:lnTo>
                    <a:pt x="1190" y="26"/>
                  </a:lnTo>
                  <a:lnTo>
                    <a:pt x="11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97" name="Google Shape;997;p45"/>
            <p:cNvSpPr/>
            <p:nvPr/>
          </p:nvSpPr>
          <p:spPr>
            <a:xfrm>
              <a:off x="389526" y="1646857"/>
              <a:ext cx="378033" cy="8260"/>
            </a:xfrm>
            <a:custGeom>
              <a:avLst/>
              <a:gdLst/>
              <a:ahLst/>
              <a:cxnLst/>
              <a:rect l="l" t="t" r="r" b="b"/>
              <a:pathLst>
                <a:path w="1190" h="26" extrusionOk="0">
                  <a:moveTo>
                    <a:pt x="1" y="1"/>
                  </a:moveTo>
                  <a:lnTo>
                    <a:pt x="1" y="25"/>
                  </a:lnTo>
                  <a:lnTo>
                    <a:pt x="1190" y="25"/>
                  </a:lnTo>
                  <a:lnTo>
                    <a:pt x="11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98" name="Google Shape;998;p45"/>
            <p:cNvSpPr/>
            <p:nvPr/>
          </p:nvSpPr>
          <p:spPr>
            <a:xfrm>
              <a:off x="389526" y="1630656"/>
              <a:ext cx="378033" cy="8577"/>
            </a:xfrm>
            <a:custGeom>
              <a:avLst/>
              <a:gdLst/>
              <a:ahLst/>
              <a:cxnLst/>
              <a:rect l="l" t="t" r="r" b="b"/>
              <a:pathLst>
                <a:path w="1190" h="27" extrusionOk="0">
                  <a:moveTo>
                    <a:pt x="1" y="0"/>
                  </a:moveTo>
                  <a:lnTo>
                    <a:pt x="1" y="26"/>
                  </a:lnTo>
                  <a:lnTo>
                    <a:pt x="1190" y="26"/>
                  </a:lnTo>
                  <a:lnTo>
                    <a:pt x="11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99" name="Google Shape;999;p45"/>
            <p:cNvSpPr/>
            <p:nvPr/>
          </p:nvSpPr>
          <p:spPr>
            <a:xfrm>
              <a:off x="389526" y="1614772"/>
              <a:ext cx="378033" cy="8260"/>
            </a:xfrm>
            <a:custGeom>
              <a:avLst/>
              <a:gdLst/>
              <a:ahLst/>
              <a:cxnLst/>
              <a:rect l="l" t="t" r="r" b="b"/>
              <a:pathLst>
                <a:path w="1190" h="26" extrusionOk="0">
                  <a:moveTo>
                    <a:pt x="1" y="0"/>
                  </a:moveTo>
                  <a:lnTo>
                    <a:pt x="1" y="26"/>
                  </a:lnTo>
                  <a:lnTo>
                    <a:pt x="1190" y="26"/>
                  </a:lnTo>
                  <a:lnTo>
                    <a:pt x="11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00" name="Google Shape;1000;p45"/>
            <p:cNvSpPr/>
            <p:nvPr/>
          </p:nvSpPr>
          <p:spPr>
            <a:xfrm>
              <a:off x="389526" y="1599206"/>
              <a:ext cx="378033" cy="7942"/>
            </a:xfrm>
            <a:custGeom>
              <a:avLst/>
              <a:gdLst/>
              <a:ahLst/>
              <a:cxnLst/>
              <a:rect l="l" t="t" r="r" b="b"/>
              <a:pathLst>
                <a:path w="1190" h="25" extrusionOk="0">
                  <a:moveTo>
                    <a:pt x="1" y="0"/>
                  </a:moveTo>
                  <a:lnTo>
                    <a:pt x="1" y="14"/>
                  </a:lnTo>
                  <a:lnTo>
                    <a:pt x="1" y="25"/>
                  </a:lnTo>
                  <a:lnTo>
                    <a:pt x="1190" y="25"/>
                  </a:lnTo>
                  <a:lnTo>
                    <a:pt x="1190" y="14"/>
                  </a:lnTo>
                  <a:cubicBezTo>
                    <a:pt x="1190" y="9"/>
                    <a:pt x="1190" y="3"/>
                    <a:pt x="11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01" name="Google Shape;1001;p45"/>
            <p:cNvSpPr/>
            <p:nvPr/>
          </p:nvSpPr>
          <p:spPr>
            <a:xfrm>
              <a:off x="391432" y="1582687"/>
              <a:ext cx="373903" cy="8577"/>
            </a:xfrm>
            <a:custGeom>
              <a:avLst/>
              <a:gdLst/>
              <a:ahLst/>
              <a:cxnLst/>
              <a:rect l="l" t="t" r="r" b="b"/>
              <a:pathLst>
                <a:path w="1177" h="27" extrusionOk="0">
                  <a:moveTo>
                    <a:pt x="10" y="1"/>
                  </a:moveTo>
                  <a:cubicBezTo>
                    <a:pt x="8" y="9"/>
                    <a:pt x="3" y="17"/>
                    <a:pt x="0" y="26"/>
                  </a:cubicBezTo>
                  <a:lnTo>
                    <a:pt x="1176" y="26"/>
                  </a:lnTo>
                  <a:cubicBezTo>
                    <a:pt x="1174" y="17"/>
                    <a:pt x="1170" y="9"/>
                    <a:pt x="1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02" name="Google Shape;1002;p45"/>
            <p:cNvSpPr/>
            <p:nvPr/>
          </p:nvSpPr>
          <p:spPr>
            <a:xfrm>
              <a:off x="400645" y="1567121"/>
              <a:ext cx="356114" cy="8577"/>
            </a:xfrm>
            <a:custGeom>
              <a:avLst/>
              <a:gdLst/>
              <a:ahLst/>
              <a:cxnLst/>
              <a:rect l="l" t="t" r="r" b="b"/>
              <a:pathLst>
                <a:path w="1121" h="27" extrusionOk="0">
                  <a:moveTo>
                    <a:pt x="28" y="1"/>
                  </a:moveTo>
                  <a:cubicBezTo>
                    <a:pt x="17" y="7"/>
                    <a:pt x="8" y="17"/>
                    <a:pt x="0" y="26"/>
                  </a:cubicBezTo>
                  <a:lnTo>
                    <a:pt x="1121" y="26"/>
                  </a:lnTo>
                  <a:cubicBezTo>
                    <a:pt x="1112" y="15"/>
                    <a:pt x="1103" y="7"/>
                    <a:pt x="10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03" name="Google Shape;1003;p45"/>
            <p:cNvSpPr/>
            <p:nvPr/>
          </p:nvSpPr>
          <p:spPr>
            <a:xfrm>
              <a:off x="389526" y="1710391"/>
              <a:ext cx="378033" cy="383434"/>
            </a:xfrm>
            <a:custGeom>
              <a:avLst/>
              <a:gdLst/>
              <a:ahLst/>
              <a:cxnLst/>
              <a:rect l="l" t="t" r="r" b="b"/>
              <a:pathLst>
                <a:path w="1190" h="1207" extrusionOk="0">
                  <a:moveTo>
                    <a:pt x="1" y="1"/>
                  </a:moveTo>
                  <a:lnTo>
                    <a:pt x="1" y="1068"/>
                  </a:lnTo>
                  <a:cubicBezTo>
                    <a:pt x="1" y="1144"/>
                    <a:pt x="64" y="1207"/>
                    <a:pt x="140" y="1207"/>
                  </a:cubicBezTo>
                  <a:lnTo>
                    <a:pt x="1051" y="1207"/>
                  </a:lnTo>
                  <a:cubicBezTo>
                    <a:pt x="1127" y="1207"/>
                    <a:pt x="1190" y="1144"/>
                    <a:pt x="1190" y="1068"/>
                  </a:cubicBezTo>
                  <a:lnTo>
                    <a:pt x="11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04" name="Google Shape;1004;p45"/>
            <p:cNvSpPr/>
            <p:nvPr/>
          </p:nvSpPr>
          <p:spPr>
            <a:xfrm>
              <a:off x="415258" y="1729451"/>
              <a:ext cx="326570" cy="340865"/>
            </a:xfrm>
            <a:custGeom>
              <a:avLst/>
              <a:gdLst/>
              <a:ahLst/>
              <a:cxnLst/>
              <a:rect l="l" t="t" r="r" b="b"/>
              <a:pathLst>
                <a:path w="1028" h="1073" extrusionOk="0">
                  <a:moveTo>
                    <a:pt x="911" y="26"/>
                  </a:moveTo>
                  <a:cubicBezTo>
                    <a:pt x="961" y="26"/>
                    <a:pt x="1003" y="68"/>
                    <a:pt x="1003" y="119"/>
                  </a:cubicBezTo>
                  <a:lnTo>
                    <a:pt x="1003" y="954"/>
                  </a:lnTo>
                  <a:cubicBezTo>
                    <a:pt x="1003" y="1005"/>
                    <a:pt x="961" y="1046"/>
                    <a:pt x="911" y="1046"/>
                  </a:cubicBezTo>
                  <a:lnTo>
                    <a:pt x="118" y="1046"/>
                  </a:lnTo>
                  <a:cubicBezTo>
                    <a:pt x="67" y="1046"/>
                    <a:pt x="26" y="1005"/>
                    <a:pt x="26" y="954"/>
                  </a:cubicBezTo>
                  <a:lnTo>
                    <a:pt x="26" y="119"/>
                  </a:lnTo>
                  <a:cubicBezTo>
                    <a:pt x="26" y="68"/>
                    <a:pt x="67" y="26"/>
                    <a:pt x="118" y="26"/>
                  </a:cubicBezTo>
                  <a:close/>
                  <a:moveTo>
                    <a:pt x="118" y="1"/>
                  </a:moveTo>
                  <a:cubicBezTo>
                    <a:pt x="52" y="1"/>
                    <a:pt x="0" y="54"/>
                    <a:pt x="0" y="119"/>
                  </a:cubicBezTo>
                  <a:lnTo>
                    <a:pt x="0" y="954"/>
                  </a:lnTo>
                  <a:cubicBezTo>
                    <a:pt x="0" y="1020"/>
                    <a:pt x="52" y="1072"/>
                    <a:pt x="118" y="1072"/>
                  </a:cubicBezTo>
                  <a:lnTo>
                    <a:pt x="911" y="1072"/>
                  </a:lnTo>
                  <a:cubicBezTo>
                    <a:pt x="975" y="1072"/>
                    <a:pt x="1027" y="1019"/>
                    <a:pt x="1028" y="954"/>
                  </a:cubicBezTo>
                  <a:lnTo>
                    <a:pt x="1028" y="119"/>
                  </a:lnTo>
                  <a:cubicBezTo>
                    <a:pt x="1028" y="53"/>
                    <a:pt x="976" y="1"/>
                    <a:pt x="9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05" name="Google Shape;1005;p45"/>
            <p:cNvSpPr/>
            <p:nvPr/>
          </p:nvSpPr>
          <p:spPr>
            <a:xfrm>
              <a:off x="495946" y="1789809"/>
              <a:ext cx="163920" cy="164556"/>
            </a:xfrm>
            <a:custGeom>
              <a:avLst/>
              <a:gdLst/>
              <a:ahLst/>
              <a:cxnLst/>
              <a:rect l="l" t="t" r="r" b="b"/>
              <a:pathLst>
                <a:path w="516" h="518" extrusionOk="0">
                  <a:moveTo>
                    <a:pt x="260" y="1"/>
                  </a:moveTo>
                  <a:cubicBezTo>
                    <a:pt x="260" y="1"/>
                    <a:pt x="259" y="1"/>
                    <a:pt x="258" y="1"/>
                  </a:cubicBezTo>
                  <a:cubicBezTo>
                    <a:pt x="115" y="1"/>
                    <a:pt x="1" y="116"/>
                    <a:pt x="1" y="259"/>
                  </a:cubicBezTo>
                  <a:cubicBezTo>
                    <a:pt x="1" y="402"/>
                    <a:pt x="115" y="517"/>
                    <a:pt x="258" y="517"/>
                  </a:cubicBezTo>
                  <a:cubicBezTo>
                    <a:pt x="402" y="517"/>
                    <a:pt x="516" y="402"/>
                    <a:pt x="516" y="259"/>
                  </a:cubicBezTo>
                  <a:cubicBezTo>
                    <a:pt x="516" y="117"/>
                    <a:pt x="403" y="1"/>
                    <a:pt x="260" y="1"/>
                  </a:cubicBezTo>
                  <a:close/>
                </a:path>
              </a:pathLst>
            </a:custGeom>
            <a:solidFill>
              <a:srgbClr val="202020">
                <a:alpha val="6266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06" name="Google Shape;1006;p45"/>
            <p:cNvSpPr/>
            <p:nvPr/>
          </p:nvSpPr>
          <p:spPr>
            <a:xfrm>
              <a:off x="676384" y="1950869"/>
              <a:ext cx="37486" cy="37803"/>
            </a:xfrm>
            <a:custGeom>
              <a:avLst/>
              <a:gdLst/>
              <a:ahLst/>
              <a:cxnLst/>
              <a:rect l="l" t="t" r="r" b="b"/>
              <a:pathLst>
                <a:path w="118" h="119" extrusionOk="0">
                  <a:moveTo>
                    <a:pt x="59" y="1"/>
                  </a:moveTo>
                  <a:cubicBezTo>
                    <a:pt x="27" y="1"/>
                    <a:pt x="0" y="28"/>
                    <a:pt x="0" y="60"/>
                  </a:cubicBezTo>
                  <a:cubicBezTo>
                    <a:pt x="0" y="92"/>
                    <a:pt x="27" y="118"/>
                    <a:pt x="59" y="118"/>
                  </a:cubicBezTo>
                  <a:cubicBezTo>
                    <a:pt x="91" y="118"/>
                    <a:pt x="118" y="92"/>
                    <a:pt x="118" y="60"/>
                  </a:cubicBezTo>
                  <a:cubicBezTo>
                    <a:pt x="118" y="28"/>
                    <a:pt x="92" y="1"/>
                    <a:pt x="59" y="1"/>
                  </a:cubicBezTo>
                  <a:close/>
                </a:path>
              </a:pathLst>
            </a:custGeom>
            <a:solidFill>
              <a:srgbClr val="151C1C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07" name="Google Shape;1007;p45"/>
            <p:cNvSpPr/>
            <p:nvPr/>
          </p:nvSpPr>
          <p:spPr>
            <a:xfrm>
              <a:off x="676384" y="1903536"/>
              <a:ext cx="37486" cy="37486"/>
            </a:xfrm>
            <a:custGeom>
              <a:avLst/>
              <a:gdLst/>
              <a:ahLst/>
              <a:cxnLst/>
              <a:rect l="l" t="t" r="r" b="b"/>
              <a:pathLst>
                <a:path w="118" h="118" extrusionOk="0">
                  <a:moveTo>
                    <a:pt x="59" y="0"/>
                  </a:moveTo>
                  <a:cubicBezTo>
                    <a:pt x="27" y="0"/>
                    <a:pt x="0" y="27"/>
                    <a:pt x="0" y="59"/>
                  </a:cubicBezTo>
                  <a:cubicBezTo>
                    <a:pt x="0" y="91"/>
                    <a:pt x="27" y="118"/>
                    <a:pt x="59" y="118"/>
                  </a:cubicBezTo>
                  <a:cubicBezTo>
                    <a:pt x="91" y="118"/>
                    <a:pt x="118" y="91"/>
                    <a:pt x="118" y="59"/>
                  </a:cubicBezTo>
                  <a:cubicBezTo>
                    <a:pt x="118" y="26"/>
                    <a:pt x="92" y="0"/>
                    <a:pt x="59" y="0"/>
                  </a:cubicBezTo>
                  <a:close/>
                </a:path>
              </a:pathLst>
            </a:custGeom>
            <a:solidFill>
              <a:srgbClr val="151C1C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08" name="Google Shape;1008;p45"/>
            <p:cNvSpPr/>
            <p:nvPr/>
          </p:nvSpPr>
          <p:spPr>
            <a:xfrm>
              <a:off x="314785" y="1903536"/>
              <a:ext cx="37803" cy="37486"/>
            </a:xfrm>
            <a:custGeom>
              <a:avLst/>
              <a:gdLst/>
              <a:ahLst/>
              <a:cxnLst/>
              <a:rect l="l" t="t" r="r" b="b"/>
              <a:pathLst>
                <a:path w="119" h="118" extrusionOk="0">
                  <a:moveTo>
                    <a:pt x="59" y="0"/>
                  </a:moveTo>
                  <a:cubicBezTo>
                    <a:pt x="27" y="0"/>
                    <a:pt x="1" y="27"/>
                    <a:pt x="1" y="59"/>
                  </a:cubicBezTo>
                  <a:cubicBezTo>
                    <a:pt x="1" y="91"/>
                    <a:pt x="27" y="118"/>
                    <a:pt x="59" y="118"/>
                  </a:cubicBezTo>
                  <a:cubicBezTo>
                    <a:pt x="92" y="118"/>
                    <a:pt x="118" y="91"/>
                    <a:pt x="118" y="59"/>
                  </a:cubicBezTo>
                  <a:cubicBezTo>
                    <a:pt x="118" y="26"/>
                    <a:pt x="92" y="0"/>
                    <a:pt x="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09" name="Google Shape;1009;p45"/>
            <p:cNvSpPr/>
            <p:nvPr/>
          </p:nvSpPr>
          <p:spPr>
            <a:xfrm>
              <a:off x="676384" y="1998519"/>
              <a:ext cx="37486" cy="37803"/>
            </a:xfrm>
            <a:custGeom>
              <a:avLst/>
              <a:gdLst/>
              <a:ahLst/>
              <a:cxnLst/>
              <a:rect l="l" t="t" r="r" b="b"/>
              <a:pathLst>
                <a:path w="118" h="119" extrusionOk="0">
                  <a:moveTo>
                    <a:pt x="59" y="1"/>
                  </a:moveTo>
                  <a:cubicBezTo>
                    <a:pt x="27" y="1"/>
                    <a:pt x="0" y="27"/>
                    <a:pt x="0" y="59"/>
                  </a:cubicBezTo>
                  <a:cubicBezTo>
                    <a:pt x="0" y="91"/>
                    <a:pt x="27" y="118"/>
                    <a:pt x="59" y="118"/>
                  </a:cubicBezTo>
                  <a:cubicBezTo>
                    <a:pt x="91" y="118"/>
                    <a:pt x="118" y="91"/>
                    <a:pt x="118" y="59"/>
                  </a:cubicBezTo>
                  <a:cubicBezTo>
                    <a:pt x="118" y="27"/>
                    <a:pt x="92" y="2"/>
                    <a:pt x="59" y="1"/>
                  </a:cubicBezTo>
                  <a:close/>
                </a:path>
              </a:pathLst>
            </a:custGeom>
            <a:solidFill>
              <a:srgbClr val="151C1C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10" name="Google Shape;1010;p45"/>
            <p:cNvSpPr/>
            <p:nvPr/>
          </p:nvSpPr>
          <p:spPr>
            <a:xfrm>
              <a:off x="515960" y="1810140"/>
              <a:ext cx="98162" cy="98479"/>
            </a:xfrm>
            <a:custGeom>
              <a:avLst/>
              <a:gdLst/>
              <a:ahLst/>
              <a:cxnLst/>
              <a:rect l="l" t="t" r="r" b="b"/>
              <a:pathLst>
                <a:path w="309" h="310" extrusionOk="0">
                  <a:moveTo>
                    <a:pt x="195" y="0"/>
                  </a:moveTo>
                  <a:cubicBezTo>
                    <a:pt x="87" y="0"/>
                    <a:pt x="1" y="87"/>
                    <a:pt x="1" y="195"/>
                  </a:cubicBezTo>
                  <a:cubicBezTo>
                    <a:pt x="1" y="237"/>
                    <a:pt x="13" y="277"/>
                    <a:pt x="38" y="309"/>
                  </a:cubicBezTo>
                  <a:lnTo>
                    <a:pt x="309" y="38"/>
                  </a:lnTo>
                  <a:cubicBezTo>
                    <a:pt x="277" y="13"/>
                    <a:pt x="238" y="0"/>
                    <a:pt x="1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11" name="Google Shape;1011;p45"/>
            <p:cNvSpPr/>
            <p:nvPr/>
          </p:nvSpPr>
          <p:spPr>
            <a:xfrm>
              <a:off x="543280" y="1836825"/>
              <a:ext cx="96891" cy="97209"/>
            </a:xfrm>
            <a:custGeom>
              <a:avLst/>
              <a:gdLst/>
              <a:ahLst/>
              <a:cxnLst/>
              <a:rect l="l" t="t" r="r" b="b"/>
              <a:pathLst>
                <a:path w="305" h="306" extrusionOk="0">
                  <a:moveTo>
                    <a:pt x="271" y="1"/>
                  </a:moveTo>
                  <a:lnTo>
                    <a:pt x="0" y="271"/>
                  </a:lnTo>
                  <a:cubicBezTo>
                    <a:pt x="30" y="292"/>
                    <a:pt x="70" y="305"/>
                    <a:pt x="109" y="305"/>
                  </a:cubicBezTo>
                  <a:cubicBezTo>
                    <a:pt x="217" y="305"/>
                    <a:pt x="305" y="218"/>
                    <a:pt x="305" y="110"/>
                  </a:cubicBezTo>
                  <a:cubicBezTo>
                    <a:pt x="305" y="70"/>
                    <a:pt x="292" y="33"/>
                    <a:pt x="2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12" name="Google Shape;1012;p45"/>
            <p:cNvSpPr/>
            <p:nvPr/>
          </p:nvSpPr>
          <p:spPr>
            <a:xfrm>
              <a:off x="528031" y="1821576"/>
              <a:ext cx="101338" cy="101338"/>
            </a:xfrm>
            <a:custGeom>
              <a:avLst/>
              <a:gdLst/>
              <a:ahLst/>
              <a:cxnLst/>
              <a:rect l="l" t="t" r="r" b="b"/>
              <a:pathLst>
                <a:path w="319" h="319" extrusionOk="0">
                  <a:moveTo>
                    <a:pt x="271" y="0"/>
                  </a:moveTo>
                  <a:lnTo>
                    <a:pt x="0" y="271"/>
                  </a:lnTo>
                  <a:cubicBezTo>
                    <a:pt x="13" y="290"/>
                    <a:pt x="29" y="306"/>
                    <a:pt x="48" y="318"/>
                  </a:cubicBezTo>
                  <a:lnTo>
                    <a:pt x="319" y="46"/>
                  </a:lnTo>
                  <a:cubicBezTo>
                    <a:pt x="306" y="29"/>
                    <a:pt x="290" y="13"/>
                    <a:pt x="2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13" name="Google Shape;1013;p45"/>
            <p:cNvSpPr/>
            <p:nvPr/>
          </p:nvSpPr>
          <p:spPr>
            <a:xfrm>
              <a:off x="609991" y="1832059"/>
              <a:ext cx="9848" cy="9530"/>
            </a:xfrm>
            <a:custGeom>
              <a:avLst/>
              <a:gdLst/>
              <a:ahLst/>
              <a:cxnLst/>
              <a:rect l="l" t="t" r="r" b="b"/>
              <a:pathLst>
                <a:path w="31" h="30" extrusionOk="0">
                  <a:moveTo>
                    <a:pt x="1" y="1"/>
                  </a:moveTo>
                  <a:lnTo>
                    <a:pt x="31" y="29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14" name="Google Shape;1014;p45"/>
            <p:cNvSpPr/>
            <p:nvPr/>
          </p:nvSpPr>
          <p:spPr>
            <a:xfrm>
              <a:off x="442895" y="1969611"/>
              <a:ext cx="149307" cy="9848"/>
            </a:xfrm>
            <a:custGeom>
              <a:avLst/>
              <a:gdLst/>
              <a:ahLst/>
              <a:cxnLst/>
              <a:rect l="l" t="t" r="r" b="b"/>
              <a:pathLst>
                <a:path w="470" h="31" extrusionOk="0">
                  <a:moveTo>
                    <a:pt x="1" y="1"/>
                  </a:moveTo>
                  <a:lnTo>
                    <a:pt x="1" y="31"/>
                  </a:lnTo>
                  <a:lnTo>
                    <a:pt x="469" y="31"/>
                  </a:lnTo>
                  <a:lnTo>
                    <a:pt x="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15" name="Google Shape;1015;p45"/>
            <p:cNvSpPr/>
            <p:nvPr/>
          </p:nvSpPr>
          <p:spPr>
            <a:xfrm>
              <a:off x="563928" y="1764395"/>
              <a:ext cx="28273" cy="10166"/>
            </a:xfrm>
            <a:custGeom>
              <a:avLst/>
              <a:gdLst/>
              <a:ahLst/>
              <a:cxnLst/>
              <a:rect l="l" t="t" r="r" b="b"/>
              <a:pathLst>
                <a:path w="89" h="32" extrusionOk="0">
                  <a:moveTo>
                    <a:pt x="0" y="1"/>
                  </a:moveTo>
                  <a:lnTo>
                    <a:pt x="0" y="32"/>
                  </a:lnTo>
                  <a:lnTo>
                    <a:pt x="88" y="32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16" name="Google Shape;1016;p45"/>
            <p:cNvSpPr/>
            <p:nvPr/>
          </p:nvSpPr>
          <p:spPr>
            <a:xfrm>
              <a:off x="442895" y="1989625"/>
              <a:ext cx="149307" cy="9848"/>
            </a:xfrm>
            <a:custGeom>
              <a:avLst/>
              <a:gdLst/>
              <a:ahLst/>
              <a:cxnLst/>
              <a:rect l="l" t="t" r="r" b="b"/>
              <a:pathLst>
                <a:path w="470" h="31" extrusionOk="0">
                  <a:moveTo>
                    <a:pt x="1" y="1"/>
                  </a:moveTo>
                  <a:lnTo>
                    <a:pt x="1" y="31"/>
                  </a:lnTo>
                  <a:lnTo>
                    <a:pt x="469" y="31"/>
                  </a:lnTo>
                  <a:lnTo>
                    <a:pt x="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17" name="Google Shape;1017;p45"/>
            <p:cNvSpPr/>
            <p:nvPr/>
          </p:nvSpPr>
          <p:spPr>
            <a:xfrm>
              <a:off x="442895" y="2009003"/>
              <a:ext cx="149307" cy="10166"/>
            </a:xfrm>
            <a:custGeom>
              <a:avLst/>
              <a:gdLst/>
              <a:ahLst/>
              <a:cxnLst/>
              <a:rect l="l" t="t" r="r" b="b"/>
              <a:pathLst>
                <a:path w="470" h="32" extrusionOk="0">
                  <a:moveTo>
                    <a:pt x="1" y="1"/>
                  </a:moveTo>
                  <a:lnTo>
                    <a:pt x="1" y="32"/>
                  </a:lnTo>
                  <a:lnTo>
                    <a:pt x="469" y="32"/>
                  </a:lnTo>
                  <a:lnTo>
                    <a:pt x="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18" name="Google Shape;1018;p45"/>
            <p:cNvSpPr/>
            <p:nvPr/>
          </p:nvSpPr>
          <p:spPr>
            <a:xfrm>
              <a:off x="442895" y="2029016"/>
              <a:ext cx="149307" cy="9848"/>
            </a:xfrm>
            <a:custGeom>
              <a:avLst/>
              <a:gdLst/>
              <a:ahLst/>
              <a:cxnLst/>
              <a:rect l="l" t="t" r="r" b="b"/>
              <a:pathLst>
                <a:path w="470" h="31" extrusionOk="0">
                  <a:moveTo>
                    <a:pt x="1" y="1"/>
                  </a:moveTo>
                  <a:lnTo>
                    <a:pt x="1" y="31"/>
                  </a:lnTo>
                  <a:lnTo>
                    <a:pt x="469" y="31"/>
                  </a:lnTo>
                  <a:lnTo>
                    <a:pt x="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19" name="Google Shape;1019;p45"/>
            <p:cNvSpPr/>
            <p:nvPr/>
          </p:nvSpPr>
          <p:spPr>
            <a:xfrm>
              <a:off x="414940" y="1606512"/>
              <a:ext cx="326570" cy="73701"/>
            </a:xfrm>
            <a:custGeom>
              <a:avLst/>
              <a:gdLst/>
              <a:ahLst/>
              <a:cxnLst/>
              <a:rect l="l" t="t" r="r" b="b"/>
              <a:pathLst>
                <a:path w="1028" h="232" extrusionOk="0">
                  <a:moveTo>
                    <a:pt x="58" y="1"/>
                  </a:moveTo>
                  <a:cubicBezTo>
                    <a:pt x="41" y="1"/>
                    <a:pt x="26" y="9"/>
                    <a:pt x="15" y="21"/>
                  </a:cubicBezTo>
                  <a:cubicBezTo>
                    <a:pt x="6" y="29"/>
                    <a:pt x="0" y="43"/>
                    <a:pt x="0" y="58"/>
                  </a:cubicBezTo>
                  <a:lnTo>
                    <a:pt x="0" y="174"/>
                  </a:lnTo>
                  <a:cubicBezTo>
                    <a:pt x="0" y="188"/>
                    <a:pt x="5" y="199"/>
                    <a:pt x="14" y="210"/>
                  </a:cubicBezTo>
                  <a:cubicBezTo>
                    <a:pt x="25" y="224"/>
                    <a:pt x="41" y="232"/>
                    <a:pt x="58" y="232"/>
                  </a:cubicBezTo>
                  <a:lnTo>
                    <a:pt x="972" y="232"/>
                  </a:lnTo>
                  <a:cubicBezTo>
                    <a:pt x="989" y="232"/>
                    <a:pt x="1004" y="224"/>
                    <a:pt x="1015" y="212"/>
                  </a:cubicBezTo>
                  <a:cubicBezTo>
                    <a:pt x="1022" y="203"/>
                    <a:pt x="1028" y="189"/>
                    <a:pt x="1028" y="176"/>
                  </a:cubicBezTo>
                  <a:lnTo>
                    <a:pt x="1028" y="59"/>
                  </a:lnTo>
                  <a:cubicBezTo>
                    <a:pt x="1028" y="41"/>
                    <a:pt x="1021" y="26"/>
                    <a:pt x="1009" y="16"/>
                  </a:cubicBezTo>
                  <a:cubicBezTo>
                    <a:pt x="1000" y="6"/>
                    <a:pt x="987" y="1"/>
                    <a:pt x="9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20" name="Google Shape;1020;p45"/>
            <p:cNvSpPr/>
            <p:nvPr/>
          </p:nvSpPr>
          <p:spPr>
            <a:xfrm>
              <a:off x="411128" y="1595076"/>
              <a:ext cx="333241" cy="18425"/>
            </a:xfrm>
            <a:custGeom>
              <a:avLst/>
              <a:gdLst/>
              <a:ahLst/>
              <a:cxnLst/>
              <a:rect l="l" t="t" r="r" b="b"/>
              <a:pathLst>
                <a:path w="1049" h="58" extrusionOk="0">
                  <a:moveTo>
                    <a:pt x="70" y="0"/>
                  </a:moveTo>
                  <a:cubicBezTo>
                    <a:pt x="42" y="0"/>
                    <a:pt x="17" y="13"/>
                    <a:pt x="0" y="31"/>
                  </a:cubicBezTo>
                  <a:lnTo>
                    <a:pt x="27" y="58"/>
                  </a:lnTo>
                  <a:cubicBezTo>
                    <a:pt x="38" y="45"/>
                    <a:pt x="54" y="38"/>
                    <a:pt x="70" y="38"/>
                  </a:cubicBezTo>
                  <a:lnTo>
                    <a:pt x="984" y="38"/>
                  </a:lnTo>
                  <a:cubicBezTo>
                    <a:pt x="999" y="38"/>
                    <a:pt x="1011" y="43"/>
                    <a:pt x="1021" y="53"/>
                  </a:cubicBezTo>
                  <a:lnTo>
                    <a:pt x="1048" y="26"/>
                  </a:lnTo>
                  <a:cubicBezTo>
                    <a:pt x="1031" y="10"/>
                    <a:pt x="1010" y="0"/>
                    <a:pt x="9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21" name="Google Shape;1021;p45"/>
            <p:cNvSpPr/>
            <p:nvPr/>
          </p:nvSpPr>
          <p:spPr>
            <a:xfrm>
              <a:off x="275711" y="1604606"/>
              <a:ext cx="17154" cy="76877"/>
            </a:xfrm>
            <a:custGeom>
              <a:avLst/>
              <a:gdLst/>
              <a:ahLst/>
              <a:cxnLst/>
              <a:rect l="l" t="t" r="r" b="b"/>
              <a:pathLst>
                <a:path w="54" h="242" extrusionOk="0">
                  <a:moveTo>
                    <a:pt x="26" y="0"/>
                  </a:moveTo>
                  <a:cubicBezTo>
                    <a:pt x="10" y="17"/>
                    <a:pt x="1" y="39"/>
                    <a:pt x="1" y="64"/>
                  </a:cubicBezTo>
                  <a:lnTo>
                    <a:pt x="1" y="181"/>
                  </a:lnTo>
                  <a:cubicBezTo>
                    <a:pt x="1" y="204"/>
                    <a:pt x="10" y="226"/>
                    <a:pt x="25" y="242"/>
                  </a:cubicBezTo>
                  <a:lnTo>
                    <a:pt x="52" y="215"/>
                  </a:lnTo>
                  <a:cubicBezTo>
                    <a:pt x="43" y="205"/>
                    <a:pt x="38" y="194"/>
                    <a:pt x="38" y="181"/>
                  </a:cubicBezTo>
                  <a:lnTo>
                    <a:pt x="38" y="64"/>
                  </a:lnTo>
                  <a:cubicBezTo>
                    <a:pt x="38" y="49"/>
                    <a:pt x="43" y="38"/>
                    <a:pt x="53" y="27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22" name="Google Shape;1022;p45"/>
            <p:cNvSpPr/>
            <p:nvPr/>
          </p:nvSpPr>
          <p:spPr>
            <a:xfrm>
              <a:off x="735471" y="1602700"/>
              <a:ext cx="19060" cy="79101"/>
            </a:xfrm>
            <a:custGeom>
              <a:avLst/>
              <a:gdLst/>
              <a:ahLst/>
              <a:cxnLst/>
              <a:rect l="l" t="t" r="r" b="b"/>
              <a:pathLst>
                <a:path w="60" h="249" extrusionOk="0">
                  <a:moveTo>
                    <a:pt x="27" y="1"/>
                  </a:moveTo>
                  <a:lnTo>
                    <a:pt x="0" y="28"/>
                  </a:lnTo>
                  <a:cubicBezTo>
                    <a:pt x="12" y="38"/>
                    <a:pt x="21" y="53"/>
                    <a:pt x="21" y="70"/>
                  </a:cubicBezTo>
                  <a:lnTo>
                    <a:pt x="21" y="187"/>
                  </a:lnTo>
                  <a:cubicBezTo>
                    <a:pt x="21" y="200"/>
                    <a:pt x="15" y="214"/>
                    <a:pt x="7" y="222"/>
                  </a:cubicBezTo>
                  <a:lnTo>
                    <a:pt x="34" y="249"/>
                  </a:lnTo>
                  <a:cubicBezTo>
                    <a:pt x="49" y="232"/>
                    <a:pt x="59" y="210"/>
                    <a:pt x="59" y="187"/>
                  </a:cubicBezTo>
                  <a:lnTo>
                    <a:pt x="59" y="70"/>
                  </a:lnTo>
                  <a:lnTo>
                    <a:pt x="58" y="70"/>
                  </a:lnTo>
                  <a:cubicBezTo>
                    <a:pt x="58" y="43"/>
                    <a:pt x="45" y="18"/>
                    <a:pt x="27" y="1"/>
                  </a:cubicBezTo>
                  <a:close/>
                </a:path>
              </a:pathLst>
            </a:custGeom>
            <a:solidFill>
              <a:srgbClr val="34595F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23" name="Google Shape;1023;p45"/>
            <p:cNvSpPr/>
            <p:nvPr/>
          </p:nvSpPr>
          <p:spPr>
            <a:xfrm>
              <a:off x="410810" y="1672906"/>
              <a:ext cx="335147" cy="18743"/>
            </a:xfrm>
            <a:custGeom>
              <a:avLst/>
              <a:gdLst/>
              <a:ahLst/>
              <a:cxnLst/>
              <a:rect l="l" t="t" r="r" b="b"/>
              <a:pathLst>
                <a:path w="1055" h="59" extrusionOk="0">
                  <a:moveTo>
                    <a:pt x="27" y="0"/>
                  </a:moveTo>
                  <a:lnTo>
                    <a:pt x="0" y="27"/>
                  </a:lnTo>
                  <a:cubicBezTo>
                    <a:pt x="17" y="47"/>
                    <a:pt x="43" y="59"/>
                    <a:pt x="71" y="59"/>
                  </a:cubicBezTo>
                  <a:lnTo>
                    <a:pt x="985" y="59"/>
                  </a:lnTo>
                  <a:cubicBezTo>
                    <a:pt x="1013" y="59"/>
                    <a:pt x="1037" y="47"/>
                    <a:pt x="1055" y="28"/>
                  </a:cubicBezTo>
                  <a:lnTo>
                    <a:pt x="1028" y="1"/>
                  </a:lnTo>
                  <a:cubicBezTo>
                    <a:pt x="1017" y="14"/>
                    <a:pt x="1002" y="21"/>
                    <a:pt x="985" y="21"/>
                  </a:cubicBezTo>
                  <a:lnTo>
                    <a:pt x="71" y="21"/>
                  </a:lnTo>
                  <a:cubicBezTo>
                    <a:pt x="54" y="21"/>
                    <a:pt x="38" y="14"/>
                    <a:pt x="27" y="0"/>
                  </a:cubicBezTo>
                  <a:close/>
                </a:path>
              </a:pathLst>
            </a:custGeom>
            <a:solidFill>
              <a:srgbClr val="202020">
                <a:alpha val="6266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24" name="Google Shape;1024;p45"/>
            <p:cNvSpPr/>
            <p:nvPr/>
          </p:nvSpPr>
          <p:spPr>
            <a:xfrm>
              <a:off x="536291" y="1612866"/>
              <a:ext cx="46698" cy="61629"/>
            </a:xfrm>
            <a:custGeom>
              <a:avLst/>
              <a:gdLst/>
              <a:ahLst/>
              <a:cxnLst/>
              <a:rect l="l" t="t" r="r" b="b"/>
              <a:pathLst>
                <a:path w="147" h="194" extrusionOk="0">
                  <a:moveTo>
                    <a:pt x="72" y="28"/>
                  </a:moveTo>
                  <a:cubicBezTo>
                    <a:pt x="86" y="28"/>
                    <a:pt x="97" y="33"/>
                    <a:pt x="103" y="45"/>
                  </a:cubicBezTo>
                  <a:cubicBezTo>
                    <a:pt x="110" y="56"/>
                    <a:pt x="114" y="76"/>
                    <a:pt x="114" y="99"/>
                  </a:cubicBezTo>
                  <a:cubicBezTo>
                    <a:pt x="114" y="124"/>
                    <a:pt x="111" y="141"/>
                    <a:pt x="103" y="153"/>
                  </a:cubicBezTo>
                  <a:cubicBezTo>
                    <a:pt x="97" y="166"/>
                    <a:pt x="86" y="171"/>
                    <a:pt x="72" y="171"/>
                  </a:cubicBezTo>
                  <a:cubicBezTo>
                    <a:pt x="60" y="171"/>
                    <a:pt x="49" y="166"/>
                    <a:pt x="40" y="153"/>
                  </a:cubicBezTo>
                  <a:cubicBezTo>
                    <a:pt x="33" y="142"/>
                    <a:pt x="29" y="124"/>
                    <a:pt x="29" y="99"/>
                  </a:cubicBezTo>
                  <a:cubicBezTo>
                    <a:pt x="29" y="75"/>
                    <a:pt x="33" y="56"/>
                    <a:pt x="40" y="45"/>
                  </a:cubicBezTo>
                  <a:cubicBezTo>
                    <a:pt x="49" y="33"/>
                    <a:pt x="60" y="28"/>
                    <a:pt x="72" y="28"/>
                  </a:cubicBezTo>
                  <a:close/>
                  <a:moveTo>
                    <a:pt x="74" y="1"/>
                  </a:moveTo>
                  <a:cubicBezTo>
                    <a:pt x="61" y="1"/>
                    <a:pt x="51" y="3"/>
                    <a:pt x="41" y="7"/>
                  </a:cubicBezTo>
                  <a:cubicBezTo>
                    <a:pt x="33" y="12"/>
                    <a:pt x="25" y="19"/>
                    <a:pt x="19" y="28"/>
                  </a:cubicBezTo>
                  <a:cubicBezTo>
                    <a:pt x="14" y="35"/>
                    <a:pt x="8" y="46"/>
                    <a:pt x="6" y="59"/>
                  </a:cubicBezTo>
                  <a:cubicBezTo>
                    <a:pt x="2" y="70"/>
                    <a:pt x="1" y="82"/>
                    <a:pt x="1" y="97"/>
                  </a:cubicBezTo>
                  <a:cubicBezTo>
                    <a:pt x="1" y="110"/>
                    <a:pt x="2" y="124"/>
                    <a:pt x="4" y="136"/>
                  </a:cubicBezTo>
                  <a:cubicBezTo>
                    <a:pt x="7" y="147"/>
                    <a:pt x="12" y="158"/>
                    <a:pt x="18" y="167"/>
                  </a:cubicBezTo>
                  <a:cubicBezTo>
                    <a:pt x="23" y="174"/>
                    <a:pt x="31" y="182"/>
                    <a:pt x="40" y="187"/>
                  </a:cubicBezTo>
                  <a:cubicBezTo>
                    <a:pt x="50" y="190"/>
                    <a:pt x="61" y="193"/>
                    <a:pt x="72" y="193"/>
                  </a:cubicBezTo>
                  <a:cubicBezTo>
                    <a:pt x="84" y="193"/>
                    <a:pt x="95" y="192"/>
                    <a:pt x="105" y="187"/>
                  </a:cubicBezTo>
                  <a:cubicBezTo>
                    <a:pt x="114" y="182"/>
                    <a:pt x="121" y="174"/>
                    <a:pt x="127" y="167"/>
                  </a:cubicBezTo>
                  <a:cubicBezTo>
                    <a:pt x="132" y="158"/>
                    <a:pt x="138" y="147"/>
                    <a:pt x="141" y="136"/>
                  </a:cubicBezTo>
                  <a:cubicBezTo>
                    <a:pt x="145" y="124"/>
                    <a:pt x="146" y="110"/>
                    <a:pt x="146" y="97"/>
                  </a:cubicBezTo>
                  <a:cubicBezTo>
                    <a:pt x="146" y="83"/>
                    <a:pt x="145" y="70"/>
                    <a:pt x="142" y="59"/>
                  </a:cubicBezTo>
                  <a:cubicBezTo>
                    <a:pt x="140" y="46"/>
                    <a:pt x="136" y="35"/>
                    <a:pt x="129" y="28"/>
                  </a:cubicBezTo>
                  <a:cubicBezTo>
                    <a:pt x="124" y="19"/>
                    <a:pt x="115" y="13"/>
                    <a:pt x="106" y="7"/>
                  </a:cubicBezTo>
                  <a:cubicBezTo>
                    <a:pt x="97" y="3"/>
                    <a:pt x="86" y="1"/>
                    <a:pt x="7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25" name="Google Shape;1025;p45"/>
            <p:cNvSpPr/>
            <p:nvPr/>
          </p:nvSpPr>
          <p:spPr>
            <a:xfrm>
              <a:off x="591883" y="1612866"/>
              <a:ext cx="46698" cy="61629"/>
            </a:xfrm>
            <a:custGeom>
              <a:avLst/>
              <a:gdLst/>
              <a:ahLst/>
              <a:cxnLst/>
              <a:rect l="l" t="t" r="r" b="b"/>
              <a:pathLst>
                <a:path w="147" h="194" extrusionOk="0">
                  <a:moveTo>
                    <a:pt x="74" y="28"/>
                  </a:moveTo>
                  <a:cubicBezTo>
                    <a:pt x="88" y="28"/>
                    <a:pt x="98" y="33"/>
                    <a:pt x="105" y="45"/>
                  </a:cubicBezTo>
                  <a:cubicBezTo>
                    <a:pt x="111" y="56"/>
                    <a:pt x="116" y="76"/>
                    <a:pt x="116" y="99"/>
                  </a:cubicBezTo>
                  <a:cubicBezTo>
                    <a:pt x="116" y="124"/>
                    <a:pt x="112" y="141"/>
                    <a:pt x="105" y="153"/>
                  </a:cubicBezTo>
                  <a:cubicBezTo>
                    <a:pt x="97" y="166"/>
                    <a:pt x="88" y="171"/>
                    <a:pt x="74" y="171"/>
                  </a:cubicBezTo>
                  <a:cubicBezTo>
                    <a:pt x="61" y="171"/>
                    <a:pt x="50" y="166"/>
                    <a:pt x="42" y="153"/>
                  </a:cubicBezTo>
                  <a:cubicBezTo>
                    <a:pt x="34" y="142"/>
                    <a:pt x="30" y="124"/>
                    <a:pt x="30" y="99"/>
                  </a:cubicBezTo>
                  <a:cubicBezTo>
                    <a:pt x="30" y="75"/>
                    <a:pt x="34" y="56"/>
                    <a:pt x="42" y="45"/>
                  </a:cubicBezTo>
                  <a:cubicBezTo>
                    <a:pt x="50" y="33"/>
                    <a:pt x="61" y="28"/>
                    <a:pt x="74" y="28"/>
                  </a:cubicBezTo>
                  <a:close/>
                  <a:moveTo>
                    <a:pt x="74" y="1"/>
                  </a:moveTo>
                  <a:cubicBezTo>
                    <a:pt x="62" y="1"/>
                    <a:pt x="51" y="3"/>
                    <a:pt x="42" y="7"/>
                  </a:cubicBezTo>
                  <a:cubicBezTo>
                    <a:pt x="32" y="12"/>
                    <a:pt x="26" y="19"/>
                    <a:pt x="19" y="28"/>
                  </a:cubicBezTo>
                  <a:cubicBezTo>
                    <a:pt x="14" y="35"/>
                    <a:pt x="9" y="46"/>
                    <a:pt x="5" y="59"/>
                  </a:cubicBezTo>
                  <a:cubicBezTo>
                    <a:pt x="2" y="70"/>
                    <a:pt x="0" y="82"/>
                    <a:pt x="0" y="97"/>
                  </a:cubicBezTo>
                  <a:cubicBezTo>
                    <a:pt x="0" y="110"/>
                    <a:pt x="1" y="124"/>
                    <a:pt x="4" y="136"/>
                  </a:cubicBezTo>
                  <a:cubicBezTo>
                    <a:pt x="8" y="147"/>
                    <a:pt x="11" y="158"/>
                    <a:pt x="17" y="167"/>
                  </a:cubicBezTo>
                  <a:cubicBezTo>
                    <a:pt x="24" y="174"/>
                    <a:pt x="31" y="182"/>
                    <a:pt x="41" y="187"/>
                  </a:cubicBezTo>
                  <a:cubicBezTo>
                    <a:pt x="49" y="190"/>
                    <a:pt x="61" y="193"/>
                    <a:pt x="73" y="193"/>
                  </a:cubicBezTo>
                  <a:cubicBezTo>
                    <a:pt x="85" y="193"/>
                    <a:pt x="95" y="192"/>
                    <a:pt x="105" y="187"/>
                  </a:cubicBezTo>
                  <a:cubicBezTo>
                    <a:pt x="115" y="182"/>
                    <a:pt x="121" y="174"/>
                    <a:pt x="127" y="167"/>
                  </a:cubicBezTo>
                  <a:cubicBezTo>
                    <a:pt x="133" y="158"/>
                    <a:pt x="138" y="147"/>
                    <a:pt x="141" y="136"/>
                  </a:cubicBezTo>
                  <a:cubicBezTo>
                    <a:pt x="144" y="124"/>
                    <a:pt x="147" y="110"/>
                    <a:pt x="147" y="97"/>
                  </a:cubicBezTo>
                  <a:cubicBezTo>
                    <a:pt x="147" y="83"/>
                    <a:pt x="144" y="70"/>
                    <a:pt x="142" y="59"/>
                  </a:cubicBezTo>
                  <a:cubicBezTo>
                    <a:pt x="139" y="46"/>
                    <a:pt x="136" y="35"/>
                    <a:pt x="128" y="28"/>
                  </a:cubicBezTo>
                  <a:cubicBezTo>
                    <a:pt x="123" y="19"/>
                    <a:pt x="116" y="13"/>
                    <a:pt x="106" y="7"/>
                  </a:cubicBezTo>
                  <a:cubicBezTo>
                    <a:pt x="96" y="3"/>
                    <a:pt x="86" y="1"/>
                    <a:pt x="7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26" name="Google Shape;1026;p45"/>
            <p:cNvSpPr/>
            <p:nvPr/>
          </p:nvSpPr>
          <p:spPr>
            <a:xfrm>
              <a:off x="648429" y="1663376"/>
              <a:ext cx="11119" cy="11436"/>
            </a:xfrm>
            <a:custGeom>
              <a:avLst/>
              <a:gdLst/>
              <a:ahLst/>
              <a:cxnLst/>
              <a:rect l="l" t="t" r="r" b="b"/>
              <a:pathLst>
                <a:path w="35" h="36" extrusionOk="0">
                  <a:moveTo>
                    <a:pt x="9" y="0"/>
                  </a:moveTo>
                  <a:cubicBezTo>
                    <a:pt x="7" y="0"/>
                    <a:pt x="4" y="2"/>
                    <a:pt x="2" y="2"/>
                  </a:cubicBezTo>
                  <a:cubicBezTo>
                    <a:pt x="1" y="4"/>
                    <a:pt x="1" y="8"/>
                    <a:pt x="1" y="10"/>
                  </a:cubicBezTo>
                  <a:lnTo>
                    <a:pt x="1" y="18"/>
                  </a:lnTo>
                  <a:lnTo>
                    <a:pt x="1" y="26"/>
                  </a:lnTo>
                  <a:cubicBezTo>
                    <a:pt x="1" y="29"/>
                    <a:pt x="2" y="31"/>
                    <a:pt x="2" y="34"/>
                  </a:cubicBezTo>
                  <a:cubicBezTo>
                    <a:pt x="4" y="34"/>
                    <a:pt x="7" y="35"/>
                    <a:pt x="9" y="35"/>
                  </a:cubicBezTo>
                  <a:lnTo>
                    <a:pt x="25" y="35"/>
                  </a:lnTo>
                  <a:cubicBezTo>
                    <a:pt x="28" y="35"/>
                    <a:pt x="31" y="34"/>
                    <a:pt x="34" y="34"/>
                  </a:cubicBezTo>
                  <a:cubicBezTo>
                    <a:pt x="34" y="31"/>
                    <a:pt x="35" y="29"/>
                    <a:pt x="35" y="26"/>
                  </a:cubicBezTo>
                  <a:lnTo>
                    <a:pt x="35" y="18"/>
                  </a:lnTo>
                  <a:lnTo>
                    <a:pt x="35" y="10"/>
                  </a:lnTo>
                  <a:cubicBezTo>
                    <a:pt x="35" y="8"/>
                    <a:pt x="34" y="4"/>
                    <a:pt x="34" y="2"/>
                  </a:cubicBezTo>
                  <a:cubicBezTo>
                    <a:pt x="31" y="0"/>
                    <a:pt x="28" y="0"/>
                    <a:pt x="25" y="0"/>
                  </a:cubicBezTo>
                  <a:close/>
                </a:path>
              </a:pathLst>
            </a:custGeom>
            <a:solidFill>
              <a:srgbClr val="151C1C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27" name="Google Shape;1027;p45"/>
            <p:cNvSpPr/>
            <p:nvPr/>
          </p:nvSpPr>
          <p:spPr>
            <a:xfrm>
              <a:off x="670031" y="1612866"/>
              <a:ext cx="46698" cy="61629"/>
            </a:xfrm>
            <a:custGeom>
              <a:avLst/>
              <a:gdLst/>
              <a:ahLst/>
              <a:cxnLst/>
              <a:rect l="l" t="t" r="r" b="b"/>
              <a:pathLst>
                <a:path w="147" h="194" extrusionOk="0">
                  <a:moveTo>
                    <a:pt x="74" y="28"/>
                  </a:moveTo>
                  <a:cubicBezTo>
                    <a:pt x="88" y="28"/>
                    <a:pt x="98" y="33"/>
                    <a:pt x="105" y="45"/>
                  </a:cubicBezTo>
                  <a:cubicBezTo>
                    <a:pt x="111" y="56"/>
                    <a:pt x="116" y="76"/>
                    <a:pt x="116" y="99"/>
                  </a:cubicBezTo>
                  <a:cubicBezTo>
                    <a:pt x="116" y="124"/>
                    <a:pt x="112" y="141"/>
                    <a:pt x="105" y="153"/>
                  </a:cubicBezTo>
                  <a:cubicBezTo>
                    <a:pt x="98" y="166"/>
                    <a:pt x="88" y="171"/>
                    <a:pt x="74" y="171"/>
                  </a:cubicBezTo>
                  <a:cubicBezTo>
                    <a:pt x="61" y="171"/>
                    <a:pt x="50" y="166"/>
                    <a:pt x="42" y="153"/>
                  </a:cubicBezTo>
                  <a:cubicBezTo>
                    <a:pt x="34" y="142"/>
                    <a:pt x="30" y="124"/>
                    <a:pt x="30" y="99"/>
                  </a:cubicBezTo>
                  <a:cubicBezTo>
                    <a:pt x="30" y="75"/>
                    <a:pt x="34" y="56"/>
                    <a:pt x="42" y="45"/>
                  </a:cubicBezTo>
                  <a:cubicBezTo>
                    <a:pt x="50" y="33"/>
                    <a:pt x="61" y="28"/>
                    <a:pt x="74" y="28"/>
                  </a:cubicBezTo>
                  <a:close/>
                  <a:moveTo>
                    <a:pt x="74" y="1"/>
                  </a:moveTo>
                  <a:cubicBezTo>
                    <a:pt x="62" y="1"/>
                    <a:pt x="51" y="3"/>
                    <a:pt x="41" y="7"/>
                  </a:cubicBezTo>
                  <a:cubicBezTo>
                    <a:pt x="31" y="12"/>
                    <a:pt x="25" y="19"/>
                    <a:pt x="18" y="28"/>
                  </a:cubicBezTo>
                  <a:cubicBezTo>
                    <a:pt x="13" y="35"/>
                    <a:pt x="8" y="46"/>
                    <a:pt x="4" y="59"/>
                  </a:cubicBezTo>
                  <a:cubicBezTo>
                    <a:pt x="2" y="70"/>
                    <a:pt x="0" y="82"/>
                    <a:pt x="0" y="97"/>
                  </a:cubicBezTo>
                  <a:cubicBezTo>
                    <a:pt x="0" y="110"/>
                    <a:pt x="2" y="124"/>
                    <a:pt x="4" y="136"/>
                  </a:cubicBezTo>
                  <a:cubicBezTo>
                    <a:pt x="8" y="147"/>
                    <a:pt x="11" y="158"/>
                    <a:pt x="18" y="167"/>
                  </a:cubicBezTo>
                  <a:cubicBezTo>
                    <a:pt x="24" y="174"/>
                    <a:pt x="31" y="183"/>
                    <a:pt x="41" y="187"/>
                  </a:cubicBezTo>
                  <a:cubicBezTo>
                    <a:pt x="50" y="190"/>
                    <a:pt x="61" y="193"/>
                    <a:pt x="73" y="193"/>
                  </a:cubicBezTo>
                  <a:cubicBezTo>
                    <a:pt x="85" y="193"/>
                    <a:pt x="95" y="192"/>
                    <a:pt x="105" y="187"/>
                  </a:cubicBezTo>
                  <a:cubicBezTo>
                    <a:pt x="114" y="182"/>
                    <a:pt x="121" y="174"/>
                    <a:pt x="127" y="167"/>
                  </a:cubicBezTo>
                  <a:cubicBezTo>
                    <a:pt x="133" y="158"/>
                    <a:pt x="138" y="147"/>
                    <a:pt x="141" y="136"/>
                  </a:cubicBezTo>
                  <a:cubicBezTo>
                    <a:pt x="144" y="124"/>
                    <a:pt x="147" y="110"/>
                    <a:pt x="147" y="97"/>
                  </a:cubicBezTo>
                  <a:cubicBezTo>
                    <a:pt x="147" y="83"/>
                    <a:pt x="144" y="70"/>
                    <a:pt x="142" y="59"/>
                  </a:cubicBezTo>
                  <a:cubicBezTo>
                    <a:pt x="139" y="46"/>
                    <a:pt x="136" y="35"/>
                    <a:pt x="128" y="28"/>
                  </a:cubicBezTo>
                  <a:cubicBezTo>
                    <a:pt x="123" y="19"/>
                    <a:pt x="116" y="13"/>
                    <a:pt x="106" y="7"/>
                  </a:cubicBezTo>
                  <a:cubicBezTo>
                    <a:pt x="96" y="3"/>
                    <a:pt x="86" y="1"/>
                    <a:pt x="74" y="1"/>
                  </a:cubicBezTo>
                  <a:close/>
                </a:path>
              </a:pathLst>
            </a:custGeom>
            <a:solidFill>
              <a:srgbClr val="151C1C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28" name="Google Shape;1028;p45"/>
            <p:cNvSpPr/>
            <p:nvPr/>
          </p:nvSpPr>
          <p:spPr>
            <a:xfrm>
              <a:off x="639217" y="1298371"/>
              <a:ext cx="2426719" cy="655046"/>
            </a:xfrm>
            <a:custGeom>
              <a:avLst/>
              <a:gdLst/>
              <a:ahLst/>
              <a:cxnLst/>
              <a:rect l="l" t="t" r="r" b="b"/>
              <a:pathLst>
                <a:path w="7639" h="2062" extrusionOk="0">
                  <a:moveTo>
                    <a:pt x="1" y="1"/>
                  </a:moveTo>
                  <a:lnTo>
                    <a:pt x="1" y="1260"/>
                  </a:lnTo>
                  <a:cubicBezTo>
                    <a:pt x="1170" y="1776"/>
                    <a:pt x="2462" y="2061"/>
                    <a:pt x="3820" y="2061"/>
                  </a:cubicBezTo>
                  <a:cubicBezTo>
                    <a:pt x="5178" y="2061"/>
                    <a:pt x="6470" y="1776"/>
                    <a:pt x="7639" y="1260"/>
                  </a:cubicBezTo>
                  <a:lnTo>
                    <a:pt x="76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29" name="Google Shape;1029;p45"/>
            <p:cNvSpPr/>
            <p:nvPr/>
          </p:nvSpPr>
          <p:spPr>
            <a:xfrm>
              <a:off x="639217" y="1698637"/>
              <a:ext cx="2425449" cy="395188"/>
            </a:xfrm>
            <a:custGeom>
              <a:avLst/>
              <a:gdLst/>
              <a:ahLst/>
              <a:cxnLst/>
              <a:rect l="l" t="t" r="r" b="b"/>
              <a:pathLst>
                <a:path w="7635" h="1244" extrusionOk="0">
                  <a:moveTo>
                    <a:pt x="1" y="0"/>
                  </a:moveTo>
                  <a:lnTo>
                    <a:pt x="1" y="1029"/>
                  </a:lnTo>
                  <a:lnTo>
                    <a:pt x="1" y="1154"/>
                  </a:lnTo>
                  <a:cubicBezTo>
                    <a:pt x="1" y="1203"/>
                    <a:pt x="41" y="1244"/>
                    <a:pt x="91" y="1244"/>
                  </a:cubicBezTo>
                  <a:lnTo>
                    <a:pt x="434" y="1244"/>
                  </a:lnTo>
                  <a:cubicBezTo>
                    <a:pt x="484" y="1244"/>
                    <a:pt x="524" y="1203"/>
                    <a:pt x="524" y="1154"/>
                  </a:cubicBezTo>
                  <a:lnTo>
                    <a:pt x="524" y="1029"/>
                  </a:lnTo>
                  <a:lnTo>
                    <a:pt x="712" y="1029"/>
                  </a:lnTo>
                  <a:lnTo>
                    <a:pt x="712" y="1154"/>
                  </a:lnTo>
                  <a:cubicBezTo>
                    <a:pt x="712" y="1203"/>
                    <a:pt x="753" y="1244"/>
                    <a:pt x="802" y="1244"/>
                  </a:cubicBezTo>
                  <a:lnTo>
                    <a:pt x="1145" y="1244"/>
                  </a:lnTo>
                  <a:cubicBezTo>
                    <a:pt x="1195" y="1244"/>
                    <a:pt x="1235" y="1203"/>
                    <a:pt x="1235" y="1154"/>
                  </a:cubicBezTo>
                  <a:lnTo>
                    <a:pt x="1235" y="1029"/>
                  </a:lnTo>
                  <a:lnTo>
                    <a:pt x="1423" y="1029"/>
                  </a:lnTo>
                  <a:lnTo>
                    <a:pt x="1423" y="1154"/>
                  </a:lnTo>
                  <a:cubicBezTo>
                    <a:pt x="1423" y="1203"/>
                    <a:pt x="1464" y="1244"/>
                    <a:pt x="1513" y="1244"/>
                  </a:cubicBezTo>
                  <a:lnTo>
                    <a:pt x="1856" y="1244"/>
                  </a:lnTo>
                  <a:cubicBezTo>
                    <a:pt x="1906" y="1244"/>
                    <a:pt x="1946" y="1203"/>
                    <a:pt x="1946" y="1154"/>
                  </a:cubicBezTo>
                  <a:lnTo>
                    <a:pt x="1946" y="1029"/>
                  </a:lnTo>
                  <a:lnTo>
                    <a:pt x="2134" y="1029"/>
                  </a:lnTo>
                  <a:lnTo>
                    <a:pt x="2134" y="1154"/>
                  </a:lnTo>
                  <a:cubicBezTo>
                    <a:pt x="2134" y="1203"/>
                    <a:pt x="2175" y="1244"/>
                    <a:pt x="2224" y="1244"/>
                  </a:cubicBezTo>
                  <a:lnTo>
                    <a:pt x="2567" y="1244"/>
                  </a:lnTo>
                  <a:cubicBezTo>
                    <a:pt x="2617" y="1244"/>
                    <a:pt x="2657" y="1203"/>
                    <a:pt x="2657" y="1154"/>
                  </a:cubicBezTo>
                  <a:lnTo>
                    <a:pt x="2657" y="1029"/>
                  </a:lnTo>
                  <a:lnTo>
                    <a:pt x="2845" y="1029"/>
                  </a:lnTo>
                  <a:lnTo>
                    <a:pt x="2845" y="1154"/>
                  </a:lnTo>
                  <a:cubicBezTo>
                    <a:pt x="2845" y="1203"/>
                    <a:pt x="2886" y="1244"/>
                    <a:pt x="2935" y="1244"/>
                  </a:cubicBezTo>
                  <a:lnTo>
                    <a:pt x="3278" y="1244"/>
                  </a:lnTo>
                  <a:cubicBezTo>
                    <a:pt x="3329" y="1244"/>
                    <a:pt x="3368" y="1203"/>
                    <a:pt x="3368" y="1154"/>
                  </a:cubicBezTo>
                  <a:lnTo>
                    <a:pt x="3368" y="1029"/>
                  </a:lnTo>
                  <a:lnTo>
                    <a:pt x="3556" y="1029"/>
                  </a:lnTo>
                  <a:lnTo>
                    <a:pt x="3556" y="1154"/>
                  </a:lnTo>
                  <a:cubicBezTo>
                    <a:pt x="3556" y="1203"/>
                    <a:pt x="3597" y="1244"/>
                    <a:pt x="3646" y="1244"/>
                  </a:cubicBezTo>
                  <a:lnTo>
                    <a:pt x="3989" y="1244"/>
                  </a:lnTo>
                  <a:cubicBezTo>
                    <a:pt x="4040" y="1244"/>
                    <a:pt x="4079" y="1203"/>
                    <a:pt x="4079" y="1154"/>
                  </a:cubicBezTo>
                  <a:lnTo>
                    <a:pt x="4079" y="1029"/>
                  </a:lnTo>
                  <a:lnTo>
                    <a:pt x="4267" y="1029"/>
                  </a:lnTo>
                  <a:lnTo>
                    <a:pt x="4267" y="1154"/>
                  </a:lnTo>
                  <a:cubicBezTo>
                    <a:pt x="4267" y="1203"/>
                    <a:pt x="4308" y="1244"/>
                    <a:pt x="4357" y="1244"/>
                  </a:cubicBezTo>
                  <a:lnTo>
                    <a:pt x="4700" y="1244"/>
                  </a:lnTo>
                  <a:cubicBezTo>
                    <a:pt x="4751" y="1244"/>
                    <a:pt x="4790" y="1203"/>
                    <a:pt x="4790" y="1154"/>
                  </a:cubicBezTo>
                  <a:lnTo>
                    <a:pt x="4790" y="1029"/>
                  </a:lnTo>
                  <a:lnTo>
                    <a:pt x="4978" y="1029"/>
                  </a:lnTo>
                  <a:lnTo>
                    <a:pt x="4978" y="1154"/>
                  </a:lnTo>
                  <a:cubicBezTo>
                    <a:pt x="4978" y="1203"/>
                    <a:pt x="5019" y="1244"/>
                    <a:pt x="5068" y="1244"/>
                  </a:cubicBezTo>
                  <a:lnTo>
                    <a:pt x="5412" y="1244"/>
                  </a:lnTo>
                  <a:cubicBezTo>
                    <a:pt x="5462" y="1244"/>
                    <a:pt x="5501" y="1203"/>
                    <a:pt x="5501" y="1154"/>
                  </a:cubicBezTo>
                  <a:lnTo>
                    <a:pt x="5501" y="1029"/>
                  </a:lnTo>
                  <a:lnTo>
                    <a:pt x="5690" y="1029"/>
                  </a:lnTo>
                  <a:lnTo>
                    <a:pt x="5690" y="1154"/>
                  </a:lnTo>
                  <a:cubicBezTo>
                    <a:pt x="5690" y="1203"/>
                    <a:pt x="5730" y="1244"/>
                    <a:pt x="5779" y="1244"/>
                  </a:cubicBezTo>
                  <a:lnTo>
                    <a:pt x="6123" y="1244"/>
                  </a:lnTo>
                  <a:cubicBezTo>
                    <a:pt x="6173" y="1244"/>
                    <a:pt x="6212" y="1203"/>
                    <a:pt x="6212" y="1154"/>
                  </a:cubicBezTo>
                  <a:lnTo>
                    <a:pt x="6212" y="1029"/>
                  </a:lnTo>
                  <a:lnTo>
                    <a:pt x="6401" y="1029"/>
                  </a:lnTo>
                  <a:lnTo>
                    <a:pt x="6401" y="1154"/>
                  </a:lnTo>
                  <a:cubicBezTo>
                    <a:pt x="6401" y="1203"/>
                    <a:pt x="6441" y="1244"/>
                    <a:pt x="6491" y="1244"/>
                  </a:cubicBezTo>
                  <a:lnTo>
                    <a:pt x="6834" y="1244"/>
                  </a:lnTo>
                  <a:cubicBezTo>
                    <a:pt x="6884" y="1244"/>
                    <a:pt x="6924" y="1203"/>
                    <a:pt x="6924" y="1154"/>
                  </a:cubicBezTo>
                  <a:lnTo>
                    <a:pt x="6924" y="1029"/>
                  </a:lnTo>
                  <a:lnTo>
                    <a:pt x="7112" y="1029"/>
                  </a:lnTo>
                  <a:lnTo>
                    <a:pt x="7112" y="1154"/>
                  </a:lnTo>
                  <a:cubicBezTo>
                    <a:pt x="7112" y="1203"/>
                    <a:pt x="7152" y="1244"/>
                    <a:pt x="7202" y="1244"/>
                  </a:cubicBezTo>
                  <a:lnTo>
                    <a:pt x="7545" y="1244"/>
                  </a:lnTo>
                  <a:cubicBezTo>
                    <a:pt x="7595" y="1244"/>
                    <a:pt x="7635" y="1203"/>
                    <a:pt x="7635" y="1154"/>
                  </a:cubicBezTo>
                  <a:lnTo>
                    <a:pt x="7635" y="1029"/>
                  </a:lnTo>
                  <a:lnTo>
                    <a:pt x="7635" y="0"/>
                  </a:lnTo>
                  <a:cubicBezTo>
                    <a:pt x="6470" y="516"/>
                    <a:pt x="5180" y="801"/>
                    <a:pt x="3820" y="801"/>
                  </a:cubicBezTo>
                  <a:cubicBezTo>
                    <a:pt x="2462" y="801"/>
                    <a:pt x="1170" y="516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30" name="Google Shape;1030;p45"/>
            <p:cNvSpPr/>
            <p:nvPr/>
          </p:nvSpPr>
          <p:spPr>
            <a:xfrm>
              <a:off x="639217" y="1494057"/>
              <a:ext cx="2426719" cy="85137"/>
            </a:xfrm>
            <a:custGeom>
              <a:avLst/>
              <a:gdLst/>
              <a:ahLst/>
              <a:cxnLst/>
              <a:rect l="l" t="t" r="r" b="b"/>
              <a:pathLst>
                <a:path w="7639" h="268" extrusionOk="0">
                  <a:moveTo>
                    <a:pt x="1" y="1"/>
                  </a:moveTo>
                  <a:lnTo>
                    <a:pt x="1" y="268"/>
                  </a:lnTo>
                  <a:lnTo>
                    <a:pt x="7639" y="268"/>
                  </a:lnTo>
                  <a:lnTo>
                    <a:pt x="76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31" name="Google Shape;1031;p45"/>
            <p:cNvSpPr/>
            <p:nvPr/>
          </p:nvSpPr>
          <p:spPr>
            <a:xfrm>
              <a:off x="639217" y="1297736"/>
              <a:ext cx="1212883" cy="796094"/>
            </a:xfrm>
            <a:custGeom>
              <a:avLst/>
              <a:gdLst/>
              <a:ahLst/>
              <a:cxnLst/>
              <a:rect l="l" t="t" r="r" b="b"/>
              <a:pathLst>
                <a:path w="3818" h="2506" extrusionOk="0">
                  <a:moveTo>
                    <a:pt x="1" y="1"/>
                  </a:moveTo>
                  <a:lnTo>
                    <a:pt x="1" y="3"/>
                  </a:lnTo>
                  <a:lnTo>
                    <a:pt x="1" y="1262"/>
                  </a:lnTo>
                  <a:lnTo>
                    <a:pt x="1" y="2291"/>
                  </a:lnTo>
                  <a:lnTo>
                    <a:pt x="1" y="2416"/>
                  </a:lnTo>
                  <a:cubicBezTo>
                    <a:pt x="1" y="2465"/>
                    <a:pt x="41" y="2506"/>
                    <a:pt x="91" y="2506"/>
                  </a:cubicBezTo>
                  <a:lnTo>
                    <a:pt x="434" y="2506"/>
                  </a:lnTo>
                  <a:cubicBezTo>
                    <a:pt x="484" y="2506"/>
                    <a:pt x="524" y="2465"/>
                    <a:pt x="524" y="2416"/>
                  </a:cubicBezTo>
                  <a:lnTo>
                    <a:pt x="524" y="2291"/>
                  </a:lnTo>
                  <a:lnTo>
                    <a:pt x="712" y="2291"/>
                  </a:lnTo>
                  <a:lnTo>
                    <a:pt x="712" y="2416"/>
                  </a:lnTo>
                  <a:cubicBezTo>
                    <a:pt x="712" y="2465"/>
                    <a:pt x="753" y="2506"/>
                    <a:pt x="802" y="2506"/>
                  </a:cubicBezTo>
                  <a:lnTo>
                    <a:pt x="1145" y="2506"/>
                  </a:lnTo>
                  <a:cubicBezTo>
                    <a:pt x="1195" y="2506"/>
                    <a:pt x="1235" y="2465"/>
                    <a:pt x="1235" y="2416"/>
                  </a:cubicBezTo>
                  <a:lnTo>
                    <a:pt x="1235" y="2291"/>
                  </a:lnTo>
                  <a:lnTo>
                    <a:pt x="1423" y="2291"/>
                  </a:lnTo>
                  <a:lnTo>
                    <a:pt x="1423" y="2416"/>
                  </a:lnTo>
                  <a:cubicBezTo>
                    <a:pt x="1423" y="2465"/>
                    <a:pt x="1464" y="2506"/>
                    <a:pt x="1513" y="2506"/>
                  </a:cubicBezTo>
                  <a:lnTo>
                    <a:pt x="1856" y="2506"/>
                  </a:lnTo>
                  <a:cubicBezTo>
                    <a:pt x="1906" y="2506"/>
                    <a:pt x="1946" y="2465"/>
                    <a:pt x="1946" y="2416"/>
                  </a:cubicBezTo>
                  <a:lnTo>
                    <a:pt x="1946" y="2291"/>
                  </a:lnTo>
                  <a:lnTo>
                    <a:pt x="2134" y="2291"/>
                  </a:lnTo>
                  <a:lnTo>
                    <a:pt x="2134" y="2416"/>
                  </a:lnTo>
                  <a:cubicBezTo>
                    <a:pt x="2134" y="2465"/>
                    <a:pt x="2175" y="2506"/>
                    <a:pt x="2224" y="2506"/>
                  </a:cubicBezTo>
                  <a:lnTo>
                    <a:pt x="2567" y="2506"/>
                  </a:lnTo>
                  <a:cubicBezTo>
                    <a:pt x="2617" y="2506"/>
                    <a:pt x="2657" y="2465"/>
                    <a:pt x="2657" y="2416"/>
                  </a:cubicBezTo>
                  <a:lnTo>
                    <a:pt x="2657" y="2291"/>
                  </a:lnTo>
                  <a:lnTo>
                    <a:pt x="2845" y="2291"/>
                  </a:lnTo>
                  <a:lnTo>
                    <a:pt x="2845" y="2416"/>
                  </a:lnTo>
                  <a:cubicBezTo>
                    <a:pt x="2845" y="2465"/>
                    <a:pt x="2886" y="2506"/>
                    <a:pt x="2935" y="2506"/>
                  </a:cubicBezTo>
                  <a:lnTo>
                    <a:pt x="3278" y="2506"/>
                  </a:lnTo>
                  <a:cubicBezTo>
                    <a:pt x="3329" y="2506"/>
                    <a:pt x="3368" y="2465"/>
                    <a:pt x="3368" y="2416"/>
                  </a:cubicBezTo>
                  <a:lnTo>
                    <a:pt x="3368" y="2291"/>
                  </a:lnTo>
                  <a:lnTo>
                    <a:pt x="3556" y="2291"/>
                  </a:lnTo>
                  <a:lnTo>
                    <a:pt x="3556" y="2416"/>
                  </a:lnTo>
                  <a:cubicBezTo>
                    <a:pt x="3556" y="2465"/>
                    <a:pt x="3597" y="2506"/>
                    <a:pt x="3646" y="2506"/>
                  </a:cubicBezTo>
                  <a:lnTo>
                    <a:pt x="3817" y="2506"/>
                  </a:lnTo>
                  <a:lnTo>
                    <a:pt x="3817" y="2062"/>
                  </a:lnTo>
                  <a:lnTo>
                    <a:pt x="3817" y="1"/>
                  </a:ln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32" name="Google Shape;1032;p45"/>
            <p:cNvSpPr/>
            <p:nvPr/>
          </p:nvSpPr>
          <p:spPr>
            <a:xfrm>
              <a:off x="509289" y="1298371"/>
              <a:ext cx="2689119" cy="196005"/>
            </a:xfrm>
            <a:custGeom>
              <a:avLst/>
              <a:gdLst/>
              <a:ahLst/>
              <a:cxnLst/>
              <a:rect l="l" t="t" r="r" b="b"/>
              <a:pathLst>
                <a:path w="8465" h="617" extrusionOk="0">
                  <a:moveTo>
                    <a:pt x="0" y="1"/>
                  </a:moveTo>
                  <a:lnTo>
                    <a:pt x="0" y="551"/>
                  </a:lnTo>
                  <a:cubicBezTo>
                    <a:pt x="0" y="587"/>
                    <a:pt x="29" y="617"/>
                    <a:pt x="66" y="617"/>
                  </a:cubicBezTo>
                  <a:lnTo>
                    <a:pt x="8400" y="617"/>
                  </a:lnTo>
                  <a:cubicBezTo>
                    <a:pt x="8435" y="617"/>
                    <a:pt x="8465" y="587"/>
                    <a:pt x="8465" y="551"/>
                  </a:cubicBezTo>
                  <a:lnTo>
                    <a:pt x="84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33" name="Google Shape;1033;p45"/>
            <p:cNvSpPr/>
            <p:nvPr/>
          </p:nvSpPr>
          <p:spPr>
            <a:xfrm>
              <a:off x="1768541" y="1331409"/>
              <a:ext cx="171227" cy="162967"/>
            </a:xfrm>
            <a:custGeom>
              <a:avLst/>
              <a:gdLst/>
              <a:ahLst/>
              <a:cxnLst/>
              <a:rect l="l" t="t" r="r" b="b"/>
              <a:pathLst>
                <a:path w="539" h="513" extrusionOk="0">
                  <a:moveTo>
                    <a:pt x="269" y="0"/>
                  </a:moveTo>
                  <a:cubicBezTo>
                    <a:pt x="121" y="0"/>
                    <a:pt x="0" y="121"/>
                    <a:pt x="0" y="269"/>
                  </a:cubicBezTo>
                  <a:lnTo>
                    <a:pt x="0" y="513"/>
                  </a:lnTo>
                  <a:lnTo>
                    <a:pt x="538" y="513"/>
                  </a:lnTo>
                  <a:lnTo>
                    <a:pt x="538" y="269"/>
                  </a:lnTo>
                  <a:cubicBezTo>
                    <a:pt x="538" y="121"/>
                    <a:pt x="417" y="0"/>
                    <a:pt x="2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grpSp>
          <p:nvGrpSpPr>
            <p:cNvPr id="1034" name="Google Shape;1034;p45"/>
            <p:cNvGrpSpPr/>
            <p:nvPr/>
          </p:nvGrpSpPr>
          <p:grpSpPr>
            <a:xfrm>
              <a:off x="863637" y="587141"/>
              <a:ext cx="1066938" cy="1138029"/>
              <a:chOff x="-5383310" y="2596936"/>
              <a:chExt cx="495145" cy="528137"/>
            </a:xfrm>
          </p:grpSpPr>
          <p:sp>
            <p:nvSpPr>
              <p:cNvPr id="1035" name="Google Shape;1035;p45"/>
              <p:cNvSpPr/>
              <p:nvPr/>
            </p:nvSpPr>
            <p:spPr>
              <a:xfrm>
                <a:off x="-5383310" y="2707479"/>
                <a:ext cx="417594" cy="417594"/>
              </a:xfrm>
              <a:custGeom>
                <a:avLst/>
                <a:gdLst/>
                <a:ahLst/>
                <a:cxnLst/>
                <a:rect l="l" t="t" r="r" b="b"/>
                <a:pathLst>
                  <a:path w="2633" h="2633" extrusionOk="0">
                    <a:moveTo>
                      <a:pt x="1534" y="1"/>
                    </a:moveTo>
                    <a:lnTo>
                      <a:pt x="707" y="827"/>
                    </a:lnTo>
                    <a:cubicBezTo>
                      <a:pt x="679" y="856"/>
                      <a:pt x="663" y="894"/>
                      <a:pt x="668" y="932"/>
                    </a:cubicBezTo>
                    <a:cubicBezTo>
                      <a:pt x="670" y="955"/>
                      <a:pt x="664" y="977"/>
                      <a:pt x="648" y="995"/>
                    </a:cubicBezTo>
                    <a:cubicBezTo>
                      <a:pt x="634" y="1008"/>
                      <a:pt x="617" y="1016"/>
                      <a:pt x="598" y="1016"/>
                    </a:cubicBezTo>
                    <a:cubicBezTo>
                      <a:pt x="594" y="1016"/>
                      <a:pt x="589" y="1015"/>
                      <a:pt x="585" y="1014"/>
                    </a:cubicBezTo>
                    <a:cubicBezTo>
                      <a:pt x="580" y="1014"/>
                      <a:pt x="575" y="1013"/>
                      <a:pt x="570" y="1013"/>
                    </a:cubicBezTo>
                    <a:cubicBezTo>
                      <a:pt x="537" y="1013"/>
                      <a:pt x="504" y="1029"/>
                      <a:pt x="481" y="1054"/>
                    </a:cubicBezTo>
                    <a:lnTo>
                      <a:pt x="272" y="1264"/>
                    </a:lnTo>
                    <a:cubicBezTo>
                      <a:pt x="243" y="1291"/>
                      <a:pt x="227" y="1329"/>
                      <a:pt x="232" y="1367"/>
                    </a:cubicBezTo>
                    <a:cubicBezTo>
                      <a:pt x="235" y="1391"/>
                      <a:pt x="229" y="1413"/>
                      <a:pt x="213" y="1430"/>
                    </a:cubicBezTo>
                    <a:cubicBezTo>
                      <a:pt x="198" y="1444"/>
                      <a:pt x="180" y="1452"/>
                      <a:pt x="161" y="1452"/>
                    </a:cubicBezTo>
                    <a:cubicBezTo>
                      <a:pt x="157" y="1452"/>
                      <a:pt x="154" y="1451"/>
                      <a:pt x="150" y="1451"/>
                    </a:cubicBezTo>
                    <a:cubicBezTo>
                      <a:pt x="145" y="1450"/>
                      <a:pt x="140" y="1450"/>
                      <a:pt x="135" y="1450"/>
                    </a:cubicBezTo>
                    <a:cubicBezTo>
                      <a:pt x="101" y="1450"/>
                      <a:pt x="68" y="1465"/>
                      <a:pt x="45" y="1489"/>
                    </a:cubicBezTo>
                    <a:lnTo>
                      <a:pt x="1" y="1533"/>
                    </a:lnTo>
                    <a:lnTo>
                      <a:pt x="1100" y="2632"/>
                    </a:lnTo>
                    <a:lnTo>
                      <a:pt x="1791" y="1942"/>
                    </a:lnTo>
                    <a:cubicBezTo>
                      <a:pt x="1819" y="1913"/>
                      <a:pt x="1835" y="1875"/>
                      <a:pt x="1830" y="1837"/>
                    </a:cubicBezTo>
                    <a:cubicBezTo>
                      <a:pt x="1827" y="1814"/>
                      <a:pt x="1834" y="1792"/>
                      <a:pt x="1850" y="1774"/>
                    </a:cubicBezTo>
                    <a:cubicBezTo>
                      <a:pt x="1863" y="1762"/>
                      <a:pt x="1882" y="1755"/>
                      <a:pt x="1900" y="1755"/>
                    </a:cubicBezTo>
                    <a:cubicBezTo>
                      <a:pt x="1904" y="1755"/>
                      <a:pt x="1907" y="1755"/>
                      <a:pt x="1911" y="1756"/>
                    </a:cubicBezTo>
                    <a:cubicBezTo>
                      <a:pt x="1916" y="1756"/>
                      <a:pt x="1921" y="1757"/>
                      <a:pt x="1926" y="1757"/>
                    </a:cubicBezTo>
                    <a:cubicBezTo>
                      <a:pt x="1960" y="1757"/>
                      <a:pt x="1992" y="1741"/>
                      <a:pt x="2016" y="1717"/>
                    </a:cubicBezTo>
                    <a:lnTo>
                      <a:pt x="2633" y="1099"/>
                    </a:lnTo>
                    <a:lnTo>
                      <a:pt x="153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36" name="Google Shape;1036;p45"/>
              <p:cNvSpPr/>
              <p:nvPr/>
            </p:nvSpPr>
            <p:spPr>
              <a:xfrm>
                <a:off x="-5153660" y="2596936"/>
                <a:ext cx="161931" cy="159393"/>
              </a:xfrm>
              <a:custGeom>
                <a:avLst/>
                <a:gdLst/>
                <a:ahLst/>
                <a:cxnLst/>
                <a:rect l="l" t="t" r="r" b="b"/>
                <a:pathLst>
                  <a:path w="1021" h="1005" extrusionOk="0">
                    <a:moveTo>
                      <a:pt x="848" y="0"/>
                    </a:moveTo>
                    <a:cubicBezTo>
                      <a:pt x="808" y="0"/>
                      <a:pt x="768" y="16"/>
                      <a:pt x="738" y="47"/>
                    </a:cubicBezTo>
                    <a:lnTo>
                      <a:pt x="1" y="783"/>
                    </a:lnTo>
                    <a:lnTo>
                      <a:pt x="222" y="1005"/>
                    </a:lnTo>
                    <a:lnTo>
                      <a:pt x="959" y="270"/>
                    </a:lnTo>
                    <a:cubicBezTo>
                      <a:pt x="1021" y="207"/>
                      <a:pt x="1021" y="107"/>
                      <a:pt x="959" y="47"/>
                    </a:cubicBezTo>
                    <a:cubicBezTo>
                      <a:pt x="928" y="16"/>
                      <a:pt x="888" y="0"/>
                      <a:pt x="84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37" name="Google Shape;1037;p45"/>
              <p:cNvSpPr/>
              <p:nvPr/>
            </p:nvSpPr>
            <p:spPr>
              <a:xfrm>
                <a:off x="-5106080" y="2621360"/>
                <a:ext cx="184769" cy="182231"/>
              </a:xfrm>
              <a:custGeom>
                <a:avLst/>
                <a:gdLst/>
                <a:ahLst/>
                <a:cxnLst/>
                <a:rect l="l" t="t" r="r" b="b"/>
                <a:pathLst>
                  <a:path w="1165" h="1149" extrusionOk="0">
                    <a:moveTo>
                      <a:pt x="992" y="0"/>
                    </a:moveTo>
                    <a:cubicBezTo>
                      <a:pt x="952" y="0"/>
                      <a:pt x="912" y="16"/>
                      <a:pt x="881" y="47"/>
                    </a:cubicBezTo>
                    <a:lnTo>
                      <a:pt x="0" y="927"/>
                    </a:lnTo>
                    <a:lnTo>
                      <a:pt x="222" y="1149"/>
                    </a:lnTo>
                    <a:lnTo>
                      <a:pt x="1103" y="268"/>
                    </a:lnTo>
                    <a:cubicBezTo>
                      <a:pt x="1165" y="207"/>
                      <a:pt x="1165" y="107"/>
                      <a:pt x="1103" y="47"/>
                    </a:cubicBezTo>
                    <a:cubicBezTo>
                      <a:pt x="1072" y="16"/>
                      <a:pt x="1032" y="0"/>
                      <a:pt x="99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38" name="Google Shape;1038;p45"/>
              <p:cNvSpPr/>
              <p:nvPr/>
            </p:nvSpPr>
            <p:spPr>
              <a:xfrm>
                <a:off x="-5059770" y="2690826"/>
                <a:ext cx="161931" cy="159234"/>
              </a:xfrm>
              <a:custGeom>
                <a:avLst/>
                <a:gdLst/>
                <a:ahLst/>
                <a:cxnLst/>
                <a:rect l="l" t="t" r="r" b="b"/>
                <a:pathLst>
                  <a:path w="1021" h="1004" extrusionOk="0">
                    <a:moveTo>
                      <a:pt x="848" y="0"/>
                    </a:moveTo>
                    <a:cubicBezTo>
                      <a:pt x="808" y="0"/>
                      <a:pt x="768" y="16"/>
                      <a:pt x="737" y="47"/>
                    </a:cubicBezTo>
                    <a:lnTo>
                      <a:pt x="0" y="782"/>
                    </a:lnTo>
                    <a:lnTo>
                      <a:pt x="223" y="1004"/>
                    </a:lnTo>
                    <a:lnTo>
                      <a:pt x="959" y="267"/>
                    </a:lnTo>
                    <a:cubicBezTo>
                      <a:pt x="1020" y="208"/>
                      <a:pt x="1020" y="108"/>
                      <a:pt x="959" y="47"/>
                    </a:cubicBezTo>
                    <a:cubicBezTo>
                      <a:pt x="928" y="16"/>
                      <a:pt x="888" y="0"/>
                      <a:pt x="84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39" name="Google Shape;1039;p45"/>
              <p:cNvSpPr/>
              <p:nvPr/>
            </p:nvSpPr>
            <p:spPr>
              <a:xfrm>
                <a:off x="-5014569" y="2771394"/>
                <a:ext cx="126404" cy="123867"/>
              </a:xfrm>
              <a:custGeom>
                <a:avLst/>
                <a:gdLst/>
                <a:ahLst/>
                <a:cxnLst/>
                <a:rect l="l" t="t" r="r" b="b"/>
                <a:pathLst>
                  <a:path w="797" h="781" extrusionOk="0">
                    <a:moveTo>
                      <a:pt x="624" y="0"/>
                    </a:moveTo>
                    <a:cubicBezTo>
                      <a:pt x="583" y="0"/>
                      <a:pt x="543" y="16"/>
                      <a:pt x="513" y="47"/>
                    </a:cubicBezTo>
                    <a:lnTo>
                      <a:pt x="1" y="558"/>
                    </a:lnTo>
                    <a:lnTo>
                      <a:pt x="222" y="780"/>
                    </a:lnTo>
                    <a:lnTo>
                      <a:pt x="734" y="268"/>
                    </a:lnTo>
                    <a:cubicBezTo>
                      <a:pt x="796" y="208"/>
                      <a:pt x="796" y="108"/>
                      <a:pt x="734" y="47"/>
                    </a:cubicBezTo>
                    <a:cubicBezTo>
                      <a:pt x="704" y="16"/>
                      <a:pt x="664" y="0"/>
                      <a:pt x="62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40" name="Google Shape;1040;p45"/>
              <p:cNvSpPr/>
              <p:nvPr/>
            </p:nvSpPr>
            <p:spPr>
              <a:xfrm>
                <a:off x="-5235179" y="2625167"/>
                <a:ext cx="126087" cy="123708"/>
              </a:xfrm>
              <a:custGeom>
                <a:avLst/>
                <a:gdLst/>
                <a:ahLst/>
                <a:cxnLst/>
                <a:rect l="l" t="t" r="r" b="b"/>
                <a:pathLst>
                  <a:path w="795" h="780" extrusionOk="0">
                    <a:moveTo>
                      <a:pt x="623" y="0"/>
                    </a:moveTo>
                    <a:cubicBezTo>
                      <a:pt x="583" y="0"/>
                      <a:pt x="543" y="16"/>
                      <a:pt x="512" y="46"/>
                    </a:cubicBezTo>
                    <a:lnTo>
                      <a:pt x="1" y="558"/>
                    </a:lnTo>
                    <a:lnTo>
                      <a:pt x="222" y="780"/>
                    </a:lnTo>
                    <a:lnTo>
                      <a:pt x="734" y="268"/>
                    </a:lnTo>
                    <a:cubicBezTo>
                      <a:pt x="795" y="208"/>
                      <a:pt x="795" y="108"/>
                      <a:pt x="734" y="46"/>
                    </a:cubicBezTo>
                    <a:cubicBezTo>
                      <a:pt x="703" y="16"/>
                      <a:pt x="663" y="0"/>
                      <a:pt x="62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41" name="Google Shape;1041;p45"/>
              <p:cNvSpPr/>
              <p:nvPr/>
            </p:nvSpPr>
            <p:spPr>
              <a:xfrm>
                <a:off x="-5298301" y="2713823"/>
                <a:ext cx="107531" cy="127197"/>
              </a:xfrm>
              <a:custGeom>
                <a:avLst/>
                <a:gdLst/>
                <a:ahLst/>
                <a:cxnLst/>
                <a:rect l="l" t="t" r="r" b="b"/>
                <a:pathLst>
                  <a:path w="678" h="802" extrusionOk="0">
                    <a:moveTo>
                      <a:pt x="396" y="0"/>
                    </a:moveTo>
                    <a:lnTo>
                      <a:pt x="156" y="241"/>
                    </a:lnTo>
                    <a:cubicBezTo>
                      <a:pt x="1" y="396"/>
                      <a:pt x="1" y="646"/>
                      <a:pt x="156" y="801"/>
                    </a:cubicBezTo>
                    <a:lnTo>
                      <a:pt x="678" y="282"/>
                    </a:lnTo>
                    <a:lnTo>
                      <a:pt x="39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42" name="Google Shape;1042;p45"/>
              <p:cNvSpPr/>
              <p:nvPr/>
            </p:nvSpPr>
            <p:spPr>
              <a:xfrm>
                <a:off x="-5200129" y="2739833"/>
                <a:ext cx="14433" cy="18398"/>
              </a:xfrm>
              <a:custGeom>
                <a:avLst/>
                <a:gdLst/>
                <a:ahLst/>
                <a:cxnLst/>
                <a:rect l="l" t="t" r="r" b="b"/>
                <a:pathLst>
                  <a:path w="91" h="116" extrusionOk="0">
                    <a:moveTo>
                      <a:pt x="59" y="1"/>
                    </a:moveTo>
                    <a:lnTo>
                      <a:pt x="1" y="59"/>
                    </a:lnTo>
                    <a:lnTo>
                      <a:pt x="59" y="115"/>
                    </a:lnTo>
                    <a:cubicBezTo>
                      <a:pt x="91" y="83"/>
                      <a:pt x="91" y="33"/>
                      <a:pt x="5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43" name="Google Shape;1043;p45"/>
              <p:cNvSpPr/>
              <p:nvPr/>
            </p:nvSpPr>
            <p:spPr>
              <a:xfrm>
                <a:off x="-5257542" y="2958540"/>
                <a:ext cx="116888" cy="115619"/>
              </a:xfrm>
              <a:custGeom>
                <a:avLst/>
                <a:gdLst/>
                <a:ahLst/>
                <a:cxnLst/>
                <a:rect l="l" t="t" r="r" b="b"/>
                <a:pathLst>
                  <a:path w="737" h="729" extrusionOk="0">
                    <a:moveTo>
                      <a:pt x="84" y="0"/>
                    </a:moveTo>
                    <a:cubicBezTo>
                      <a:pt x="65" y="0"/>
                      <a:pt x="45" y="8"/>
                      <a:pt x="30" y="23"/>
                    </a:cubicBezTo>
                    <a:cubicBezTo>
                      <a:pt x="0" y="52"/>
                      <a:pt x="0" y="102"/>
                      <a:pt x="30" y="131"/>
                    </a:cubicBezTo>
                    <a:lnTo>
                      <a:pt x="628" y="729"/>
                    </a:lnTo>
                    <a:lnTo>
                      <a:pt x="736" y="619"/>
                    </a:lnTo>
                    <a:lnTo>
                      <a:pt x="138" y="23"/>
                    </a:lnTo>
                    <a:cubicBezTo>
                      <a:pt x="124" y="8"/>
                      <a:pt x="104" y="0"/>
                      <a:pt x="84" y="0"/>
                    </a:cubicBezTo>
                    <a:close/>
                  </a:path>
                </a:pathLst>
              </a:custGeom>
              <a:solidFill>
                <a:srgbClr val="202020">
                  <a:alpha val="14560"/>
                </a:srgbClr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44" name="Google Shape;1044;p45"/>
              <p:cNvSpPr/>
              <p:nvPr/>
            </p:nvSpPr>
            <p:spPr>
              <a:xfrm>
                <a:off x="-5230104" y="2780117"/>
                <a:ext cx="103090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650" h="644" extrusionOk="0">
                    <a:moveTo>
                      <a:pt x="109" y="0"/>
                    </a:moveTo>
                    <a:lnTo>
                      <a:pt x="1" y="109"/>
                    </a:lnTo>
                    <a:lnTo>
                      <a:pt x="512" y="621"/>
                    </a:lnTo>
                    <a:cubicBezTo>
                      <a:pt x="527" y="636"/>
                      <a:pt x="546" y="643"/>
                      <a:pt x="566" y="643"/>
                    </a:cubicBezTo>
                    <a:cubicBezTo>
                      <a:pt x="586" y="643"/>
                      <a:pt x="606" y="636"/>
                      <a:pt x="621" y="621"/>
                    </a:cubicBezTo>
                    <a:cubicBezTo>
                      <a:pt x="650" y="592"/>
                      <a:pt x="650" y="543"/>
                      <a:pt x="621" y="513"/>
                    </a:cubicBezTo>
                    <a:lnTo>
                      <a:pt x="109" y="0"/>
                    </a:lnTo>
                    <a:close/>
                  </a:path>
                </a:pathLst>
              </a:custGeom>
              <a:solidFill>
                <a:srgbClr val="202020">
                  <a:alpha val="14560"/>
                </a:srgbClr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45" name="Google Shape;1045;p45"/>
              <p:cNvSpPr/>
              <p:nvPr/>
            </p:nvSpPr>
            <p:spPr>
              <a:xfrm>
                <a:off x="-5254528" y="2892722"/>
                <a:ext cx="95160" cy="92464"/>
              </a:xfrm>
              <a:custGeom>
                <a:avLst/>
                <a:gdLst/>
                <a:ahLst/>
                <a:cxnLst/>
                <a:rect l="l" t="t" r="r" b="b"/>
                <a:pathLst>
                  <a:path w="600" h="583" extrusionOk="0">
                    <a:moveTo>
                      <a:pt x="85" y="0"/>
                    </a:moveTo>
                    <a:cubicBezTo>
                      <a:pt x="66" y="0"/>
                      <a:pt x="46" y="7"/>
                      <a:pt x="32" y="22"/>
                    </a:cubicBezTo>
                    <a:cubicBezTo>
                      <a:pt x="1" y="52"/>
                      <a:pt x="1" y="101"/>
                      <a:pt x="32" y="130"/>
                    </a:cubicBezTo>
                    <a:lnTo>
                      <a:pt x="461" y="561"/>
                    </a:lnTo>
                    <a:cubicBezTo>
                      <a:pt x="476" y="575"/>
                      <a:pt x="496" y="582"/>
                      <a:pt x="516" y="582"/>
                    </a:cubicBezTo>
                    <a:cubicBezTo>
                      <a:pt x="536" y="582"/>
                      <a:pt x="555" y="575"/>
                      <a:pt x="569" y="561"/>
                    </a:cubicBezTo>
                    <a:cubicBezTo>
                      <a:pt x="599" y="531"/>
                      <a:pt x="599" y="482"/>
                      <a:pt x="569" y="453"/>
                    </a:cubicBezTo>
                    <a:lnTo>
                      <a:pt x="140" y="22"/>
                    </a:lnTo>
                    <a:cubicBezTo>
                      <a:pt x="125" y="7"/>
                      <a:pt x="105" y="0"/>
                      <a:pt x="85" y="0"/>
                    </a:cubicBezTo>
                    <a:close/>
                  </a:path>
                </a:pathLst>
              </a:custGeom>
              <a:solidFill>
                <a:srgbClr val="202020">
                  <a:alpha val="14560"/>
                </a:srgbClr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46" name="Google Shape;1046;p45"/>
              <p:cNvSpPr/>
              <p:nvPr/>
            </p:nvSpPr>
            <p:spPr>
              <a:xfrm>
                <a:off x="-5323360" y="2961712"/>
                <a:ext cx="94843" cy="92622"/>
              </a:xfrm>
              <a:custGeom>
                <a:avLst/>
                <a:gdLst/>
                <a:ahLst/>
                <a:cxnLst/>
                <a:rect l="l" t="t" r="r" b="b"/>
                <a:pathLst>
                  <a:path w="598" h="584" extrusionOk="0">
                    <a:moveTo>
                      <a:pt x="84" y="1"/>
                    </a:moveTo>
                    <a:cubicBezTo>
                      <a:pt x="64" y="1"/>
                      <a:pt x="44" y="8"/>
                      <a:pt x="29" y="23"/>
                    </a:cubicBezTo>
                    <a:cubicBezTo>
                      <a:pt x="0" y="52"/>
                      <a:pt x="0" y="100"/>
                      <a:pt x="29" y="131"/>
                    </a:cubicBezTo>
                    <a:lnTo>
                      <a:pt x="460" y="561"/>
                    </a:lnTo>
                    <a:cubicBezTo>
                      <a:pt x="475" y="576"/>
                      <a:pt x="494" y="583"/>
                      <a:pt x="514" y="583"/>
                    </a:cubicBezTo>
                    <a:cubicBezTo>
                      <a:pt x="534" y="583"/>
                      <a:pt x="553" y="576"/>
                      <a:pt x="568" y="561"/>
                    </a:cubicBezTo>
                    <a:cubicBezTo>
                      <a:pt x="597" y="532"/>
                      <a:pt x="597" y="483"/>
                      <a:pt x="568" y="453"/>
                    </a:cubicBezTo>
                    <a:lnTo>
                      <a:pt x="137" y="23"/>
                    </a:lnTo>
                    <a:cubicBezTo>
                      <a:pt x="123" y="8"/>
                      <a:pt x="103" y="1"/>
                      <a:pt x="84" y="1"/>
                    </a:cubicBezTo>
                    <a:close/>
                  </a:path>
                </a:pathLst>
              </a:custGeom>
              <a:solidFill>
                <a:srgbClr val="202020">
                  <a:alpha val="14560"/>
                </a:srgbClr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47" name="Google Shape;1047;p45"/>
              <p:cNvSpPr/>
              <p:nvPr/>
            </p:nvSpPr>
            <p:spPr>
              <a:xfrm>
                <a:off x="-5195847" y="2884792"/>
                <a:ext cx="76445" cy="73908"/>
              </a:xfrm>
              <a:custGeom>
                <a:avLst/>
                <a:gdLst/>
                <a:ahLst/>
                <a:cxnLst/>
                <a:rect l="l" t="t" r="r" b="b"/>
                <a:pathLst>
                  <a:path w="482" h="466" extrusionOk="0">
                    <a:moveTo>
                      <a:pt x="86" y="0"/>
                    </a:moveTo>
                    <a:cubicBezTo>
                      <a:pt x="66" y="0"/>
                      <a:pt x="46" y="8"/>
                      <a:pt x="32" y="23"/>
                    </a:cubicBezTo>
                    <a:cubicBezTo>
                      <a:pt x="1" y="52"/>
                      <a:pt x="1" y="102"/>
                      <a:pt x="32" y="131"/>
                    </a:cubicBezTo>
                    <a:lnTo>
                      <a:pt x="344" y="443"/>
                    </a:lnTo>
                    <a:cubicBezTo>
                      <a:pt x="359" y="458"/>
                      <a:pt x="379" y="465"/>
                      <a:pt x="398" y="465"/>
                    </a:cubicBezTo>
                    <a:cubicBezTo>
                      <a:pt x="418" y="465"/>
                      <a:pt x="438" y="458"/>
                      <a:pt x="453" y="443"/>
                    </a:cubicBezTo>
                    <a:cubicBezTo>
                      <a:pt x="482" y="414"/>
                      <a:pt x="482" y="365"/>
                      <a:pt x="453" y="335"/>
                    </a:cubicBezTo>
                    <a:lnTo>
                      <a:pt x="140" y="23"/>
                    </a:lnTo>
                    <a:cubicBezTo>
                      <a:pt x="125" y="8"/>
                      <a:pt x="105" y="0"/>
                      <a:pt x="86" y="0"/>
                    </a:cubicBezTo>
                    <a:close/>
                  </a:path>
                </a:pathLst>
              </a:custGeom>
              <a:solidFill>
                <a:srgbClr val="202020">
                  <a:alpha val="14560"/>
                </a:srgbClr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48" name="Google Shape;1048;p45"/>
              <p:cNvSpPr/>
              <p:nvPr/>
            </p:nvSpPr>
            <p:spPr>
              <a:xfrm>
                <a:off x="-5154611" y="2745543"/>
                <a:ext cx="89133" cy="86754"/>
              </a:xfrm>
              <a:custGeom>
                <a:avLst/>
                <a:gdLst/>
                <a:ahLst/>
                <a:cxnLst/>
                <a:rect l="l" t="t" r="r" b="b"/>
                <a:pathLst>
                  <a:path w="562" h="547" extrusionOk="0">
                    <a:moveTo>
                      <a:pt x="84" y="0"/>
                    </a:moveTo>
                    <a:cubicBezTo>
                      <a:pt x="64" y="0"/>
                      <a:pt x="44" y="8"/>
                      <a:pt x="29" y="23"/>
                    </a:cubicBezTo>
                    <a:cubicBezTo>
                      <a:pt x="0" y="52"/>
                      <a:pt x="0" y="101"/>
                      <a:pt x="29" y="131"/>
                    </a:cubicBezTo>
                    <a:lnTo>
                      <a:pt x="424" y="525"/>
                    </a:lnTo>
                    <a:cubicBezTo>
                      <a:pt x="438" y="540"/>
                      <a:pt x="458" y="547"/>
                      <a:pt x="478" y="547"/>
                    </a:cubicBezTo>
                    <a:cubicBezTo>
                      <a:pt x="498" y="547"/>
                      <a:pt x="517" y="540"/>
                      <a:pt x="532" y="525"/>
                    </a:cubicBezTo>
                    <a:cubicBezTo>
                      <a:pt x="562" y="495"/>
                      <a:pt x="562" y="446"/>
                      <a:pt x="532" y="416"/>
                    </a:cubicBezTo>
                    <a:lnTo>
                      <a:pt x="137" y="23"/>
                    </a:lnTo>
                    <a:cubicBezTo>
                      <a:pt x="123" y="8"/>
                      <a:pt x="103" y="0"/>
                      <a:pt x="84" y="0"/>
                    </a:cubicBezTo>
                    <a:close/>
                  </a:path>
                </a:pathLst>
              </a:custGeom>
              <a:solidFill>
                <a:srgbClr val="FBFFFF">
                  <a:alpha val="13920"/>
                </a:srgbClr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</p:grpSp>
        <p:grpSp>
          <p:nvGrpSpPr>
            <p:cNvPr id="1049" name="Google Shape;1049;p45"/>
            <p:cNvGrpSpPr/>
            <p:nvPr/>
          </p:nvGrpSpPr>
          <p:grpSpPr>
            <a:xfrm>
              <a:off x="2179113" y="1189134"/>
              <a:ext cx="987291" cy="1403498"/>
              <a:chOff x="-1437864" y="2028521"/>
              <a:chExt cx="599667" cy="852465"/>
            </a:xfrm>
          </p:grpSpPr>
          <p:sp>
            <p:nvSpPr>
              <p:cNvPr id="1050" name="Google Shape;1050;p45"/>
              <p:cNvSpPr/>
              <p:nvPr/>
            </p:nvSpPr>
            <p:spPr>
              <a:xfrm>
                <a:off x="-1230100" y="2071184"/>
                <a:ext cx="14115" cy="68039"/>
              </a:xfrm>
              <a:custGeom>
                <a:avLst/>
                <a:gdLst/>
                <a:ahLst/>
                <a:cxnLst/>
                <a:rect l="l" t="t" r="r" b="b"/>
                <a:pathLst>
                  <a:path w="89" h="429" extrusionOk="0">
                    <a:moveTo>
                      <a:pt x="44" y="1"/>
                    </a:moveTo>
                    <a:cubicBezTo>
                      <a:pt x="21" y="1"/>
                      <a:pt x="1" y="21"/>
                      <a:pt x="1" y="46"/>
                    </a:cubicBezTo>
                    <a:lnTo>
                      <a:pt x="1" y="385"/>
                    </a:lnTo>
                    <a:cubicBezTo>
                      <a:pt x="1" y="409"/>
                      <a:pt x="21" y="428"/>
                      <a:pt x="44" y="428"/>
                    </a:cubicBezTo>
                    <a:cubicBezTo>
                      <a:pt x="69" y="428"/>
                      <a:pt x="88" y="409"/>
                      <a:pt x="88" y="385"/>
                    </a:cubicBezTo>
                    <a:lnTo>
                      <a:pt x="88" y="46"/>
                    </a:lnTo>
                    <a:cubicBezTo>
                      <a:pt x="88" y="21"/>
                      <a:pt x="69" y="1"/>
                      <a:pt x="4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51" name="Google Shape;1051;p45"/>
              <p:cNvSpPr/>
              <p:nvPr/>
            </p:nvSpPr>
            <p:spPr>
              <a:xfrm>
                <a:off x="-1246911" y="2120032"/>
                <a:ext cx="47421" cy="384605"/>
              </a:xfrm>
              <a:custGeom>
                <a:avLst/>
                <a:gdLst/>
                <a:ahLst/>
                <a:cxnLst/>
                <a:rect l="l" t="t" r="r" b="b"/>
                <a:pathLst>
                  <a:path w="299" h="2425" extrusionOk="0">
                    <a:moveTo>
                      <a:pt x="58" y="1"/>
                    </a:moveTo>
                    <a:lnTo>
                      <a:pt x="1" y="445"/>
                    </a:lnTo>
                    <a:lnTo>
                      <a:pt x="1" y="2425"/>
                    </a:lnTo>
                    <a:lnTo>
                      <a:pt x="299" y="2425"/>
                    </a:lnTo>
                    <a:lnTo>
                      <a:pt x="299" y="439"/>
                    </a:lnTo>
                    <a:lnTo>
                      <a:pt x="24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52" name="Google Shape;1052;p45"/>
              <p:cNvSpPr/>
              <p:nvPr/>
            </p:nvSpPr>
            <p:spPr>
              <a:xfrm>
                <a:off x="-1264040" y="2182837"/>
                <a:ext cx="81520" cy="21570"/>
              </a:xfrm>
              <a:custGeom>
                <a:avLst/>
                <a:gdLst/>
                <a:ahLst/>
                <a:cxnLst/>
                <a:rect l="l" t="t" r="r" b="b"/>
                <a:pathLst>
                  <a:path w="514" h="136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514" y="135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53" name="Google Shape;1053;p45"/>
              <p:cNvSpPr/>
              <p:nvPr/>
            </p:nvSpPr>
            <p:spPr>
              <a:xfrm>
                <a:off x="-1264040" y="2120032"/>
                <a:ext cx="41077" cy="384605"/>
              </a:xfrm>
              <a:custGeom>
                <a:avLst/>
                <a:gdLst/>
                <a:ahLst/>
                <a:cxnLst/>
                <a:rect l="l" t="t" r="r" b="b"/>
                <a:pathLst>
                  <a:path w="259" h="2425" extrusionOk="0">
                    <a:moveTo>
                      <a:pt x="166" y="1"/>
                    </a:moveTo>
                    <a:lnTo>
                      <a:pt x="115" y="396"/>
                    </a:lnTo>
                    <a:lnTo>
                      <a:pt x="1" y="396"/>
                    </a:lnTo>
                    <a:lnTo>
                      <a:pt x="1" y="530"/>
                    </a:lnTo>
                    <a:lnTo>
                      <a:pt x="109" y="530"/>
                    </a:lnTo>
                    <a:lnTo>
                      <a:pt x="109" y="2425"/>
                    </a:lnTo>
                    <a:lnTo>
                      <a:pt x="258" y="2425"/>
                    </a:lnTo>
                    <a:lnTo>
                      <a:pt x="258" y="1"/>
                    </a:lnTo>
                    <a:close/>
                  </a:path>
                </a:pathLst>
              </a:custGeom>
              <a:solidFill>
                <a:srgbClr val="FBFFFF">
                  <a:alpha val="13920"/>
                </a:srgbClr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54" name="Google Shape;1054;p45"/>
              <p:cNvSpPr/>
              <p:nvPr/>
            </p:nvSpPr>
            <p:spPr>
              <a:xfrm>
                <a:off x="-1159841" y="2028521"/>
                <a:ext cx="13957" cy="67881"/>
              </a:xfrm>
              <a:custGeom>
                <a:avLst/>
                <a:gdLst/>
                <a:ahLst/>
                <a:cxnLst/>
                <a:rect l="l" t="t" r="r" b="b"/>
                <a:pathLst>
                  <a:path w="88" h="428" extrusionOk="0">
                    <a:moveTo>
                      <a:pt x="44" y="0"/>
                    </a:moveTo>
                    <a:cubicBezTo>
                      <a:pt x="19" y="0"/>
                      <a:pt x="0" y="21"/>
                      <a:pt x="0" y="44"/>
                    </a:cubicBezTo>
                    <a:lnTo>
                      <a:pt x="0" y="384"/>
                    </a:lnTo>
                    <a:cubicBezTo>
                      <a:pt x="0" y="408"/>
                      <a:pt x="19" y="428"/>
                      <a:pt x="44" y="428"/>
                    </a:cubicBezTo>
                    <a:cubicBezTo>
                      <a:pt x="68" y="428"/>
                      <a:pt x="88" y="408"/>
                      <a:pt x="88" y="384"/>
                    </a:cubicBezTo>
                    <a:lnTo>
                      <a:pt x="88" y="44"/>
                    </a:lnTo>
                    <a:cubicBezTo>
                      <a:pt x="88" y="21"/>
                      <a:pt x="68" y="0"/>
                      <a:pt x="4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55" name="Google Shape;1055;p45"/>
              <p:cNvSpPr/>
              <p:nvPr/>
            </p:nvSpPr>
            <p:spPr>
              <a:xfrm>
                <a:off x="-1176494" y="2077211"/>
                <a:ext cx="47263" cy="384764"/>
              </a:xfrm>
              <a:custGeom>
                <a:avLst/>
                <a:gdLst/>
                <a:ahLst/>
                <a:cxnLst/>
                <a:rect l="l" t="t" r="r" b="b"/>
                <a:pathLst>
                  <a:path w="298" h="2426" extrusionOk="0">
                    <a:moveTo>
                      <a:pt x="57" y="0"/>
                    </a:moveTo>
                    <a:lnTo>
                      <a:pt x="0" y="446"/>
                    </a:lnTo>
                    <a:lnTo>
                      <a:pt x="0" y="2425"/>
                    </a:lnTo>
                    <a:lnTo>
                      <a:pt x="298" y="2425"/>
                    </a:lnTo>
                    <a:lnTo>
                      <a:pt x="298" y="439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56" name="Google Shape;1056;p45"/>
              <p:cNvSpPr/>
              <p:nvPr/>
            </p:nvSpPr>
            <p:spPr>
              <a:xfrm>
                <a:off x="-1193622" y="2139857"/>
                <a:ext cx="81520" cy="21411"/>
              </a:xfrm>
              <a:custGeom>
                <a:avLst/>
                <a:gdLst/>
                <a:ahLst/>
                <a:cxnLst/>
                <a:rect l="l" t="t" r="r" b="b"/>
                <a:pathLst>
                  <a:path w="514" h="135" extrusionOk="0">
                    <a:moveTo>
                      <a:pt x="0" y="1"/>
                    </a:moveTo>
                    <a:lnTo>
                      <a:pt x="0" y="134"/>
                    </a:lnTo>
                    <a:lnTo>
                      <a:pt x="514" y="134"/>
                    </a:lnTo>
                    <a:lnTo>
                      <a:pt x="51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57" name="Google Shape;1057;p45"/>
              <p:cNvSpPr/>
              <p:nvPr/>
            </p:nvSpPr>
            <p:spPr>
              <a:xfrm>
                <a:off x="-1193622" y="2077211"/>
                <a:ext cx="40919" cy="384764"/>
              </a:xfrm>
              <a:custGeom>
                <a:avLst/>
                <a:gdLst/>
                <a:ahLst/>
                <a:cxnLst/>
                <a:rect l="l" t="t" r="r" b="b"/>
                <a:pathLst>
                  <a:path w="258" h="2426" extrusionOk="0">
                    <a:moveTo>
                      <a:pt x="165" y="0"/>
                    </a:moveTo>
                    <a:lnTo>
                      <a:pt x="115" y="396"/>
                    </a:lnTo>
                    <a:lnTo>
                      <a:pt x="0" y="396"/>
                    </a:lnTo>
                    <a:lnTo>
                      <a:pt x="0" y="532"/>
                    </a:lnTo>
                    <a:lnTo>
                      <a:pt x="108" y="532"/>
                    </a:lnTo>
                    <a:lnTo>
                      <a:pt x="108" y="2425"/>
                    </a:lnTo>
                    <a:lnTo>
                      <a:pt x="257" y="2425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rgbClr val="FBFFFF">
                  <a:alpha val="13920"/>
                </a:srgbClr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58" name="Google Shape;1058;p45"/>
              <p:cNvSpPr/>
              <p:nvPr/>
            </p:nvSpPr>
            <p:spPr>
              <a:xfrm>
                <a:off x="-1412171" y="2773932"/>
                <a:ext cx="274695" cy="72163"/>
              </a:xfrm>
              <a:custGeom>
                <a:avLst/>
                <a:gdLst/>
                <a:ahLst/>
                <a:cxnLst/>
                <a:rect l="l" t="t" r="r" b="b"/>
                <a:pathLst>
                  <a:path w="1732" h="455" extrusionOk="0">
                    <a:moveTo>
                      <a:pt x="0" y="1"/>
                    </a:moveTo>
                    <a:lnTo>
                      <a:pt x="0" y="309"/>
                    </a:lnTo>
                    <a:lnTo>
                      <a:pt x="1160" y="309"/>
                    </a:lnTo>
                    <a:cubicBezTo>
                      <a:pt x="1159" y="310"/>
                      <a:pt x="1159" y="311"/>
                      <a:pt x="1159" y="311"/>
                    </a:cubicBezTo>
                    <a:cubicBezTo>
                      <a:pt x="1159" y="390"/>
                      <a:pt x="1223" y="454"/>
                      <a:pt x="1302" y="454"/>
                    </a:cubicBezTo>
                    <a:cubicBezTo>
                      <a:pt x="1381" y="454"/>
                      <a:pt x="1445" y="390"/>
                      <a:pt x="1445" y="311"/>
                    </a:cubicBezTo>
                    <a:lnTo>
                      <a:pt x="1445" y="309"/>
                    </a:lnTo>
                    <a:lnTo>
                      <a:pt x="1588" y="309"/>
                    </a:lnTo>
                    <a:lnTo>
                      <a:pt x="1588" y="311"/>
                    </a:lnTo>
                    <a:cubicBezTo>
                      <a:pt x="1588" y="390"/>
                      <a:pt x="1652" y="454"/>
                      <a:pt x="1731" y="454"/>
                    </a:cubicBezTo>
                    <a:lnTo>
                      <a:pt x="173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59" name="Google Shape;1059;p45"/>
              <p:cNvSpPr/>
              <p:nvPr/>
            </p:nvSpPr>
            <p:spPr>
              <a:xfrm>
                <a:off x="-1137637" y="2773932"/>
                <a:ext cx="274854" cy="72163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455" extrusionOk="0">
                    <a:moveTo>
                      <a:pt x="1" y="454"/>
                    </a:moveTo>
                    <a:cubicBezTo>
                      <a:pt x="1" y="454"/>
                      <a:pt x="1" y="454"/>
                      <a:pt x="0" y="454"/>
                    </a:cubicBezTo>
                    <a:lnTo>
                      <a:pt x="1" y="454"/>
                    </a:lnTo>
                    <a:lnTo>
                      <a:pt x="1" y="454"/>
                    </a:lnTo>
                    <a:close/>
                    <a:moveTo>
                      <a:pt x="1" y="1"/>
                    </a:moveTo>
                    <a:lnTo>
                      <a:pt x="1" y="454"/>
                    </a:lnTo>
                    <a:lnTo>
                      <a:pt x="1" y="454"/>
                    </a:lnTo>
                    <a:cubicBezTo>
                      <a:pt x="80" y="454"/>
                      <a:pt x="144" y="390"/>
                      <a:pt x="144" y="311"/>
                    </a:cubicBezTo>
                    <a:lnTo>
                      <a:pt x="144" y="309"/>
                    </a:lnTo>
                    <a:lnTo>
                      <a:pt x="286" y="309"/>
                    </a:lnTo>
                    <a:lnTo>
                      <a:pt x="286" y="311"/>
                    </a:lnTo>
                    <a:cubicBezTo>
                      <a:pt x="286" y="390"/>
                      <a:pt x="350" y="454"/>
                      <a:pt x="429" y="454"/>
                    </a:cubicBezTo>
                    <a:cubicBezTo>
                      <a:pt x="508" y="454"/>
                      <a:pt x="572" y="390"/>
                      <a:pt x="572" y="311"/>
                    </a:cubicBezTo>
                    <a:lnTo>
                      <a:pt x="572" y="309"/>
                    </a:lnTo>
                    <a:lnTo>
                      <a:pt x="1733" y="309"/>
                    </a:lnTo>
                    <a:lnTo>
                      <a:pt x="173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60" name="Google Shape;1060;p45"/>
              <p:cNvSpPr/>
              <p:nvPr/>
            </p:nvSpPr>
            <p:spPr>
              <a:xfrm>
                <a:off x="-1137637" y="2521285"/>
                <a:ext cx="274695" cy="219185"/>
              </a:xfrm>
              <a:custGeom>
                <a:avLst/>
                <a:gdLst/>
                <a:ahLst/>
                <a:cxnLst/>
                <a:rect l="l" t="t" r="r" b="b"/>
                <a:pathLst>
                  <a:path w="1732" h="1382" extrusionOk="0">
                    <a:moveTo>
                      <a:pt x="0" y="1"/>
                    </a:moveTo>
                    <a:lnTo>
                      <a:pt x="0" y="327"/>
                    </a:lnTo>
                    <a:lnTo>
                      <a:pt x="1097" y="327"/>
                    </a:lnTo>
                    <a:lnTo>
                      <a:pt x="1097" y="736"/>
                    </a:lnTo>
                    <a:lnTo>
                      <a:pt x="1097" y="948"/>
                    </a:lnTo>
                    <a:lnTo>
                      <a:pt x="1097" y="1161"/>
                    </a:lnTo>
                    <a:lnTo>
                      <a:pt x="0" y="1161"/>
                    </a:lnTo>
                    <a:lnTo>
                      <a:pt x="0" y="1381"/>
                    </a:lnTo>
                    <a:lnTo>
                      <a:pt x="1732" y="1381"/>
                    </a:lnTo>
                    <a:lnTo>
                      <a:pt x="173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61" name="Google Shape;1061;p45"/>
              <p:cNvSpPr/>
              <p:nvPr/>
            </p:nvSpPr>
            <p:spPr>
              <a:xfrm>
                <a:off x="-1412488" y="2521285"/>
                <a:ext cx="275012" cy="219185"/>
              </a:xfrm>
              <a:custGeom>
                <a:avLst/>
                <a:gdLst/>
                <a:ahLst/>
                <a:cxnLst/>
                <a:rect l="l" t="t" r="r" b="b"/>
                <a:pathLst>
                  <a:path w="1734" h="1382" extrusionOk="0">
                    <a:moveTo>
                      <a:pt x="1" y="1"/>
                    </a:moveTo>
                    <a:lnTo>
                      <a:pt x="1" y="1381"/>
                    </a:lnTo>
                    <a:lnTo>
                      <a:pt x="1733" y="1381"/>
                    </a:lnTo>
                    <a:lnTo>
                      <a:pt x="1733" y="1161"/>
                    </a:lnTo>
                    <a:lnTo>
                      <a:pt x="634" y="1161"/>
                    </a:lnTo>
                    <a:lnTo>
                      <a:pt x="634" y="948"/>
                    </a:lnTo>
                    <a:lnTo>
                      <a:pt x="634" y="736"/>
                    </a:lnTo>
                    <a:lnTo>
                      <a:pt x="634" y="327"/>
                    </a:lnTo>
                    <a:lnTo>
                      <a:pt x="1733" y="327"/>
                    </a:lnTo>
                    <a:lnTo>
                      <a:pt x="17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62" name="Google Shape;1062;p45"/>
              <p:cNvSpPr/>
              <p:nvPr/>
            </p:nvSpPr>
            <p:spPr>
              <a:xfrm>
                <a:off x="-1412488" y="2740309"/>
                <a:ext cx="274695" cy="33782"/>
              </a:xfrm>
              <a:custGeom>
                <a:avLst/>
                <a:gdLst/>
                <a:ahLst/>
                <a:cxnLst/>
                <a:rect l="l" t="t" r="r" b="b"/>
                <a:pathLst>
                  <a:path w="1732" h="213" extrusionOk="0">
                    <a:moveTo>
                      <a:pt x="1" y="0"/>
                    </a:moveTo>
                    <a:lnTo>
                      <a:pt x="1" y="213"/>
                    </a:lnTo>
                    <a:lnTo>
                      <a:pt x="1731" y="213"/>
                    </a:lnTo>
                    <a:lnTo>
                      <a:pt x="173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63" name="Google Shape;1063;p45"/>
              <p:cNvSpPr/>
              <p:nvPr/>
            </p:nvSpPr>
            <p:spPr>
              <a:xfrm>
                <a:off x="-1137637" y="2740309"/>
                <a:ext cx="274695" cy="33782"/>
              </a:xfrm>
              <a:custGeom>
                <a:avLst/>
                <a:gdLst/>
                <a:ahLst/>
                <a:cxnLst/>
                <a:rect l="l" t="t" r="r" b="b"/>
                <a:pathLst>
                  <a:path w="1732" h="213" extrusionOk="0">
                    <a:moveTo>
                      <a:pt x="0" y="0"/>
                    </a:moveTo>
                    <a:lnTo>
                      <a:pt x="0" y="213"/>
                    </a:lnTo>
                    <a:lnTo>
                      <a:pt x="1732" y="213"/>
                    </a:lnTo>
                    <a:lnTo>
                      <a:pt x="173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64" name="Google Shape;1064;p45"/>
              <p:cNvSpPr/>
              <p:nvPr/>
            </p:nvSpPr>
            <p:spPr>
              <a:xfrm>
                <a:off x="-1437864" y="2822780"/>
                <a:ext cx="599667" cy="58206"/>
              </a:xfrm>
              <a:custGeom>
                <a:avLst/>
                <a:gdLst/>
                <a:ahLst/>
                <a:cxnLst/>
                <a:rect l="l" t="t" r="r" b="b"/>
                <a:pathLst>
                  <a:path w="3781" h="367" extrusionOk="0">
                    <a:moveTo>
                      <a:pt x="1" y="1"/>
                    </a:moveTo>
                    <a:lnTo>
                      <a:pt x="1" y="367"/>
                    </a:lnTo>
                    <a:lnTo>
                      <a:pt x="3781" y="367"/>
                    </a:lnTo>
                    <a:lnTo>
                      <a:pt x="3781" y="1"/>
                    </a:lnTo>
                    <a:lnTo>
                      <a:pt x="2464" y="1"/>
                    </a:lnTo>
                    <a:lnTo>
                      <a:pt x="2464" y="3"/>
                    </a:lnTo>
                    <a:cubicBezTo>
                      <a:pt x="2464" y="82"/>
                      <a:pt x="2400" y="146"/>
                      <a:pt x="2321" y="146"/>
                    </a:cubicBezTo>
                    <a:cubicBezTo>
                      <a:pt x="2242" y="146"/>
                      <a:pt x="2178" y="82"/>
                      <a:pt x="2178" y="3"/>
                    </a:cubicBezTo>
                    <a:lnTo>
                      <a:pt x="2178" y="1"/>
                    </a:lnTo>
                    <a:lnTo>
                      <a:pt x="2034" y="1"/>
                    </a:lnTo>
                    <a:lnTo>
                      <a:pt x="2034" y="3"/>
                    </a:lnTo>
                    <a:cubicBezTo>
                      <a:pt x="2034" y="82"/>
                      <a:pt x="1970" y="146"/>
                      <a:pt x="1891" y="146"/>
                    </a:cubicBezTo>
                    <a:cubicBezTo>
                      <a:pt x="1813" y="146"/>
                      <a:pt x="1749" y="82"/>
                      <a:pt x="1749" y="3"/>
                    </a:cubicBezTo>
                    <a:lnTo>
                      <a:pt x="1749" y="1"/>
                    </a:lnTo>
                    <a:lnTo>
                      <a:pt x="1606" y="1"/>
                    </a:lnTo>
                    <a:lnTo>
                      <a:pt x="1606" y="3"/>
                    </a:lnTo>
                    <a:cubicBezTo>
                      <a:pt x="1606" y="82"/>
                      <a:pt x="1541" y="146"/>
                      <a:pt x="1462" y="146"/>
                    </a:cubicBezTo>
                    <a:cubicBezTo>
                      <a:pt x="1383" y="146"/>
                      <a:pt x="1319" y="82"/>
                      <a:pt x="1319" y="3"/>
                    </a:cubicBezTo>
                    <a:lnTo>
                      <a:pt x="131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65" name="Google Shape;1065;p45"/>
              <p:cNvSpPr/>
              <p:nvPr/>
            </p:nvSpPr>
            <p:spPr>
              <a:xfrm>
                <a:off x="-1312254" y="2572988"/>
                <a:ext cx="348761" cy="65185"/>
              </a:xfrm>
              <a:custGeom>
                <a:avLst/>
                <a:gdLst/>
                <a:ahLst/>
                <a:cxnLst/>
                <a:rect l="l" t="t" r="r" b="b"/>
                <a:pathLst>
                  <a:path w="2199" h="411" extrusionOk="0">
                    <a:moveTo>
                      <a:pt x="460" y="111"/>
                    </a:moveTo>
                    <a:lnTo>
                      <a:pt x="460" y="323"/>
                    </a:lnTo>
                    <a:lnTo>
                      <a:pt x="135" y="323"/>
                    </a:lnTo>
                    <a:lnTo>
                      <a:pt x="135" y="111"/>
                    </a:lnTo>
                    <a:close/>
                    <a:moveTo>
                      <a:pt x="2066" y="111"/>
                    </a:moveTo>
                    <a:lnTo>
                      <a:pt x="2066" y="323"/>
                    </a:lnTo>
                    <a:lnTo>
                      <a:pt x="968" y="323"/>
                    </a:lnTo>
                    <a:lnTo>
                      <a:pt x="968" y="111"/>
                    </a:lnTo>
                    <a:close/>
                    <a:moveTo>
                      <a:pt x="1" y="1"/>
                    </a:moveTo>
                    <a:lnTo>
                      <a:pt x="1" y="410"/>
                    </a:lnTo>
                    <a:lnTo>
                      <a:pt x="2198" y="410"/>
                    </a:lnTo>
                    <a:lnTo>
                      <a:pt x="219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66" name="Google Shape;1066;p45"/>
              <p:cNvSpPr/>
              <p:nvPr/>
            </p:nvSpPr>
            <p:spPr>
              <a:xfrm>
                <a:off x="-1311937" y="2671636"/>
                <a:ext cx="348444" cy="33782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213" extrusionOk="0">
                    <a:moveTo>
                      <a:pt x="0" y="0"/>
                    </a:moveTo>
                    <a:lnTo>
                      <a:pt x="0" y="213"/>
                    </a:lnTo>
                    <a:lnTo>
                      <a:pt x="2196" y="213"/>
                    </a:lnTo>
                    <a:lnTo>
                      <a:pt x="219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67" name="Google Shape;1067;p45"/>
              <p:cNvSpPr/>
              <p:nvPr/>
            </p:nvSpPr>
            <p:spPr>
              <a:xfrm>
                <a:off x="-1431837" y="2487504"/>
                <a:ext cx="588406" cy="33940"/>
              </a:xfrm>
              <a:custGeom>
                <a:avLst/>
                <a:gdLst/>
                <a:ahLst/>
                <a:cxnLst/>
                <a:rect l="l" t="t" r="r" b="b"/>
                <a:pathLst>
                  <a:path w="3710" h="214" extrusionOk="0">
                    <a:moveTo>
                      <a:pt x="0" y="1"/>
                    </a:moveTo>
                    <a:lnTo>
                      <a:pt x="0" y="214"/>
                    </a:lnTo>
                    <a:lnTo>
                      <a:pt x="3709" y="214"/>
                    </a:lnTo>
                    <a:lnTo>
                      <a:pt x="3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68" name="Google Shape;1068;p45"/>
              <p:cNvSpPr/>
              <p:nvPr/>
            </p:nvSpPr>
            <p:spPr>
              <a:xfrm>
                <a:off x="-963655" y="2453881"/>
                <a:ext cx="33623" cy="33782"/>
              </a:xfrm>
              <a:custGeom>
                <a:avLst/>
                <a:gdLst/>
                <a:ahLst/>
                <a:cxnLst/>
                <a:rect l="l" t="t" r="r" b="b"/>
                <a:pathLst>
                  <a:path w="212" h="213" extrusionOk="0">
                    <a:moveTo>
                      <a:pt x="0" y="0"/>
                    </a:moveTo>
                    <a:lnTo>
                      <a:pt x="0" y="213"/>
                    </a:lnTo>
                    <a:lnTo>
                      <a:pt x="211" y="213"/>
                    </a:lnTo>
                    <a:lnTo>
                      <a:pt x="21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69" name="Google Shape;1069;p45"/>
              <p:cNvSpPr/>
              <p:nvPr/>
            </p:nvSpPr>
            <p:spPr>
              <a:xfrm>
                <a:off x="-1345401" y="2453881"/>
                <a:ext cx="33623" cy="33782"/>
              </a:xfrm>
              <a:custGeom>
                <a:avLst/>
                <a:gdLst/>
                <a:ahLst/>
                <a:cxnLst/>
                <a:rect l="l" t="t" r="r" b="b"/>
                <a:pathLst>
                  <a:path w="212" h="213" extrusionOk="0">
                    <a:moveTo>
                      <a:pt x="0" y="0"/>
                    </a:moveTo>
                    <a:lnTo>
                      <a:pt x="0" y="213"/>
                    </a:lnTo>
                    <a:lnTo>
                      <a:pt x="211" y="213"/>
                    </a:lnTo>
                    <a:lnTo>
                      <a:pt x="2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70" name="Google Shape;1070;p45"/>
              <p:cNvSpPr/>
              <p:nvPr/>
            </p:nvSpPr>
            <p:spPr>
              <a:xfrm>
                <a:off x="-1431837" y="2454040"/>
                <a:ext cx="44567" cy="33623"/>
              </a:xfrm>
              <a:custGeom>
                <a:avLst/>
                <a:gdLst/>
                <a:ahLst/>
                <a:cxnLst/>
                <a:rect l="l" t="t" r="r" b="b"/>
                <a:pathLst>
                  <a:path w="281" h="212" extrusionOk="0">
                    <a:moveTo>
                      <a:pt x="0" y="0"/>
                    </a:moveTo>
                    <a:lnTo>
                      <a:pt x="0" y="212"/>
                    </a:lnTo>
                    <a:lnTo>
                      <a:pt x="280" y="212"/>
                    </a:lnTo>
                    <a:lnTo>
                      <a:pt x="28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71" name="Google Shape;1071;p45"/>
              <p:cNvSpPr/>
              <p:nvPr/>
            </p:nvSpPr>
            <p:spPr>
              <a:xfrm>
                <a:off x="-888162" y="2454040"/>
                <a:ext cx="44725" cy="33623"/>
              </a:xfrm>
              <a:custGeom>
                <a:avLst/>
                <a:gdLst/>
                <a:ahLst/>
                <a:cxnLst/>
                <a:rect l="l" t="t" r="r" b="b"/>
                <a:pathLst>
                  <a:path w="282" h="212" extrusionOk="0">
                    <a:moveTo>
                      <a:pt x="0" y="0"/>
                    </a:moveTo>
                    <a:lnTo>
                      <a:pt x="0" y="212"/>
                    </a:lnTo>
                    <a:lnTo>
                      <a:pt x="281" y="212"/>
                    </a:lnTo>
                    <a:lnTo>
                      <a:pt x="28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72" name="Google Shape;1072;p45"/>
              <p:cNvSpPr/>
              <p:nvPr/>
            </p:nvSpPr>
            <p:spPr>
              <a:xfrm>
                <a:off x="-1311937" y="2638013"/>
                <a:ext cx="348444" cy="33782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213" extrusionOk="0">
                    <a:moveTo>
                      <a:pt x="0" y="0"/>
                    </a:moveTo>
                    <a:lnTo>
                      <a:pt x="0" y="212"/>
                    </a:lnTo>
                    <a:lnTo>
                      <a:pt x="2196" y="212"/>
                    </a:lnTo>
                    <a:lnTo>
                      <a:pt x="219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73" name="Google Shape;1073;p45"/>
              <p:cNvSpPr/>
              <p:nvPr/>
            </p:nvSpPr>
            <p:spPr>
              <a:xfrm>
                <a:off x="-1158889" y="2590275"/>
                <a:ext cx="174301" cy="33940"/>
              </a:xfrm>
              <a:custGeom>
                <a:avLst/>
                <a:gdLst/>
                <a:ahLst/>
                <a:cxnLst/>
                <a:rect l="l" t="t" r="r" b="b"/>
                <a:pathLst>
                  <a:path w="1099" h="214" extrusionOk="0">
                    <a:moveTo>
                      <a:pt x="1" y="1"/>
                    </a:moveTo>
                    <a:lnTo>
                      <a:pt x="1" y="214"/>
                    </a:lnTo>
                    <a:lnTo>
                      <a:pt x="1099" y="214"/>
                    </a:lnTo>
                    <a:lnTo>
                      <a:pt x="109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74" name="Google Shape;1074;p45"/>
              <p:cNvSpPr/>
              <p:nvPr/>
            </p:nvSpPr>
            <p:spPr>
              <a:xfrm>
                <a:off x="-1290843" y="2590275"/>
                <a:ext cx="51704" cy="33940"/>
              </a:xfrm>
              <a:custGeom>
                <a:avLst/>
                <a:gdLst/>
                <a:ahLst/>
                <a:cxnLst/>
                <a:rect l="l" t="t" r="r" b="b"/>
                <a:pathLst>
                  <a:path w="326" h="214" extrusionOk="0">
                    <a:moveTo>
                      <a:pt x="1" y="1"/>
                    </a:moveTo>
                    <a:lnTo>
                      <a:pt x="1" y="214"/>
                    </a:lnTo>
                    <a:lnTo>
                      <a:pt x="326" y="214"/>
                    </a:lnTo>
                    <a:lnTo>
                      <a:pt x="3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75" name="Google Shape;1075;p45"/>
              <p:cNvSpPr/>
              <p:nvPr/>
            </p:nvSpPr>
            <p:spPr>
              <a:xfrm>
                <a:off x="-930032" y="2437070"/>
                <a:ext cx="42029" cy="50593"/>
              </a:xfrm>
              <a:custGeom>
                <a:avLst/>
                <a:gdLst/>
                <a:ahLst/>
                <a:cxnLst/>
                <a:rect l="l" t="t" r="r" b="b"/>
                <a:pathLst>
                  <a:path w="265" h="319" extrusionOk="0">
                    <a:moveTo>
                      <a:pt x="0" y="0"/>
                    </a:moveTo>
                    <a:lnTo>
                      <a:pt x="0" y="107"/>
                    </a:lnTo>
                    <a:lnTo>
                      <a:pt x="0" y="319"/>
                    </a:lnTo>
                    <a:lnTo>
                      <a:pt x="264" y="319"/>
                    </a:lnTo>
                    <a:lnTo>
                      <a:pt x="264" y="107"/>
                    </a:lnTo>
                    <a:lnTo>
                      <a:pt x="26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76" name="Google Shape;1076;p45"/>
              <p:cNvSpPr/>
              <p:nvPr/>
            </p:nvSpPr>
            <p:spPr>
              <a:xfrm>
                <a:off x="-1387429" y="2437070"/>
                <a:ext cx="42188" cy="50593"/>
              </a:xfrm>
              <a:custGeom>
                <a:avLst/>
                <a:gdLst/>
                <a:ahLst/>
                <a:cxnLst/>
                <a:rect l="l" t="t" r="r" b="b"/>
                <a:pathLst>
                  <a:path w="266" h="319" extrusionOk="0">
                    <a:moveTo>
                      <a:pt x="0" y="0"/>
                    </a:moveTo>
                    <a:lnTo>
                      <a:pt x="0" y="107"/>
                    </a:lnTo>
                    <a:lnTo>
                      <a:pt x="0" y="319"/>
                    </a:lnTo>
                    <a:lnTo>
                      <a:pt x="265" y="319"/>
                    </a:lnTo>
                    <a:lnTo>
                      <a:pt x="265" y="107"/>
                    </a:lnTo>
                    <a:lnTo>
                      <a:pt x="26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77" name="Google Shape;1077;p45"/>
              <p:cNvSpPr/>
              <p:nvPr/>
            </p:nvSpPr>
            <p:spPr>
              <a:xfrm>
                <a:off x="-1137637" y="2437070"/>
                <a:ext cx="174143" cy="50593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319" extrusionOk="0">
                    <a:moveTo>
                      <a:pt x="0" y="0"/>
                    </a:moveTo>
                    <a:lnTo>
                      <a:pt x="0" y="319"/>
                    </a:lnTo>
                    <a:lnTo>
                      <a:pt x="1097" y="319"/>
                    </a:lnTo>
                    <a:lnTo>
                      <a:pt x="1097" y="107"/>
                    </a:lnTo>
                    <a:lnTo>
                      <a:pt x="109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  <p:sp>
            <p:nvSpPr>
              <p:cNvPr id="1078" name="Google Shape;1078;p45"/>
              <p:cNvSpPr/>
              <p:nvPr/>
            </p:nvSpPr>
            <p:spPr>
              <a:xfrm>
                <a:off x="-1311937" y="2437070"/>
                <a:ext cx="174460" cy="50593"/>
              </a:xfrm>
              <a:custGeom>
                <a:avLst/>
                <a:gdLst/>
                <a:ahLst/>
                <a:cxnLst/>
                <a:rect l="l" t="t" r="r" b="b"/>
                <a:pathLst>
                  <a:path w="1100" h="319" extrusionOk="0">
                    <a:moveTo>
                      <a:pt x="0" y="0"/>
                    </a:moveTo>
                    <a:lnTo>
                      <a:pt x="0" y="107"/>
                    </a:lnTo>
                    <a:lnTo>
                      <a:pt x="0" y="319"/>
                    </a:lnTo>
                    <a:lnTo>
                      <a:pt x="1099" y="319"/>
                    </a:lnTo>
                    <a:lnTo>
                      <a:pt x="109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219420" tIns="219420" rIns="219420" bIns="219420" anchor="ctr" anchorCtr="0">
                <a:noAutofit/>
              </a:bodyPr>
              <a:lstStyle/>
              <a:p>
                <a:endParaRPr sz="10752"/>
              </a:p>
            </p:txBody>
          </p:sp>
        </p:grpSp>
        <p:sp>
          <p:nvSpPr>
            <p:cNvPr id="1079" name="Google Shape;1079;p45"/>
            <p:cNvSpPr/>
            <p:nvPr/>
          </p:nvSpPr>
          <p:spPr>
            <a:xfrm>
              <a:off x="414940" y="1606830"/>
              <a:ext cx="200135" cy="74018"/>
            </a:xfrm>
            <a:custGeom>
              <a:avLst/>
              <a:gdLst/>
              <a:ahLst/>
              <a:cxnLst/>
              <a:rect l="l" t="t" r="r" b="b"/>
              <a:pathLst>
                <a:path w="630" h="233" extrusionOk="0">
                  <a:moveTo>
                    <a:pt x="58" y="1"/>
                  </a:moveTo>
                  <a:cubicBezTo>
                    <a:pt x="41" y="1"/>
                    <a:pt x="26" y="9"/>
                    <a:pt x="15" y="21"/>
                  </a:cubicBezTo>
                  <a:cubicBezTo>
                    <a:pt x="6" y="31"/>
                    <a:pt x="0" y="43"/>
                    <a:pt x="0" y="58"/>
                  </a:cubicBezTo>
                  <a:lnTo>
                    <a:pt x="0" y="175"/>
                  </a:lnTo>
                  <a:cubicBezTo>
                    <a:pt x="0" y="188"/>
                    <a:pt x="5" y="200"/>
                    <a:pt x="13" y="211"/>
                  </a:cubicBezTo>
                  <a:cubicBezTo>
                    <a:pt x="24" y="224"/>
                    <a:pt x="40" y="233"/>
                    <a:pt x="58" y="233"/>
                  </a:cubicBezTo>
                  <a:lnTo>
                    <a:pt x="400" y="233"/>
                  </a:lnTo>
                  <a:lnTo>
                    <a:pt x="630" y="3"/>
                  </a:lnTo>
                  <a:lnTo>
                    <a:pt x="58" y="3"/>
                  </a:lnTo>
                  <a:lnTo>
                    <a:pt x="58" y="1"/>
                  </a:ln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</p:grpSp>
      <p:sp>
        <p:nvSpPr>
          <p:cNvPr id="1080" name="Google Shape;1080;p45"/>
          <p:cNvSpPr txBox="1">
            <a:spLocks noGrp="1"/>
          </p:cNvSpPr>
          <p:nvPr>
            <p:ph type="subTitle" idx="1"/>
          </p:nvPr>
        </p:nvSpPr>
        <p:spPr>
          <a:xfrm rot="-546">
            <a:off x="853253" y="20939788"/>
            <a:ext cx="19878285" cy="2345353"/>
          </a:xfrm>
          <a:prstGeom prst="rect">
            <a:avLst/>
          </a:prstGeom>
        </p:spPr>
        <p:txBody>
          <a:bodyPr spcFirstLastPara="1" wrap="square" lIns="219420" tIns="219420" rIns="219420" bIns="219420" anchor="t" anchorCtr="0">
            <a:noAutofit/>
          </a:bodyPr>
          <a:lstStyle/>
          <a:p>
            <a:pPr marL="0" indent="0"/>
            <a:r>
              <a:rPr lang="en-US" sz="4400" dirty="0"/>
              <a:t>Natnael Teklu |  ENES 205 |</a:t>
            </a:r>
          </a:p>
          <a:p>
            <a:pPr marL="0" indent="0"/>
            <a:r>
              <a:rPr lang="en-US" sz="4400" dirty="0"/>
              <a:t>  Spring 2026 | Howard Community College  </a:t>
            </a:r>
            <a:endParaRPr sz="4400" dirty="0"/>
          </a:p>
        </p:txBody>
      </p:sp>
      <p:sp>
        <p:nvSpPr>
          <p:cNvPr id="1081" name="Google Shape;1081;p45"/>
          <p:cNvSpPr txBox="1">
            <a:spLocks noGrp="1"/>
          </p:cNvSpPr>
          <p:nvPr>
            <p:ph type="ctrTitle"/>
          </p:nvPr>
        </p:nvSpPr>
        <p:spPr>
          <a:xfrm>
            <a:off x="8556171" y="4898572"/>
            <a:ext cx="11661729" cy="9797142"/>
          </a:xfrm>
          <a:prstGeom prst="rect">
            <a:avLst/>
          </a:prstGeom>
        </p:spPr>
        <p:txBody>
          <a:bodyPr spcFirstLastPara="1" wrap="square" lIns="219420" tIns="219420" rIns="219420" bIns="219420" anchor="b" anchorCtr="0">
            <a:noAutofit/>
          </a:bodyPr>
          <a:lstStyle/>
          <a:p>
            <a:pPr>
              <a:buSzPts val="1100"/>
            </a:pPr>
            <a:r>
              <a:rPr lang="en-US" sz="14500" dirty="0">
                <a:solidFill>
                  <a:schemeClr val="accent2"/>
                </a:solidFill>
              </a:rPr>
              <a:t>± 15V Linear Power </a:t>
            </a:r>
            <a:r>
              <a:rPr lang="en-US" sz="14500" dirty="0">
                <a:solidFill>
                  <a:schemeClr val="tx1"/>
                </a:solidFill>
              </a:rPr>
              <a:t>Supply Design </a:t>
            </a:r>
            <a:endParaRPr sz="145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6">
          <a:extLst>
            <a:ext uri="{FF2B5EF4-FFF2-40B4-BE49-F238E27FC236}">
              <a16:creationId xmlns:a16="http://schemas.microsoft.com/office/drawing/2014/main" id="{BBB0365A-0DB8-5AA0-A3D5-9F936B640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50">
            <a:extLst>
              <a:ext uri="{FF2B5EF4-FFF2-40B4-BE49-F238E27FC236}">
                <a16:creationId xmlns:a16="http://schemas.microsoft.com/office/drawing/2014/main" id="{898934EB-46A4-6F11-9F8E-6B3D40EE46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45120" y="1233540"/>
            <a:ext cx="10204560" cy="2805840"/>
          </a:xfrm>
          <a:prstGeom prst="rect">
            <a:avLst/>
          </a:prstGeom>
        </p:spPr>
        <p:txBody>
          <a:bodyPr spcFirstLastPara="1" wrap="square" lIns="219420" tIns="219420" rIns="219420" bIns="219420" anchor="ctr" anchorCtr="0">
            <a:noAutofit/>
          </a:bodyPr>
          <a:lstStyle/>
          <a:p>
            <a:r>
              <a:rPr lang="en" dirty="0"/>
              <a:t>Introduction</a:t>
            </a:r>
            <a:endParaRPr dirty="0"/>
          </a:p>
        </p:txBody>
      </p:sp>
      <p:grpSp>
        <p:nvGrpSpPr>
          <p:cNvPr id="1359" name="Google Shape;1359;p50">
            <a:extLst>
              <a:ext uri="{FF2B5EF4-FFF2-40B4-BE49-F238E27FC236}">
                <a16:creationId xmlns:a16="http://schemas.microsoft.com/office/drawing/2014/main" id="{1D784E87-80D5-B14B-5DA3-BACDB58679B2}"/>
              </a:ext>
            </a:extLst>
          </p:cNvPr>
          <p:cNvGrpSpPr/>
          <p:nvPr/>
        </p:nvGrpSpPr>
        <p:grpSpPr>
          <a:xfrm>
            <a:off x="7867877" y="11436288"/>
            <a:ext cx="6209846" cy="11104572"/>
            <a:chOff x="5690801" y="258300"/>
            <a:chExt cx="2587436" cy="4626905"/>
          </a:xfrm>
        </p:grpSpPr>
        <p:sp>
          <p:nvSpPr>
            <p:cNvPr id="1360" name="Google Shape;1360;p50">
              <a:extLst>
                <a:ext uri="{FF2B5EF4-FFF2-40B4-BE49-F238E27FC236}">
                  <a16:creationId xmlns:a16="http://schemas.microsoft.com/office/drawing/2014/main" id="{8D9BCB42-83EB-7AD1-5A08-95DE96DF1D43}"/>
                </a:ext>
              </a:extLst>
            </p:cNvPr>
            <p:cNvSpPr/>
            <p:nvPr/>
          </p:nvSpPr>
          <p:spPr>
            <a:xfrm>
              <a:off x="5690801" y="1443200"/>
              <a:ext cx="2587436" cy="2587436"/>
            </a:xfrm>
            <a:custGeom>
              <a:avLst/>
              <a:gdLst/>
              <a:ahLst/>
              <a:cxnLst/>
              <a:rect l="l" t="t" r="r" b="b"/>
              <a:pathLst>
                <a:path w="10691" h="10691" extrusionOk="0">
                  <a:moveTo>
                    <a:pt x="5345" y="1"/>
                  </a:moveTo>
                  <a:cubicBezTo>
                    <a:pt x="2394" y="1"/>
                    <a:pt x="0" y="2394"/>
                    <a:pt x="0" y="5346"/>
                  </a:cubicBezTo>
                  <a:cubicBezTo>
                    <a:pt x="0" y="6763"/>
                    <a:pt x="563" y="8123"/>
                    <a:pt x="1566" y="9125"/>
                  </a:cubicBezTo>
                  <a:cubicBezTo>
                    <a:pt x="2568" y="10128"/>
                    <a:pt x="3928" y="10691"/>
                    <a:pt x="5345" y="10691"/>
                  </a:cubicBezTo>
                  <a:cubicBezTo>
                    <a:pt x="6763" y="10691"/>
                    <a:pt x="8123" y="10128"/>
                    <a:pt x="9125" y="9125"/>
                  </a:cubicBezTo>
                  <a:cubicBezTo>
                    <a:pt x="10128" y="8123"/>
                    <a:pt x="10690" y="6763"/>
                    <a:pt x="10690" y="5346"/>
                  </a:cubicBezTo>
                  <a:cubicBezTo>
                    <a:pt x="10690" y="3929"/>
                    <a:pt x="10128" y="2568"/>
                    <a:pt x="9125" y="1566"/>
                  </a:cubicBezTo>
                  <a:cubicBezTo>
                    <a:pt x="8123" y="563"/>
                    <a:pt x="6763" y="1"/>
                    <a:pt x="53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61" name="Google Shape;1361;p50">
              <a:extLst>
                <a:ext uri="{FF2B5EF4-FFF2-40B4-BE49-F238E27FC236}">
                  <a16:creationId xmlns:a16="http://schemas.microsoft.com/office/drawing/2014/main" id="{A2016EF5-E0CE-AC3E-B46E-CBC39EDD07C2}"/>
                </a:ext>
              </a:extLst>
            </p:cNvPr>
            <p:cNvSpPr/>
            <p:nvPr/>
          </p:nvSpPr>
          <p:spPr>
            <a:xfrm>
              <a:off x="6646516" y="602112"/>
              <a:ext cx="307232" cy="1063284"/>
            </a:xfrm>
            <a:custGeom>
              <a:avLst/>
              <a:gdLst/>
              <a:ahLst/>
              <a:cxnLst/>
              <a:rect l="l" t="t" r="r" b="b"/>
              <a:pathLst>
                <a:path w="2142" h="7413" extrusionOk="0">
                  <a:moveTo>
                    <a:pt x="2141" y="1"/>
                  </a:moveTo>
                  <a:cubicBezTo>
                    <a:pt x="959" y="1"/>
                    <a:pt x="1" y="961"/>
                    <a:pt x="1" y="2143"/>
                  </a:cubicBezTo>
                  <a:lnTo>
                    <a:pt x="1" y="7412"/>
                  </a:lnTo>
                  <a:lnTo>
                    <a:pt x="166" y="7412"/>
                  </a:lnTo>
                  <a:lnTo>
                    <a:pt x="166" y="2140"/>
                  </a:lnTo>
                  <a:cubicBezTo>
                    <a:pt x="166" y="1050"/>
                    <a:pt x="1051" y="165"/>
                    <a:pt x="2141" y="165"/>
                  </a:cubicBezTo>
                  <a:lnTo>
                    <a:pt x="21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62" name="Google Shape;1362;p50">
              <a:extLst>
                <a:ext uri="{FF2B5EF4-FFF2-40B4-BE49-F238E27FC236}">
                  <a16:creationId xmlns:a16="http://schemas.microsoft.com/office/drawing/2014/main" id="{FC9632D5-1B48-55D1-C5C5-AA8DAAD9A0BC}"/>
                </a:ext>
              </a:extLst>
            </p:cNvPr>
            <p:cNvSpPr/>
            <p:nvPr/>
          </p:nvSpPr>
          <p:spPr>
            <a:xfrm>
              <a:off x="6327518" y="4106783"/>
              <a:ext cx="795477" cy="307381"/>
            </a:xfrm>
            <a:custGeom>
              <a:avLst/>
              <a:gdLst/>
              <a:ahLst/>
              <a:cxnLst/>
              <a:rect l="l" t="t" r="r" b="b"/>
              <a:pathLst>
                <a:path w="5546" h="2143" extrusionOk="0">
                  <a:moveTo>
                    <a:pt x="0" y="1"/>
                  </a:moveTo>
                  <a:cubicBezTo>
                    <a:pt x="0" y="1183"/>
                    <a:pt x="958" y="2143"/>
                    <a:pt x="2141" y="2143"/>
                  </a:cubicBezTo>
                  <a:lnTo>
                    <a:pt x="5546" y="2143"/>
                  </a:lnTo>
                  <a:lnTo>
                    <a:pt x="5546" y="1978"/>
                  </a:lnTo>
                  <a:lnTo>
                    <a:pt x="5546" y="1977"/>
                  </a:lnTo>
                  <a:lnTo>
                    <a:pt x="2140" y="1977"/>
                  </a:lnTo>
                  <a:cubicBezTo>
                    <a:pt x="1049" y="1977"/>
                    <a:pt x="164" y="1091"/>
                    <a:pt x="1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63" name="Google Shape;1363;p50">
              <a:extLst>
                <a:ext uri="{FF2B5EF4-FFF2-40B4-BE49-F238E27FC236}">
                  <a16:creationId xmlns:a16="http://schemas.microsoft.com/office/drawing/2014/main" id="{9F0860F5-84B2-5A08-C657-FEF6CA8D49E3}"/>
                </a:ext>
              </a:extLst>
            </p:cNvPr>
            <p:cNvSpPr/>
            <p:nvPr/>
          </p:nvSpPr>
          <p:spPr>
            <a:xfrm>
              <a:off x="6735445" y="4527763"/>
              <a:ext cx="170685" cy="357440"/>
            </a:xfrm>
            <a:custGeom>
              <a:avLst/>
              <a:gdLst/>
              <a:ahLst/>
              <a:cxnLst/>
              <a:rect l="l" t="t" r="r" b="b"/>
              <a:pathLst>
                <a:path w="1190" h="2492" extrusionOk="0">
                  <a:moveTo>
                    <a:pt x="1" y="1"/>
                  </a:moveTo>
                  <a:lnTo>
                    <a:pt x="1" y="1925"/>
                  </a:lnTo>
                  <a:cubicBezTo>
                    <a:pt x="1" y="2237"/>
                    <a:pt x="254" y="2491"/>
                    <a:pt x="567" y="2491"/>
                  </a:cubicBezTo>
                  <a:lnTo>
                    <a:pt x="1190" y="2491"/>
                  </a:lnTo>
                  <a:lnTo>
                    <a:pt x="1190" y="2331"/>
                  </a:lnTo>
                  <a:lnTo>
                    <a:pt x="567" y="2331"/>
                  </a:lnTo>
                  <a:cubicBezTo>
                    <a:pt x="343" y="2331"/>
                    <a:pt x="161" y="2149"/>
                    <a:pt x="161" y="1925"/>
                  </a:cubicBezTo>
                  <a:lnTo>
                    <a:pt x="161" y="1"/>
                  </a:lnTo>
                  <a:close/>
                </a:path>
              </a:pathLst>
            </a:custGeom>
            <a:solidFill>
              <a:srgbClr val="127177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64" name="Google Shape;1364;p50">
              <a:extLst>
                <a:ext uri="{FF2B5EF4-FFF2-40B4-BE49-F238E27FC236}">
                  <a16:creationId xmlns:a16="http://schemas.microsoft.com/office/drawing/2014/main" id="{EF704E75-37AF-23D6-CEE4-E0DE989847C6}"/>
                </a:ext>
              </a:extLst>
            </p:cNvPr>
            <p:cNvSpPr/>
            <p:nvPr/>
          </p:nvSpPr>
          <p:spPr>
            <a:xfrm>
              <a:off x="6901112" y="4197721"/>
              <a:ext cx="681018" cy="687484"/>
            </a:xfrm>
            <a:custGeom>
              <a:avLst/>
              <a:gdLst/>
              <a:ahLst/>
              <a:cxnLst/>
              <a:rect l="l" t="t" r="r" b="b"/>
              <a:pathLst>
                <a:path w="4748" h="4793" extrusionOk="0">
                  <a:moveTo>
                    <a:pt x="4585" y="1"/>
                  </a:moveTo>
                  <a:lnTo>
                    <a:pt x="4585" y="4226"/>
                  </a:lnTo>
                  <a:cubicBezTo>
                    <a:pt x="4585" y="4450"/>
                    <a:pt x="4403" y="4632"/>
                    <a:pt x="4178" y="4632"/>
                  </a:cubicBezTo>
                  <a:lnTo>
                    <a:pt x="1" y="4632"/>
                  </a:lnTo>
                  <a:lnTo>
                    <a:pt x="1" y="4792"/>
                  </a:lnTo>
                  <a:lnTo>
                    <a:pt x="4178" y="4792"/>
                  </a:lnTo>
                  <a:cubicBezTo>
                    <a:pt x="4493" y="4792"/>
                    <a:pt x="4747" y="4538"/>
                    <a:pt x="4745" y="4226"/>
                  </a:cubicBezTo>
                  <a:lnTo>
                    <a:pt x="4745" y="1"/>
                  </a:lnTo>
                  <a:close/>
                </a:path>
              </a:pathLst>
            </a:custGeom>
            <a:solidFill>
              <a:srgbClr val="127177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65" name="Google Shape;1365;p50">
              <a:extLst>
                <a:ext uri="{FF2B5EF4-FFF2-40B4-BE49-F238E27FC236}">
                  <a16:creationId xmlns:a16="http://schemas.microsoft.com/office/drawing/2014/main" id="{BE99EF01-7EA0-5920-8BBE-E2F3BECDE9CA}"/>
                </a:ext>
              </a:extLst>
            </p:cNvPr>
            <p:cNvSpPr/>
            <p:nvPr/>
          </p:nvSpPr>
          <p:spPr>
            <a:xfrm>
              <a:off x="7233736" y="1413519"/>
              <a:ext cx="329464" cy="266646"/>
            </a:xfrm>
            <a:custGeom>
              <a:avLst/>
              <a:gdLst/>
              <a:ahLst/>
              <a:cxnLst/>
              <a:rect l="l" t="t" r="r" b="b"/>
              <a:pathLst>
                <a:path w="2297" h="1859" extrusionOk="0">
                  <a:moveTo>
                    <a:pt x="1" y="0"/>
                  </a:moveTo>
                  <a:lnTo>
                    <a:pt x="1" y="1292"/>
                  </a:lnTo>
                  <a:cubicBezTo>
                    <a:pt x="1" y="1604"/>
                    <a:pt x="254" y="1859"/>
                    <a:pt x="568" y="1859"/>
                  </a:cubicBezTo>
                  <a:lnTo>
                    <a:pt x="2297" y="1859"/>
                  </a:lnTo>
                  <a:lnTo>
                    <a:pt x="2297" y="1699"/>
                  </a:lnTo>
                  <a:lnTo>
                    <a:pt x="568" y="1699"/>
                  </a:lnTo>
                  <a:cubicBezTo>
                    <a:pt x="343" y="1699"/>
                    <a:pt x="161" y="1517"/>
                    <a:pt x="161" y="1292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66" name="Google Shape;1366;p50">
              <a:extLst>
                <a:ext uri="{FF2B5EF4-FFF2-40B4-BE49-F238E27FC236}">
                  <a16:creationId xmlns:a16="http://schemas.microsoft.com/office/drawing/2014/main" id="{7BBBBDE1-7393-23E9-77D5-41D6A077F264}"/>
                </a:ext>
              </a:extLst>
            </p:cNvPr>
            <p:cNvSpPr/>
            <p:nvPr/>
          </p:nvSpPr>
          <p:spPr>
            <a:xfrm>
              <a:off x="7500093" y="1657070"/>
              <a:ext cx="204965" cy="160934"/>
            </a:xfrm>
            <a:custGeom>
              <a:avLst/>
              <a:gdLst/>
              <a:ahLst/>
              <a:cxnLst/>
              <a:rect l="l" t="t" r="r" b="b"/>
              <a:pathLst>
                <a:path w="1429" h="1122" extrusionOk="0">
                  <a:moveTo>
                    <a:pt x="0" y="1"/>
                  </a:moveTo>
                  <a:lnTo>
                    <a:pt x="0" y="161"/>
                  </a:lnTo>
                  <a:lnTo>
                    <a:pt x="862" y="161"/>
                  </a:lnTo>
                  <a:cubicBezTo>
                    <a:pt x="1087" y="161"/>
                    <a:pt x="1268" y="343"/>
                    <a:pt x="1268" y="567"/>
                  </a:cubicBezTo>
                  <a:lnTo>
                    <a:pt x="1268" y="1121"/>
                  </a:lnTo>
                  <a:lnTo>
                    <a:pt x="1429" y="1121"/>
                  </a:lnTo>
                  <a:lnTo>
                    <a:pt x="1429" y="567"/>
                  </a:lnTo>
                  <a:cubicBezTo>
                    <a:pt x="1429" y="254"/>
                    <a:pt x="1175" y="1"/>
                    <a:pt x="8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67" name="Google Shape;1367;p50">
              <a:extLst>
                <a:ext uri="{FF2B5EF4-FFF2-40B4-BE49-F238E27FC236}">
                  <a16:creationId xmlns:a16="http://schemas.microsoft.com/office/drawing/2014/main" id="{744490EC-7E25-6FB6-9C04-A21702715D3F}"/>
                </a:ext>
              </a:extLst>
            </p:cNvPr>
            <p:cNvSpPr/>
            <p:nvPr/>
          </p:nvSpPr>
          <p:spPr>
            <a:xfrm>
              <a:off x="7578265" y="3534768"/>
              <a:ext cx="81470" cy="590809"/>
            </a:xfrm>
            <a:custGeom>
              <a:avLst/>
              <a:gdLst/>
              <a:ahLst/>
              <a:cxnLst/>
              <a:rect l="l" t="t" r="r" b="b"/>
              <a:pathLst>
                <a:path w="568" h="4119" extrusionOk="0">
                  <a:moveTo>
                    <a:pt x="1" y="0"/>
                  </a:moveTo>
                  <a:lnTo>
                    <a:pt x="1" y="161"/>
                  </a:lnTo>
                  <a:cubicBezTo>
                    <a:pt x="225" y="161"/>
                    <a:pt x="407" y="342"/>
                    <a:pt x="407" y="567"/>
                  </a:cubicBezTo>
                  <a:lnTo>
                    <a:pt x="407" y="4118"/>
                  </a:lnTo>
                  <a:lnTo>
                    <a:pt x="567" y="4118"/>
                  </a:lnTo>
                  <a:lnTo>
                    <a:pt x="567" y="567"/>
                  </a:lnTo>
                  <a:cubicBezTo>
                    <a:pt x="567" y="255"/>
                    <a:pt x="313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68" name="Google Shape;1368;p50">
              <a:extLst>
                <a:ext uri="{FF2B5EF4-FFF2-40B4-BE49-F238E27FC236}">
                  <a16:creationId xmlns:a16="http://schemas.microsoft.com/office/drawing/2014/main" id="{FD460B49-A1A2-8CCD-3E82-1388F4208A42}"/>
                </a:ext>
              </a:extLst>
            </p:cNvPr>
            <p:cNvSpPr/>
            <p:nvPr/>
          </p:nvSpPr>
          <p:spPr>
            <a:xfrm>
              <a:off x="7442146" y="3087683"/>
              <a:ext cx="81326" cy="266646"/>
            </a:xfrm>
            <a:custGeom>
              <a:avLst/>
              <a:gdLst/>
              <a:ahLst/>
              <a:cxnLst/>
              <a:rect l="l" t="t" r="r" b="b"/>
              <a:pathLst>
                <a:path w="567" h="1859" extrusionOk="0">
                  <a:moveTo>
                    <a:pt x="0" y="0"/>
                  </a:moveTo>
                  <a:lnTo>
                    <a:pt x="0" y="160"/>
                  </a:lnTo>
                  <a:cubicBezTo>
                    <a:pt x="225" y="160"/>
                    <a:pt x="406" y="342"/>
                    <a:pt x="406" y="567"/>
                  </a:cubicBezTo>
                  <a:lnTo>
                    <a:pt x="406" y="1859"/>
                  </a:lnTo>
                  <a:lnTo>
                    <a:pt x="567" y="1859"/>
                  </a:lnTo>
                  <a:lnTo>
                    <a:pt x="567" y="567"/>
                  </a:lnTo>
                  <a:cubicBezTo>
                    <a:pt x="567" y="255"/>
                    <a:pt x="313" y="0"/>
                    <a:pt x="0" y="0"/>
                  </a:cubicBezTo>
                  <a:close/>
                </a:path>
              </a:pathLst>
            </a:custGeom>
            <a:solidFill>
              <a:srgbClr val="8ADDFF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69" name="Google Shape;1369;p50">
              <a:extLst>
                <a:ext uri="{FF2B5EF4-FFF2-40B4-BE49-F238E27FC236}">
                  <a16:creationId xmlns:a16="http://schemas.microsoft.com/office/drawing/2014/main" id="{11719C12-46DD-C4C5-2379-333AD2D5EBAD}"/>
                </a:ext>
              </a:extLst>
            </p:cNvPr>
            <p:cNvSpPr/>
            <p:nvPr/>
          </p:nvSpPr>
          <p:spPr>
            <a:xfrm>
              <a:off x="7500380" y="3290930"/>
              <a:ext cx="81757" cy="266789"/>
            </a:xfrm>
            <a:custGeom>
              <a:avLst/>
              <a:gdLst/>
              <a:ahLst/>
              <a:cxnLst/>
              <a:rect l="l" t="t" r="r" b="b"/>
              <a:pathLst>
                <a:path w="570" h="1860" extrusionOk="0">
                  <a:moveTo>
                    <a:pt x="3" y="1"/>
                  </a:moveTo>
                  <a:lnTo>
                    <a:pt x="3" y="1293"/>
                  </a:lnTo>
                  <a:cubicBezTo>
                    <a:pt x="0" y="1605"/>
                    <a:pt x="256" y="1859"/>
                    <a:pt x="569" y="1859"/>
                  </a:cubicBezTo>
                  <a:lnTo>
                    <a:pt x="569" y="1699"/>
                  </a:lnTo>
                  <a:cubicBezTo>
                    <a:pt x="345" y="1699"/>
                    <a:pt x="163" y="1517"/>
                    <a:pt x="163" y="1293"/>
                  </a:cubicBezTo>
                  <a:lnTo>
                    <a:pt x="16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70" name="Google Shape;1370;p50">
              <a:extLst>
                <a:ext uri="{FF2B5EF4-FFF2-40B4-BE49-F238E27FC236}">
                  <a16:creationId xmlns:a16="http://schemas.microsoft.com/office/drawing/2014/main" id="{50BDE081-F6AD-EBDF-ABE4-D920C204364A}"/>
                </a:ext>
              </a:extLst>
            </p:cNvPr>
            <p:cNvSpPr/>
            <p:nvPr/>
          </p:nvSpPr>
          <p:spPr>
            <a:xfrm>
              <a:off x="7106940" y="1484949"/>
              <a:ext cx="444067" cy="487392"/>
            </a:xfrm>
            <a:custGeom>
              <a:avLst/>
              <a:gdLst/>
              <a:ahLst/>
              <a:cxnLst/>
              <a:rect l="l" t="t" r="r" b="b"/>
              <a:pathLst>
                <a:path w="3096" h="3398" extrusionOk="0">
                  <a:moveTo>
                    <a:pt x="1" y="1"/>
                  </a:moveTo>
                  <a:lnTo>
                    <a:pt x="1" y="161"/>
                  </a:lnTo>
                  <a:lnTo>
                    <a:pt x="2528" y="161"/>
                  </a:lnTo>
                  <a:cubicBezTo>
                    <a:pt x="2753" y="161"/>
                    <a:pt x="2935" y="343"/>
                    <a:pt x="2935" y="567"/>
                  </a:cubicBezTo>
                  <a:lnTo>
                    <a:pt x="2935" y="3398"/>
                  </a:lnTo>
                  <a:lnTo>
                    <a:pt x="3095" y="3398"/>
                  </a:lnTo>
                  <a:lnTo>
                    <a:pt x="3095" y="567"/>
                  </a:lnTo>
                  <a:cubicBezTo>
                    <a:pt x="3095" y="255"/>
                    <a:pt x="2842" y="1"/>
                    <a:pt x="25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71" name="Google Shape;1371;p50">
              <a:extLst>
                <a:ext uri="{FF2B5EF4-FFF2-40B4-BE49-F238E27FC236}">
                  <a16:creationId xmlns:a16="http://schemas.microsoft.com/office/drawing/2014/main" id="{534F09CF-A96C-49BD-0D96-87F592780FEC}"/>
                </a:ext>
              </a:extLst>
            </p:cNvPr>
            <p:cNvSpPr/>
            <p:nvPr/>
          </p:nvSpPr>
          <p:spPr>
            <a:xfrm>
              <a:off x="6389769" y="1484662"/>
              <a:ext cx="487240" cy="444075"/>
            </a:xfrm>
            <a:custGeom>
              <a:avLst/>
              <a:gdLst/>
              <a:ahLst/>
              <a:cxnLst/>
              <a:rect l="l" t="t" r="r" b="b"/>
              <a:pathLst>
                <a:path w="3397" h="3096" extrusionOk="0">
                  <a:moveTo>
                    <a:pt x="567" y="1"/>
                  </a:moveTo>
                  <a:cubicBezTo>
                    <a:pt x="255" y="1"/>
                    <a:pt x="0" y="254"/>
                    <a:pt x="0" y="567"/>
                  </a:cubicBezTo>
                  <a:lnTo>
                    <a:pt x="0" y="3095"/>
                  </a:lnTo>
                  <a:lnTo>
                    <a:pt x="161" y="3095"/>
                  </a:lnTo>
                  <a:lnTo>
                    <a:pt x="161" y="567"/>
                  </a:lnTo>
                  <a:cubicBezTo>
                    <a:pt x="161" y="343"/>
                    <a:pt x="343" y="161"/>
                    <a:pt x="567" y="161"/>
                  </a:cubicBezTo>
                  <a:lnTo>
                    <a:pt x="3397" y="161"/>
                  </a:lnTo>
                  <a:lnTo>
                    <a:pt x="3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72" name="Google Shape;1372;p50">
              <a:extLst>
                <a:ext uri="{FF2B5EF4-FFF2-40B4-BE49-F238E27FC236}">
                  <a16:creationId xmlns:a16="http://schemas.microsoft.com/office/drawing/2014/main" id="{B94C4A43-E87D-CF0B-63B7-8F7D01FCD06B}"/>
                </a:ext>
              </a:extLst>
            </p:cNvPr>
            <p:cNvSpPr/>
            <p:nvPr/>
          </p:nvSpPr>
          <p:spPr>
            <a:xfrm>
              <a:off x="6569922" y="2955007"/>
              <a:ext cx="23236" cy="809260"/>
            </a:xfrm>
            <a:custGeom>
              <a:avLst/>
              <a:gdLst/>
              <a:ahLst/>
              <a:cxnLst/>
              <a:rect l="l" t="t" r="r" b="b"/>
              <a:pathLst>
                <a:path w="162" h="5642" extrusionOk="0">
                  <a:moveTo>
                    <a:pt x="1" y="0"/>
                  </a:moveTo>
                  <a:lnTo>
                    <a:pt x="1" y="5642"/>
                  </a:lnTo>
                  <a:lnTo>
                    <a:pt x="161" y="564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73" name="Google Shape;1373;p50">
              <a:extLst>
                <a:ext uri="{FF2B5EF4-FFF2-40B4-BE49-F238E27FC236}">
                  <a16:creationId xmlns:a16="http://schemas.microsoft.com/office/drawing/2014/main" id="{6A2EE1DC-EF16-F489-B1AC-049107FC8E95}"/>
                </a:ext>
              </a:extLst>
            </p:cNvPr>
            <p:cNvSpPr/>
            <p:nvPr/>
          </p:nvSpPr>
          <p:spPr>
            <a:xfrm>
              <a:off x="7302297" y="2838395"/>
              <a:ext cx="23236" cy="809404"/>
            </a:xfrm>
            <a:custGeom>
              <a:avLst/>
              <a:gdLst/>
              <a:ahLst/>
              <a:cxnLst/>
              <a:rect l="l" t="t" r="r" b="b"/>
              <a:pathLst>
                <a:path w="162" h="5643" extrusionOk="0">
                  <a:moveTo>
                    <a:pt x="1" y="0"/>
                  </a:moveTo>
                  <a:lnTo>
                    <a:pt x="1" y="5642"/>
                  </a:lnTo>
                  <a:lnTo>
                    <a:pt x="161" y="564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74" name="Google Shape;1374;p50">
              <a:extLst>
                <a:ext uri="{FF2B5EF4-FFF2-40B4-BE49-F238E27FC236}">
                  <a16:creationId xmlns:a16="http://schemas.microsoft.com/office/drawing/2014/main" id="{32805587-9AD9-0EAF-3D27-B46B93A64EB2}"/>
                </a:ext>
              </a:extLst>
            </p:cNvPr>
            <p:cNvSpPr/>
            <p:nvPr/>
          </p:nvSpPr>
          <p:spPr>
            <a:xfrm>
              <a:off x="6483001" y="3053402"/>
              <a:ext cx="23236" cy="938495"/>
            </a:xfrm>
            <a:custGeom>
              <a:avLst/>
              <a:gdLst/>
              <a:ahLst/>
              <a:cxnLst/>
              <a:rect l="l" t="t" r="r" b="b"/>
              <a:pathLst>
                <a:path w="162" h="6543" extrusionOk="0">
                  <a:moveTo>
                    <a:pt x="1" y="1"/>
                  </a:moveTo>
                  <a:lnTo>
                    <a:pt x="1" y="6543"/>
                  </a:lnTo>
                  <a:lnTo>
                    <a:pt x="161" y="654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75" name="Google Shape;1375;p50">
              <a:extLst>
                <a:ext uri="{FF2B5EF4-FFF2-40B4-BE49-F238E27FC236}">
                  <a16:creationId xmlns:a16="http://schemas.microsoft.com/office/drawing/2014/main" id="{04F01B58-B270-7C46-83D7-EBB48D6D4E5D}"/>
                </a:ext>
              </a:extLst>
            </p:cNvPr>
            <p:cNvSpPr/>
            <p:nvPr/>
          </p:nvSpPr>
          <p:spPr>
            <a:xfrm>
              <a:off x="6612665" y="4082113"/>
              <a:ext cx="784002" cy="665395"/>
            </a:xfrm>
            <a:custGeom>
              <a:avLst/>
              <a:gdLst/>
              <a:ahLst/>
              <a:cxnLst/>
              <a:rect l="l" t="t" r="r" b="b"/>
              <a:pathLst>
                <a:path w="5466" h="4639" extrusionOk="0">
                  <a:moveTo>
                    <a:pt x="2733" y="1"/>
                  </a:moveTo>
                  <a:cubicBezTo>
                    <a:pt x="2610" y="1"/>
                    <a:pt x="2489" y="60"/>
                    <a:pt x="2418" y="182"/>
                  </a:cubicBezTo>
                  <a:lnTo>
                    <a:pt x="141" y="4090"/>
                  </a:lnTo>
                  <a:cubicBezTo>
                    <a:pt x="0" y="4332"/>
                    <a:pt x="175" y="4638"/>
                    <a:pt x="457" y="4638"/>
                  </a:cubicBezTo>
                  <a:lnTo>
                    <a:pt x="5008" y="4638"/>
                  </a:lnTo>
                  <a:cubicBezTo>
                    <a:pt x="5290" y="4638"/>
                    <a:pt x="5465" y="4332"/>
                    <a:pt x="5323" y="4090"/>
                  </a:cubicBezTo>
                  <a:lnTo>
                    <a:pt x="3049" y="182"/>
                  </a:lnTo>
                  <a:cubicBezTo>
                    <a:pt x="2978" y="60"/>
                    <a:pt x="2856" y="1"/>
                    <a:pt x="27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76" name="Google Shape;1376;p50">
              <a:extLst>
                <a:ext uri="{FF2B5EF4-FFF2-40B4-BE49-F238E27FC236}">
                  <a16:creationId xmlns:a16="http://schemas.microsoft.com/office/drawing/2014/main" id="{5A612976-4827-F83E-2139-495E53F1FC64}"/>
                </a:ext>
              </a:extLst>
            </p:cNvPr>
            <p:cNvSpPr/>
            <p:nvPr/>
          </p:nvSpPr>
          <p:spPr>
            <a:xfrm>
              <a:off x="6551993" y="4013981"/>
              <a:ext cx="905059" cy="801228"/>
            </a:xfrm>
            <a:custGeom>
              <a:avLst/>
              <a:gdLst/>
              <a:ahLst/>
              <a:cxnLst/>
              <a:rect l="l" t="t" r="r" b="b"/>
              <a:pathLst>
                <a:path w="6310" h="5586" extrusionOk="0">
                  <a:moveTo>
                    <a:pt x="3156" y="476"/>
                  </a:moveTo>
                  <a:cubicBezTo>
                    <a:pt x="3279" y="476"/>
                    <a:pt x="3400" y="535"/>
                    <a:pt x="3472" y="657"/>
                  </a:cubicBezTo>
                  <a:lnTo>
                    <a:pt x="5747" y="4565"/>
                  </a:lnTo>
                  <a:cubicBezTo>
                    <a:pt x="5888" y="4807"/>
                    <a:pt x="5713" y="5113"/>
                    <a:pt x="5431" y="5113"/>
                  </a:cubicBezTo>
                  <a:lnTo>
                    <a:pt x="880" y="5113"/>
                  </a:lnTo>
                  <a:cubicBezTo>
                    <a:pt x="598" y="5113"/>
                    <a:pt x="422" y="4807"/>
                    <a:pt x="564" y="4565"/>
                  </a:cubicBezTo>
                  <a:lnTo>
                    <a:pt x="2841" y="657"/>
                  </a:lnTo>
                  <a:cubicBezTo>
                    <a:pt x="2912" y="535"/>
                    <a:pt x="3033" y="476"/>
                    <a:pt x="3156" y="476"/>
                  </a:cubicBezTo>
                  <a:close/>
                  <a:moveTo>
                    <a:pt x="3155" y="1"/>
                  </a:moveTo>
                  <a:cubicBezTo>
                    <a:pt x="2853" y="1"/>
                    <a:pt x="2583" y="156"/>
                    <a:pt x="2430" y="418"/>
                  </a:cubicBezTo>
                  <a:lnTo>
                    <a:pt x="154" y="4325"/>
                  </a:lnTo>
                  <a:cubicBezTo>
                    <a:pt x="2" y="4587"/>
                    <a:pt x="1" y="4901"/>
                    <a:pt x="152" y="5164"/>
                  </a:cubicBezTo>
                  <a:cubicBezTo>
                    <a:pt x="302" y="5428"/>
                    <a:pt x="575" y="5586"/>
                    <a:pt x="879" y="5586"/>
                  </a:cubicBezTo>
                  <a:lnTo>
                    <a:pt x="5430" y="5586"/>
                  </a:lnTo>
                  <a:cubicBezTo>
                    <a:pt x="5733" y="5586"/>
                    <a:pt x="6006" y="5428"/>
                    <a:pt x="6157" y="5164"/>
                  </a:cubicBezTo>
                  <a:cubicBezTo>
                    <a:pt x="6310" y="4902"/>
                    <a:pt x="6310" y="4588"/>
                    <a:pt x="6156" y="4325"/>
                  </a:cubicBezTo>
                  <a:lnTo>
                    <a:pt x="3879" y="418"/>
                  </a:lnTo>
                  <a:cubicBezTo>
                    <a:pt x="3727" y="157"/>
                    <a:pt x="3457" y="1"/>
                    <a:pt x="31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77" name="Google Shape;1377;p50">
              <a:extLst>
                <a:ext uri="{FF2B5EF4-FFF2-40B4-BE49-F238E27FC236}">
                  <a16:creationId xmlns:a16="http://schemas.microsoft.com/office/drawing/2014/main" id="{F8215F50-88A2-AC4E-25FE-FA6082857E0E}"/>
                </a:ext>
              </a:extLst>
            </p:cNvPr>
            <p:cNvSpPr/>
            <p:nvPr/>
          </p:nvSpPr>
          <p:spPr>
            <a:xfrm>
              <a:off x="6931807" y="4603496"/>
              <a:ext cx="147305" cy="53214"/>
            </a:xfrm>
            <a:custGeom>
              <a:avLst/>
              <a:gdLst/>
              <a:ahLst/>
              <a:cxnLst/>
              <a:rect l="l" t="t" r="r" b="b"/>
              <a:pathLst>
                <a:path w="1027" h="371" extrusionOk="0">
                  <a:moveTo>
                    <a:pt x="0" y="0"/>
                  </a:moveTo>
                  <a:lnTo>
                    <a:pt x="0" y="370"/>
                  </a:lnTo>
                  <a:lnTo>
                    <a:pt x="1027" y="370"/>
                  </a:lnTo>
                  <a:lnTo>
                    <a:pt x="102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78" name="Google Shape;1378;p50">
              <a:extLst>
                <a:ext uri="{FF2B5EF4-FFF2-40B4-BE49-F238E27FC236}">
                  <a16:creationId xmlns:a16="http://schemas.microsoft.com/office/drawing/2014/main" id="{E13EB20C-CEC8-436D-5D5D-67709A7CB9C2}"/>
                </a:ext>
              </a:extLst>
            </p:cNvPr>
            <p:cNvSpPr/>
            <p:nvPr/>
          </p:nvSpPr>
          <p:spPr>
            <a:xfrm>
              <a:off x="6930946" y="4656567"/>
              <a:ext cx="148166" cy="46903"/>
            </a:xfrm>
            <a:custGeom>
              <a:avLst/>
              <a:gdLst/>
              <a:ahLst/>
              <a:cxnLst/>
              <a:rect l="l" t="t" r="r" b="b"/>
              <a:pathLst>
                <a:path w="1033" h="327" extrusionOk="0">
                  <a:moveTo>
                    <a:pt x="0" y="0"/>
                  </a:moveTo>
                  <a:cubicBezTo>
                    <a:pt x="0" y="181"/>
                    <a:pt x="145" y="326"/>
                    <a:pt x="326" y="326"/>
                  </a:cubicBezTo>
                  <a:lnTo>
                    <a:pt x="707" y="326"/>
                  </a:lnTo>
                  <a:cubicBezTo>
                    <a:pt x="885" y="326"/>
                    <a:pt x="1033" y="179"/>
                    <a:pt x="103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79" name="Google Shape;1379;p50">
              <a:extLst>
                <a:ext uri="{FF2B5EF4-FFF2-40B4-BE49-F238E27FC236}">
                  <a16:creationId xmlns:a16="http://schemas.microsoft.com/office/drawing/2014/main" id="{F367FEEE-EBDF-2A51-1AE4-C613A9C9AB78}"/>
                </a:ext>
              </a:extLst>
            </p:cNvPr>
            <p:cNvSpPr/>
            <p:nvPr/>
          </p:nvSpPr>
          <p:spPr>
            <a:xfrm>
              <a:off x="7042968" y="4474118"/>
              <a:ext cx="110730" cy="82619"/>
            </a:xfrm>
            <a:custGeom>
              <a:avLst/>
              <a:gdLst/>
              <a:ahLst/>
              <a:cxnLst/>
              <a:rect l="l" t="t" r="r" b="b"/>
              <a:pathLst>
                <a:path w="772" h="576" extrusionOk="0">
                  <a:moveTo>
                    <a:pt x="583" y="1"/>
                  </a:moveTo>
                  <a:cubicBezTo>
                    <a:pt x="493" y="176"/>
                    <a:pt x="310" y="295"/>
                    <a:pt x="99" y="295"/>
                  </a:cubicBezTo>
                  <a:lnTo>
                    <a:pt x="1" y="295"/>
                  </a:lnTo>
                  <a:cubicBezTo>
                    <a:pt x="17" y="331"/>
                    <a:pt x="26" y="371"/>
                    <a:pt x="26" y="413"/>
                  </a:cubicBezTo>
                  <a:lnTo>
                    <a:pt x="26" y="576"/>
                  </a:lnTo>
                  <a:lnTo>
                    <a:pt x="493" y="576"/>
                  </a:lnTo>
                  <a:cubicBezTo>
                    <a:pt x="648" y="576"/>
                    <a:pt x="772" y="450"/>
                    <a:pt x="772" y="296"/>
                  </a:cubicBezTo>
                  <a:lnTo>
                    <a:pt x="772" y="2"/>
                  </a:lnTo>
                  <a:lnTo>
                    <a:pt x="583" y="2"/>
                  </a:lnTo>
                  <a:lnTo>
                    <a:pt x="5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80" name="Google Shape;1380;p50">
              <a:extLst>
                <a:ext uri="{FF2B5EF4-FFF2-40B4-BE49-F238E27FC236}">
                  <a16:creationId xmlns:a16="http://schemas.microsoft.com/office/drawing/2014/main" id="{F63BF512-AA88-1F67-271F-35B22BEDB941}"/>
                </a:ext>
              </a:extLst>
            </p:cNvPr>
            <p:cNvSpPr/>
            <p:nvPr/>
          </p:nvSpPr>
          <p:spPr>
            <a:xfrm>
              <a:off x="6855213" y="4474118"/>
              <a:ext cx="111017" cy="82332"/>
            </a:xfrm>
            <a:custGeom>
              <a:avLst/>
              <a:gdLst/>
              <a:ahLst/>
              <a:cxnLst/>
              <a:rect l="l" t="t" r="r" b="b"/>
              <a:pathLst>
                <a:path w="774" h="574" extrusionOk="0">
                  <a:moveTo>
                    <a:pt x="1" y="1"/>
                  </a:moveTo>
                  <a:lnTo>
                    <a:pt x="1" y="295"/>
                  </a:lnTo>
                  <a:cubicBezTo>
                    <a:pt x="1" y="450"/>
                    <a:pt x="126" y="574"/>
                    <a:pt x="280" y="574"/>
                  </a:cubicBezTo>
                  <a:lnTo>
                    <a:pt x="746" y="574"/>
                  </a:lnTo>
                  <a:lnTo>
                    <a:pt x="746" y="413"/>
                  </a:lnTo>
                  <a:lnTo>
                    <a:pt x="748" y="413"/>
                  </a:lnTo>
                  <a:cubicBezTo>
                    <a:pt x="748" y="371"/>
                    <a:pt x="758" y="332"/>
                    <a:pt x="774" y="295"/>
                  </a:cubicBezTo>
                  <a:lnTo>
                    <a:pt x="675" y="295"/>
                  </a:lnTo>
                  <a:cubicBezTo>
                    <a:pt x="465" y="295"/>
                    <a:pt x="282" y="176"/>
                    <a:pt x="1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81" name="Google Shape;1381;p50">
              <a:extLst>
                <a:ext uri="{FF2B5EF4-FFF2-40B4-BE49-F238E27FC236}">
                  <a16:creationId xmlns:a16="http://schemas.microsoft.com/office/drawing/2014/main" id="{2720D1FF-AFCE-CECA-14C0-2278439A3DCA}"/>
                </a:ext>
              </a:extLst>
            </p:cNvPr>
            <p:cNvSpPr/>
            <p:nvPr/>
          </p:nvSpPr>
          <p:spPr>
            <a:xfrm>
              <a:off x="7004528" y="4474118"/>
              <a:ext cx="287" cy="287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81F0C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82" name="Google Shape;1382;p50">
              <a:extLst>
                <a:ext uri="{FF2B5EF4-FFF2-40B4-BE49-F238E27FC236}">
                  <a16:creationId xmlns:a16="http://schemas.microsoft.com/office/drawing/2014/main" id="{A7383D1F-D3DE-1D1A-DA16-7DEACD22B0D2}"/>
                </a:ext>
              </a:extLst>
            </p:cNvPr>
            <p:cNvSpPr/>
            <p:nvPr/>
          </p:nvSpPr>
          <p:spPr>
            <a:xfrm>
              <a:off x="6897526" y="4438116"/>
              <a:ext cx="85199" cy="54362"/>
            </a:xfrm>
            <a:custGeom>
              <a:avLst/>
              <a:gdLst/>
              <a:ahLst/>
              <a:cxnLst/>
              <a:rect l="l" t="t" r="r" b="b"/>
              <a:pathLst>
                <a:path w="594" h="379" extrusionOk="0">
                  <a:moveTo>
                    <a:pt x="1" y="0"/>
                  </a:moveTo>
                  <a:cubicBezTo>
                    <a:pt x="1" y="209"/>
                    <a:pt x="171" y="379"/>
                    <a:pt x="380" y="379"/>
                  </a:cubicBezTo>
                  <a:lnTo>
                    <a:pt x="593" y="379"/>
                  </a:lnTo>
                  <a:cubicBezTo>
                    <a:pt x="593" y="169"/>
                    <a:pt x="423" y="0"/>
                    <a:pt x="215" y="0"/>
                  </a:cubicBezTo>
                  <a:close/>
                </a:path>
              </a:pathLst>
            </a:custGeom>
            <a:solidFill>
              <a:srgbClr val="2E1D0A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83" name="Google Shape;1383;p50">
              <a:extLst>
                <a:ext uri="{FF2B5EF4-FFF2-40B4-BE49-F238E27FC236}">
                  <a16:creationId xmlns:a16="http://schemas.microsoft.com/office/drawing/2014/main" id="{544AFFE3-A86F-44FF-EB4E-A4D6B9CC7FC0}"/>
                </a:ext>
              </a:extLst>
            </p:cNvPr>
            <p:cNvSpPr/>
            <p:nvPr/>
          </p:nvSpPr>
          <p:spPr>
            <a:xfrm>
              <a:off x="6986455" y="4515427"/>
              <a:ext cx="36145" cy="56083"/>
            </a:xfrm>
            <a:custGeom>
              <a:avLst/>
              <a:gdLst/>
              <a:ahLst/>
              <a:cxnLst/>
              <a:rect l="l" t="t" r="r" b="b"/>
              <a:pathLst>
                <a:path w="252" h="391" extrusionOk="0">
                  <a:moveTo>
                    <a:pt x="126" y="0"/>
                  </a:moveTo>
                  <a:cubicBezTo>
                    <a:pt x="56" y="0"/>
                    <a:pt x="0" y="56"/>
                    <a:pt x="0" y="125"/>
                  </a:cubicBezTo>
                  <a:lnTo>
                    <a:pt x="0" y="391"/>
                  </a:lnTo>
                  <a:lnTo>
                    <a:pt x="251" y="391"/>
                  </a:lnTo>
                  <a:lnTo>
                    <a:pt x="251" y="125"/>
                  </a:lnTo>
                  <a:cubicBezTo>
                    <a:pt x="251" y="56"/>
                    <a:pt x="195" y="0"/>
                    <a:pt x="126" y="0"/>
                  </a:cubicBezTo>
                  <a:close/>
                </a:path>
              </a:pathLst>
            </a:custGeom>
            <a:solidFill>
              <a:srgbClr val="2E1D0A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84" name="Google Shape;1384;p50">
              <a:extLst>
                <a:ext uri="{FF2B5EF4-FFF2-40B4-BE49-F238E27FC236}">
                  <a16:creationId xmlns:a16="http://schemas.microsoft.com/office/drawing/2014/main" id="{D5C3622C-07C3-BEC3-E294-9B7DAE6C84C6}"/>
                </a:ext>
              </a:extLst>
            </p:cNvPr>
            <p:cNvSpPr/>
            <p:nvPr/>
          </p:nvSpPr>
          <p:spPr>
            <a:xfrm>
              <a:off x="6855213" y="4256959"/>
              <a:ext cx="298626" cy="357010"/>
            </a:xfrm>
            <a:custGeom>
              <a:avLst/>
              <a:gdLst/>
              <a:ahLst/>
              <a:cxnLst/>
              <a:rect l="l" t="t" r="r" b="b"/>
              <a:pathLst>
                <a:path w="2082" h="2489" extrusionOk="0">
                  <a:moveTo>
                    <a:pt x="1042" y="1515"/>
                  </a:moveTo>
                  <a:cubicBezTo>
                    <a:pt x="1042" y="1515"/>
                    <a:pt x="1042" y="1515"/>
                    <a:pt x="1042" y="1515"/>
                  </a:cubicBezTo>
                  <a:lnTo>
                    <a:pt x="1042" y="1515"/>
                  </a:lnTo>
                  <a:cubicBezTo>
                    <a:pt x="1042" y="1515"/>
                    <a:pt x="1042" y="1515"/>
                    <a:pt x="1042" y="1515"/>
                  </a:cubicBezTo>
                  <a:cubicBezTo>
                    <a:pt x="1041" y="1515"/>
                    <a:pt x="1042" y="1515"/>
                    <a:pt x="1042" y="1515"/>
                  </a:cubicBezTo>
                  <a:close/>
                  <a:moveTo>
                    <a:pt x="1786" y="1263"/>
                  </a:moveTo>
                  <a:cubicBezTo>
                    <a:pt x="1786" y="1417"/>
                    <a:pt x="1693" y="1550"/>
                    <a:pt x="1561" y="1609"/>
                  </a:cubicBezTo>
                  <a:lnTo>
                    <a:pt x="1561" y="1546"/>
                  </a:lnTo>
                  <a:lnTo>
                    <a:pt x="1208" y="1546"/>
                  </a:lnTo>
                  <a:cubicBezTo>
                    <a:pt x="1251" y="1384"/>
                    <a:pt x="1396" y="1263"/>
                    <a:pt x="1572" y="1263"/>
                  </a:cubicBezTo>
                  <a:close/>
                  <a:moveTo>
                    <a:pt x="510" y="1263"/>
                  </a:moveTo>
                  <a:cubicBezTo>
                    <a:pt x="685" y="1263"/>
                    <a:pt x="833" y="1384"/>
                    <a:pt x="873" y="1546"/>
                  </a:cubicBezTo>
                  <a:lnTo>
                    <a:pt x="526" y="1546"/>
                  </a:lnTo>
                  <a:lnTo>
                    <a:pt x="526" y="1611"/>
                  </a:lnTo>
                  <a:cubicBezTo>
                    <a:pt x="391" y="1553"/>
                    <a:pt x="296" y="1420"/>
                    <a:pt x="296" y="1263"/>
                  </a:cubicBezTo>
                  <a:close/>
                  <a:moveTo>
                    <a:pt x="1041" y="1"/>
                  </a:moveTo>
                  <a:cubicBezTo>
                    <a:pt x="466" y="1"/>
                    <a:pt x="1" y="466"/>
                    <a:pt x="1" y="1040"/>
                  </a:cubicBezTo>
                  <a:lnTo>
                    <a:pt x="1" y="1516"/>
                  </a:lnTo>
                  <a:lnTo>
                    <a:pt x="191" y="1516"/>
                  </a:lnTo>
                  <a:cubicBezTo>
                    <a:pt x="261" y="1648"/>
                    <a:pt x="380" y="1749"/>
                    <a:pt x="528" y="1791"/>
                  </a:cubicBezTo>
                  <a:lnTo>
                    <a:pt x="528" y="2487"/>
                  </a:lnTo>
                  <a:lnTo>
                    <a:pt x="748" y="2487"/>
                  </a:lnTo>
                  <a:lnTo>
                    <a:pt x="748" y="2489"/>
                  </a:lnTo>
                  <a:lnTo>
                    <a:pt x="1335" y="2489"/>
                  </a:lnTo>
                  <a:lnTo>
                    <a:pt x="1335" y="2487"/>
                  </a:lnTo>
                  <a:lnTo>
                    <a:pt x="1561" y="2487"/>
                  </a:lnTo>
                  <a:lnTo>
                    <a:pt x="1561" y="1788"/>
                  </a:lnTo>
                  <a:cubicBezTo>
                    <a:pt x="1704" y="1748"/>
                    <a:pt x="1824" y="1647"/>
                    <a:pt x="1892" y="1516"/>
                  </a:cubicBezTo>
                  <a:lnTo>
                    <a:pt x="2082" y="1516"/>
                  </a:lnTo>
                  <a:lnTo>
                    <a:pt x="2082" y="1040"/>
                  </a:lnTo>
                  <a:cubicBezTo>
                    <a:pt x="2081" y="466"/>
                    <a:pt x="1616" y="1"/>
                    <a:pt x="10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85" name="Google Shape;1385;p50">
              <a:extLst>
                <a:ext uri="{FF2B5EF4-FFF2-40B4-BE49-F238E27FC236}">
                  <a16:creationId xmlns:a16="http://schemas.microsoft.com/office/drawing/2014/main" id="{AC80D387-51A7-798C-D5FF-A8E7BBA205FD}"/>
                </a:ext>
              </a:extLst>
            </p:cNvPr>
            <p:cNvSpPr/>
            <p:nvPr/>
          </p:nvSpPr>
          <p:spPr>
            <a:xfrm>
              <a:off x="6930946" y="4584563"/>
              <a:ext cx="21085" cy="29261"/>
            </a:xfrm>
            <a:custGeom>
              <a:avLst/>
              <a:gdLst/>
              <a:ahLst/>
              <a:cxnLst/>
              <a:rect l="l" t="t" r="r" b="b"/>
              <a:pathLst>
                <a:path w="147" h="204" extrusionOk="0">
                  <a:moveTo>
                    <a:pt x="73" y="1"/>
                  </a:moveTo>
                  <a:cubicBezTo>
                    <a:pt x="32" y="1"/>
                    <a:pt x="0" y="34"/>
                    <a:pt x="0" y="74"/>
                  </a:cubicBezTo>
                  <a:lnTo>
                    <a:pt x="0" y="204"/>
                  </a:lnTo>
                  <a:lnTo>
                    <a:pt x="147" y="204"/>
                  </a:lnTo>
                  <a:lnTo>
                    <a:pt x="147" y="74"/>
                  </a:lnTo>
                  <a:cubicBezTo>
                    <a:pt x="147" y="34"/>
                    <a:pt x="114" y="1"/>
                    <a:pt x="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86" name="Google Shape;1386;p50">
              <a:extLst>
                <a:ext uri="{FF2B5EF4-FFF2-40B4-BE49-F238E27FC236}">
                  <a16:creationId xmlns:a16="http://schemas.microsoft.com/office/drawing/2014/main" id="{E0C044A2-E68B-5F36-0847-5C6C6B818D8C}"/>
                </a:ext>
              </a:extLst>
            </p:cNvPr>
            <p:cNvSpPr/>
            <p:nvPr/>
          </p:nvSpPr>
          <p:spPr>
            <a:xfrm>
              <a:off x="6930946" y="4642223"/>
              <a:ext cx="21085" cy="28544"/>
            </a:xfrm>
            <a:custGeom>
              <a:avLst/>
              <a:gdLst/>
              <a:ahLst/>
              <a:cxnLst/>
              <a:rect l="l" t="t" r="r" b="b"/>
              <a:pathLst>
                <a:path w="147" h="199" extrusionOk="0">
                  <a:moveTo>
                    <a:pt x="0" y="1"/>
                  </a:moveTo>
                  <a:lnTo>
                    <a:pt x="0" y="126"/>
                  </a:lnTo>
                  <a:cubicBezTo>
                    <a:pt x="0" y="166"/>
                    <a:pt x="33" y="198"/>
                    <a:pt x="73" y="198"/>
                  </a:cubicBezTo>
                  <a:cubicBezTo>
                    <a:pt x="113" y="198"/>
                    <a:pt x="147" y="165"/>
                    <a:pt x="147" y="126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87" name="Google Shape;1387;p50">
              <a:extLst>
                <a:ext uri="{FF2B5EF4-FFF2-40B4-BE49-F238E27FC236}">
                  <a16:creationId xmlns:a16="http://schemas.microsoft.com/office/drawing/2014/main" id="{BEC6E121-D1D1-74E1-58CC-F1BC20E02835}"/>
                </a:ext>
              </a:extLst>
            </p:cNvPr>
            <p:cNvSpPr/>
            <p:nvPr/>
          </p:nvSpPr>
          <p:spPr>
            <a:xfrm>
              <a:off x="6973259" y="4584563"/>
              <a:ext cx="21085" cy="29261"/>
            </a:xfrm>
            <a:custGeom>
              <a:avLst/>
              <a:gdLst/>
              <a:ahLst/>
              <a:cxnLst/>
              <a:rect l="l" t="t" r="r" b="b"/>
              <a:pathLst>
                <a:path w="147" h="204" extrusionOk="0">
                  <a:moveTo>
                    <a:pt x="74" y="1"/>
                  </a:moveTo>
                  <a:cubicBezTo>
                    <a:pt x="32" y="1"/>
                    <a:pt x="0" y="34"/>
                    <a:pt x="0" y="74"/>
                  </a:cubicBezTo>
                  <a:lnTo>
                    <a:pt x="0" y="204"/>
                  </a:lnTo>
                  <a:lnTo>
                    <a:pt x="147" y="204"/>
                  </a:lnTo>
                  <a:lnTo>
                    <a:pt x="147" y="74"/>
                  </a:lnTo>
                  <a:cubicBezTo>
                    <a:pt x="147" y="34"/>
                    <a:pt x="114" y="1"/>
                    <a:pt x="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88" name="Google Shape;1388;p50">
              <a:extLst>
                <a:ext uri="{FF2B5EF4-FFF2-40B4-BE49-F238E27FC236}">
                  <a16:creationId xmlns:a16="http://schemas.microsoft.com/office/drawing/2014/main" id="{7304CCC7-4520-320B-13EB-E09144901063}"/>
                </a:ext>
              </a:extLst>
            </p:cNvPr>
            <p:cNvSpPr/>
            <p:nvPr/>
          </p:nvSpPr>
          <p:spPr>
            <a:xfrm>
              <a:off x="6973259" y="4642223"/>
              <a:ext cx="21085" cy="28544"/>
            </a:xfrm>
            <a:custGeom>
              <a:avLst/>
              <a:gdLst/>
              <a:ahLst/>
              <a:cxnLst/>
              <a:rect l="l" t="t" r="r" b="b"/>
              <a:pathLst>
                <a:path w="147" h="199" extrusionOk="0">
                  <a:moveTo>
                    <a:pt x="0" y="1"/>
                  </a:moveTo>
                  <a:lnTo>
                    <a:pt x="0" y="126"/>
                  </a:lnTo>
                  <a:cubicBezTo>
                    <a:pt x="0" y="166"/>
                    <a:pt x="33" y="198"/>
                    <a:pt x="74" y="198"/>
                  </a:cubicBezTo>
                  <a:cubicBezTo>
                    <a:pt x="114" y="198"/>
                    <a:pt x="147" y="165"/>
                    <a:pt x="147" y="126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89" name="Google Shape;1389;p50">
              <a:extLst>
                <a:ext uri="{FF2B5EF4-FFF2-40B4-BE49-F238E27FC236}">
                  <a16:creationId xmlns:a16="http://schemas.microsoft.com/office/drawing/2014/main" id="{CC122951-D6B4-E60D-126A-4E7BC4F8FDC6}"/>
                </a:ext>
              </a:extLst>
            </p:cNvPr>
            <p:cNvSpPr/>
            <p:nvPr/>
          </p:nvSpPr>
          <p:spPr>
            <a:xfrm>
              <a:off x="7015572" y="4584563"/>
              <a:ext cx="21085" cy="29261"/>
            </a:xfrm>
            <a:custGeom>
              <a:avLst/>
              <a:gdLst/>
              <a:ahLst/>
              <a:cxnLst/>
              <a:rect l="l" t="t" r="r" b="b"/>
              <a:pathLst>
                <a:path w="147" h="204" extrusionOk="0">
                  <a:moveTo>
                    <a:pt x="74" y="1"/>
                  </a:moveTo>
                  <a:cubicBezTo>
                    <a:pt x="33" y="1"/>
                    <a:pt x="0" y="34"/>
                    <a:pt x="0" y="74"/>
                  </a:cubicBezTo>
                  <a:lnTo>
                    <a:pt x="0" y="204"/>
                  </a:lnTo>
                  <a:lnTo>
                    <a:pt x="147" y="204"/>
                  </a:lnTo>
                  <a:lnTo>
                    <a:pt x="147" y="74"/>
                  </a:lnTo>
                  <a:cubicBezTo>
                    <a:pt x="147" y="34"/>
                    <a:pt x="114" y="1"/>
                    <a:pt x="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90" name="Google Shape;1390;p50">
              <a:extLst>
                <a:ext uri="{FF2B5EF4-FFF2-40B4-BE49-F238E27FC236}">
                  <a16:creationId xmlns:a16="http://schemas.microsoft.com/office/drawing/2014/main" id="{A5E5E85F-1745-E3A7-3D70-FDDA3535DD34}"/>
                </a:ext>
              </a:extLst>
            </p:cNvPr>
            <p:cNvSpPr/>
            <p:nvPr/>
          </p:nvSpPr>
          <p:spPr>
            <a:xfrm>
              <a:off x="7015572" y="4642223"/>
              <a:ext cx="21085" cy="28544"/>
            </a:xfrm>
            <a:custGeom>
              <a:avLst/>
              <a:gdLst/>
              <a:ahLst/>
              <a:cxnLst/>
              <a:rect l="l" t="t" r="r" b="b"/>
              <a:pathLst>
                <a:path w="147" h="199" extrusionOk="0">
                  <a:moveTo>
                    <a:pt x="0" y="1"/>
                  </a:moveTo>
                  <a:lnTo>
                    <a:pt x="0" y="126"/>
                  </a:lnTo>
                  <a:cubicBezTo>
                    <a:pt x="0" y="166"/>
                    <a:pt x="33" y="198"/>
                    <a:pt x="74" y="198"/>
                  </a:cubicBezTo>
                  <a:cubicBezTo>
                    <a:pt x="116" y="198"/>
                    <a:pt x="147" y="165"/>
                    <a:pt x="147" y="126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91" name="Google Shape;1391;p50">
              <a:extLst>
                <a:ext uri="{FF2B5EF4-FFF2-40B4-BE49-F238E27FC236}">
                  <a16:creationId xmlns:a16="http://schemas.microsoft.com/office/drawing/2014/main" id="{AFCEA2C9-942F-1B75-8B8B-546E085BAFBE}"/>
                </a:ext>
              </a:extLst>
            </p:cNvPr>
            <p:cNvSpPr/>
            <p:nvPr/>
          </p:nvSpPr>
          <p:spPr>
            <a:xfrm>
              <a:off x="7057885" y="4584563"/>
              <a:ext cx="21228" cy="29261"/>
            </a:xfrm>
            <a:custGeom>
              <a:avLst/>
              <a:gdLst/>
              <a:ahLst/>
              <a:cxnLst/>
              <a:rect l="l" t="t" r="r" b="b"/>
              <a:pathLst>
                <a:path w="148" h="204" extrusionOk="0">
                  <a:moveTo>
                    <a:pt x="74" y="1"/>
                  </a:moveTo>
                  <a:cubicBezTo>
                    <a:pt x="33" y="1"/>
                    <a:pt x="0" y="34"/>
                    <a:pt x="0" y="74"/>
                  </a:cubicBezTo>
                  <a:lnTo>
                    <a:pt x="0" y="204"/>
                  </a:lnTo>
                  <a:lnTo>
                    <a:pt x="148" y="204"/>
                  </a:lnTo>
                  <a:lnTo>
                    <a:pt x="148" y="74"/>
                  </a:lnTo>
                  <a:cubicBezTo>
                    <a:pt x="148" y="34"/>
                    <a:pt x="115" y="1"/>
                    <a:pt x="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92" name="Google Shape;1392;p50">
              <a:extLst>
                <a:ext uri="{FF2B5EF4-FFF2-40B4-BE49-F238E27FC236}">
                  <a16:creationId xmlns:a16="http://schemas.microsoft.com/office/drawing/2014/main" id="{8189819A-C597-134B-33B4-E11A9B2DA0E7}"/>
                </a:ext>
              </a:extLst>
            </p:cNvPr>
            <p:cNvSpPr/>
            <p:nvPr/>
          </p:nvSpPr>
          <p:spPr>
            <a:xfrm>
              <a:off x="7057742" y="4642223"/>
              <a:ext cx="21085" cy="28544"/>
            </a:xfrm>
            <a:custGeom>
              <a:avLst/>
              <a:gdLst/>
              <a:ahLst/>
              <a:cxnLst/>
              <a:rect l="l" t="t" r="r" b="b"/>
              <a:pathLst>
                <a:path w="147" h="199" extrusionOk="0">
                  <a:moveTo>
                    <a:pt x="0" y="1"/>
                  </a:moveTo>
                  <a:lnTo>
                    <a:pt x="0" y="126"/>
                  </a:lnTo>
                  <a:cubicBezTo>
                    <a:pt x="0" y="166"/>
                    <a:pt x="34" y="198"/>
                    <a:pt x="74" y="198"/>
                  </a:cubicBezTo>
                  <a:cubicBezTo>
                    <a:pt x="114" y="198"/>
                    <a:pt x="147" y="165"/>
                    <a:pt x="147" y="126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93" name="Google Shape;1393;p50">
              <a:extLst>
                <a:ext uri="{FF2B5EF4-FFF2-40B4-BE49-F238E27FC236}">
                  <a16:creationId xmlns:a16="http://schemas.microsoft.com/office/drawing/2014/main" id="{FC0CF792-2309-BB34-E174-C32C2356C75C}"/>
                </a:ext>
              </a:extLst>
            </p:cNvPr>
            <p:cNvSpPr/>
            <p:nvPr/>
          </p:nvSpPr>
          <p:spPr>
            <a:xfrm>
              <a:off x="6986599" y="4515427"/>
              <a:ext cx="36145" cy="56083"/>
            </a:xfrm>
            <a:custGeom>
              <a:avLst/>
              <a:gdLst/>
              <a:ahLst/>
              <a:cxnLst/>
              <a:rect l="l" t="t" r="r" b="b"/>
              <a:pathLst>
                <a:path w="252" h="391" extrusionOk="0">
                  <a:moveTo>
                    <a:pt x="18" y="0"/>
                  </a:moveTo>
                  <a:cubicBezTo>
                    <a:pt x="9" y="0"/>
                    <a:pt x="0" y="8"/>
                    <a:pt x="0" y="17"/>
                  </a:cubicBezTo>
                  <a:lnTo>
                    <a:pt x="0" y="391"/>
                  </a:lnTo>
                  <a:lnTo>
                    <a:pt x="251" y="391"/>
                  </a:lnTo>
                  <a:lnTo>
                    <a:pt x="251" y="17"/>
                  </a:lnTo>
                  <a:cubicBezTo>
                    <a:pt x="250" y="8"/>
                    <a:pt x="244" y="0"/>
                    <a:pt x="2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94" name="Google Shape;1394;p50">
              <a:extLst>
                <a:ext uri="{FF2B5EF4-FFF2-40B4-BE49-F238E27FC236}">
                  <a16:creationId xmlns:a16="http://schemas.microsoft.com/office/drawing/2014/main" id="{E2C6CFCA-3DD9-03D4-F1FA-32BC611659FD}"/>
                </a:ext>
              </a:extLst>
            </p:cNvPr>
            <p:cNvSpPr/>
            <p:nvPr/>
          </p:nvSpPr>
          <p:spPr>
            <a:xfrm>
              <a:off x="7026330" y="4438116"/>
              <a:ext cx="85055" cy="54362"/>
            </a:xfrm>
            <a:custGeom>
              <a:avLst/>
              <a:gdLst/>
              <a:ahLst/>
              <a:cxnLst/>
              <a:rect l="l" t="t" r="r" b="b"/>
              <a:pathLst>
                <a:path w="593" h="379" extrusionOk="0">
                  <a:moveTo>
                    <a:pt x="379" y="0"/>
                  </a:moveTo>
                  <a:cubicBezTo>
                    <a:pt x="170" y="0"/>
                    <a:pt x="0" y="170"/>
                    <a:pt x="0" y="379"/>
                  </a:cubicBezTo>
                  <a:lnTo>
                    <a:pt x="214" y="379"/>
                  </a:lnTo>
                  <a:cubicBezTo>
                    <a:pt x="424" y="378"/>
                    <a:pt x="593" y="209"/>
                    <a:pt x="5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95" name="Google Shape;1395;p50">
              <a:extLst>
                <a:ext uri="{FF2B5EF4-FFF2-40B4-BE49-F238E27FC236}">
                  <a16:creationId xmlns:a16="http://schemas.microsoft.com/office/drawing/2014/main" id="{F0191949-727C-D9D8-B521-F264E2D462E0}"/>
                </a:ext>
              </a:extLst>
            </p:cNvPr>
            <p:cNvSpPr/>
            <p:nvPr/>
          </p:nvSpPr>
          <p:spPr>
            <a:xfrm>
              <a:off x="6897526" y="4438116"/>
              <a:ext cx="85199" cy="54362"/>
            </a:xfrm>
            <a:custGeom>
              <a:avLst/>
              <a:gdLst/>
              <a:ahLst/>
              <a:cxnLst/>
              <a:rect l="l" t="t" r="r" b="b"/>
              <a:pathLst>
                <a:path w="594" h="379" extrusionOk="0">
                  <a:moveTo>
                    <a:pt x="1" y="0"/>
                  </a:moveTo>
                  <a:cubicBezTo>
                    <a:pt x="1" y="209"/>
                    <a:pt x="171" y="378"/>
                    <a:pt x="380" y="379"/>
                  </a:cubicBezTo>
                  <a:lnTo>
                    <a:pt x="593" y="379"/>
                  </a:lnTo>
                  <a:cubicBezTo>
                    <a:pt x="593" y="170"/>
                    <a:pt x="423" y="0"/>
                    <a:pt x="2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96" name="Google Shape;1396;p50">
              <a:extLst>
                <a:ext uri="{FF2B5EF4-FFF2-40B4-BE49-F238E27FC236}">
                  <a16:creationId xmlns:a16="http://schemas.microsoft.com/office/drawing/2014/main" id="{20207D20-5154-5385-C5BF-B92BBEE2C73B}"/>
                </a:ext>
              </a:extLst>
            </p:cNvPr>
            <p:cNvSpPr/>
            <p:nvPr/>
          </p:nvSpPr>
          <p:spPr>
            <a:xfrm>
              <a:off x="6561459" y="341205"/>
              <a:ext cx="228775" cy="225050"/>
            </a:xfrm>
            <a:custGeom>
              <a:avLst/>
              <a:gdLst/>
              <a:ahLst/>
              <a:cxnLst/>
              <a:rect l="l" t="t" r="r" b="b"/>
              <a:pathLst>
                <a:path w="1595" h="1569" extrusionOk="0">
                  <a:moveTo>
                    <a:pt x="153" y="1"/>
                  </a:moveTo>
                  <a:cubicBezTo>
                    <a:pt x="118" y="1"/>
                    <a:pt x="82" y="15"/>
                    <a:pt x="55" y="43"/>
                  </a:cubicBezTo>
                  <a:cubicBezTo>
                    <a:pt x="0" y="97"/>
                    <a:pt x="0" y="185"/>
                    <a:pt x="55" y="240"/>
                  </a:cubicBezTo>
                  <a:lnTo>
                    <a:pt x="1342" y="1527"/>
                  </a:lnTo>
                  <a:cubicBezTo>
                    <a:pt x="1369" y="1555"/>
                    <a:pt x="1405" y="1568"/>
                    <a:pt x="1441" y="1568"/>
                  </a:cubicBezTo>
                  <a:cubicBezTo>
                    <a:pt x="1477" y="1568"/>
                    <a:pt x="1513" y="1555"/>
                    <a:pt x="1540" y="1527"/>
                  </a:cubicBezTo>
                  <a:cubicBezTo>
                    <a:pt x="1594" y="1472"/>
                    <a:pt x="1594" y="1385"/>
                    <a:pt x="1540" y="1329"/>
                  </a:cubicBezTo>
                  <a:lnTo>
                    <a:pt x="252" y="43"/>
                  </a:lnTo>
                  <a:cubicBezTo>
                    <a:pt x="225" y="15"/>
                    <a:pt x="189" y="1"/>
                    <a:pt x="1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97" name="Google Shape;1397;p50">
              <a:extLst>
                <a:ext uri="{FF2B5EF4-FFF2-40B4-BE49-F238E27FC236}">
                  <a16:creationId xmlns:a16="http://schemas.microsoft.com/office/drawing/2014/main" id="{A364931C-CD8F-F1EB-6432-F55DBE9F8D34}"/>
                </a:ext>
              </a:extLst>
            </p:cNvPr>
            <p:cNvSpPr/>
            <p:nvPr/>
          </p:nvSpPr>
          <p:spPr>
            <a:xfrm>
              <a:off x="6644364" y="258300"/>
              <a:ext cx="228775" cy="224906"/>
            </a:xfrm>
            <a:custGeom>
              <a:avLst/>
              <a:gdLst/>
              <a:ahLst/>
              <a:cxnLst/>
              <a:rect l="l" t="t" r="r" b="b"/>
              <a:pathLst>
                <a:path w="1595" h="1568" extrusionOk="0">
                  <a:moveTo>
                    <a:pt x="154" y="0"/>
                  </a:moveTo>
                  <a:cubicBezTo>
                    <a:pt x="119" y="0"/>
                    <a:pt x="83" y="14"/>
                    <a:pt x="55" y="41"/>
                  </a:cubicBezTo>
                  <a:cubicBezTo>
                    <a:pt x="1" y="97"/>
                    <a:pt x="1" y="184"/>
                    <a:pt x="55" y="239"/>
                  </a:cubicBezTo>
                  <a:lnTo>
                    <a:pt x="1343" y="1526"/>
                  </a:lnTo>
                  <a:cubicBezTo>
                    <a:pt x="1370" y="1554"/>
                    <a:pt x="1406" y="1567"/>
                    <a:pt x="1441" y="1567"/>
                  </a:cubicBezTo>
                  <a:cubicBezTo>
                    <a:pt x="1477" y="1567"/>
                    <a:pt x="1513" y="1554"/>
                    <a:pt x="1540" y="1526"/>
                  </a:cubicBezTo>
                  <a:cubicBezTo>
                    <a:pt x="1595" y="1472"/>
                    <a:pt x="1595" y="1383"/>
                    <a:pt x="1540" y="1328"/>
                  </a:cubicBezTo>
                  <a:lnTo>
                    <a:pt x="253" y="41"/>
                  </a:lnTo>
                  <a:cubicBezTo>
                    <a:pt x="226" y="14"/>
                    <a:pt x="190" y="0"/>
                    <a:pt x="1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98" name="Google Shape;1398;p50">
              <a:extLst>
                <a:ext uri="{FF2B5EF4-FFF2-40B4-BE49-F238E27FC236}">
                  <a16:creationId xmlns:a16="http://schemas.microsoft.com/office/drawing/2014/main" id="{391ACC35-C697-2143-B7D1-B131C7C3C583}"/>
                </a:ext>
              </a:extLst>
            </p:cNvPr>
            <p:cNvSpPr/>
            <p:nvPr/>
          </p:nvSpPr>
          <p:spPr>
            <a:xfrm>
              <a:off x="6571356" y="272500"/>
              <a:ext cx="301352" cy="295333"/>
            </a:xfrm>
            <a:custGeom>
              <a:avLst/>
              <a:gdLst/>
              <a:ahLst/>
              <a:cxnLst/>
              <a:rect l="l" t="t" r="r" b="b"/>
              <a:pathLst>
                <a:path w="2101" h="2059" extrusionOk="0">
                  <a:moveTo>
                    <a:pt x="452" y="0"/>
                  </a:moveTo>
                  <a:cubicBezTo>
                    <a:pt x="346" y="0"/>
                    <a:pt x="241" y="40"/>
                    <a:pt x="161" y="121"/>
                  </a:cubicBezTo>
                  <a:cubicBezTo>
                    <a:pt x="1" y="281"/>
                    <a:pt x="1" y="541"/>
                    <a:pt x="161" y="701"/>
                  </a:cubicBezTo>
                  <a:lnTo>
                    <a:pt x="1518" y="2058"/>
                  </a:lnTo>
                  <a:lnTo>
                    <a:pt x="1716" y="1860"/>
                  </a:lnTo>
                  <a:lnTo>
                    <a:pt x="359" y="503"/>
                  </a:lnTo>
                  <a:cubicBezTo>
                    <a:pt x="306" y="452"/>
                    <a:pt x="306" y="368"/>
                    <a:pt x="359" y="316"/>
                  </a:cubicBezTo>
                  <a:cubicBezTo>
                    <a:pt x="385" y="291"/>
                    <a:pt x="419" y="279"/>
                    <a:pt x="452" y="279"/>
                  </a:cubicBezTo>
                  <a:cubicBezTo>
                    <a:pt x="486" y="279"/>
                    <a:pt x="520" y="291"/>
                    <a:pt x="546" y="316"/>
                  </a:cubicBezTo>
                  <a:lnTo>
                    <a:pt x="1903" y="1673"/>
                  </a:lnTo>
                  <a:lnTo>
                    <a:pt x="2101" y="1475"/>
                  </a:lnTo>
                  <a:lnTo>
                    <a:pt x="743" y="121"/>
                  </a:lnTo>
                  <a:cubicBezTo>
                    <a:pt x="662" y="40"/>
                    <a:pt x="557" y="0"/>
                    <a:pt x="4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99" name="Google Shape;1399;p50">
              <a:extLst>
                <a:ext uri="{FF2B5EF4-FFF2-40B4-BE49-F238E27FC236}">
                  <a16:creationId xmlns:a16="http://schemas.microsoft.com/office/drawing/2014/main" id="{5D9880F0-5C3E-934E-5EBA-FDA12207C187}"/>
                </a:ext>
              </a:extLst>
            </p:cNvPr>
            <p:cNvSpPr/>
            <p:nvPr/>
          </p:nvSpPr>
          <p:spPr>
            <a:xfrm>
              <a:off x="6950166" y="648011"/>
              <a:ext cx="89789" cy="83909"/>
            </a:xfrm>
            <a:custGeom>
              <a:avLst/>
              <a:gdLst/>
              <a:ahLst/>
              <a:cxnLst/>
              <a:rect l="l" t="t" r="r" b="b"/>
              <a:pathLst>
                <a:path w="626" h="585" extrusionOk="0">
                  <a:moveTo>
                    <a:pt x="230" y="0"/>
                  </a:moveTo>
                  <a:cubicBezTo>
                    <a:pt x="176" y="0"/>
                    <a:pt x="123" y="21"/>
                    <a:pt x="82" y="61"/>
                  </a:cubicBezTo>
                  <a:cubicBezTo>
                    <a:pt x="1" y="144"/>
                    <a:pt x="1" y="275"/>
                    <a:pt x="82" y="358"/>
                  </a:cubicBezTo>
                  <a:lnTo>
                    <a:pt x="248" y="523"/>
                  </a:lnTo>
                  <a:cubicBezTo>
                    <a:pt x="288" y="564"/>
                    <a:pt x="342" y="584"/>
                    <a:pt x="395" y="584"/>
                  </a:cubicBezTo>
                  <a:cubicBezTo>
                    <a:pt x="449" y="584"/>
                    <a:pt x="502" y="564"/>
                    <a:pt x="543" y="523"/>
                  </a:cubicBezTo>
                  <a:cubicBezTo>
                    <a:pt x="625" y="441"/>
                    <a:pt x="625" y="311"/>
                    <a:pt x="543" y="227"/>
                  </a:cubicBezTo>
                  <a:lnTo>
                    <a:pt x="377" y="61"/>
                  </a:lnTo>
                  <a:cubicBezTo>
                    <a:pt x="337" y="21"/>
                    <a:pt x="283" y="0"/>
                    <a:pt x="2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00" name="Google Shape;1400;p50">
              <a:extLst>
                <a:ext uri="{FF2B5EF4-FFF2-40B4-BE49-F238E27FC236}">
                  <a16:creationId xmlns:a16="http://schemas.microsoft.com/office/drawing/2014/main" id="{376FB3D7-D770-F4C4-6ED2-CC674636D780}"/>
                </a:ext>
              </a:extLst>
            </p:cNvPr>
            <p:cNvSpPr/>
            <p:nvPr/>
          </p:nvSpPr>
          <p:spPr>
            <a:xfrm>
              <a:off x="6868122" y="563385"/>
              <a:ext cx="155194" cy="155197"/>
            </a:xfrm>
            <a:custGeom>
              <a:avLst/>
              <a:gdLst/>
              <a:ahLst/>
              <a:cxnLst/>
              <a:rect l="l" t="t" r="r" b="b"/>
              <a:pathLst>
                <a:path w="1082" h="1082" extrusionOk="0">
                  <a:moveTo>
                    <a:pt x="342" y="0"/>
                  </a:moveTo>
                  <a:lnTo>
                    <a:pt x="1" y="341"/>
                  </a:lnTo>
                  <a:lnTo>
                    <a:pt x="741" y="1081"/>
                  </a:lnTo>
                  <a:lnTo>
                    <a:pt x="1082" y="740"/>
                  </a:lnTo>
                  <a:lnTo>
                    <a:pt x="3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01" name="Google Shape;1401;p50">
              <a:extLst>
                <a:ext uri="{FF2B5EF4-FFF2-40B4-BE49-F238E27FC236}">
                  <a16:creationId xmlns:a16="http://schemas.microsoft.com/office/drawing/2014/main" id="{51444840-F26D-4DA1-ED38-2AA80AF4A025}"/>
                </a:ext>
              </a:extLst>
            </p:cNvPr>
            <p:cNvSpPr/>
            <p:nvPr/>
          </p:nvSpPr>
          <p:spPr>
            <a:xfrm>
              <a:off x="6949879" y="646003"/>
              <a:ext cx="82617" cy="80467"/>
            </a:xfrm>
            <a:custGeom>
              <a:avLst/>
              <a:gdLst/>
              <a:ahLst/>
              <a:cxnLst/>
              <a:rect l="l" t="t" r="r" b="b"/>
              <a:pathLst>
                <a:path w="576" h="561" extrusionOk="0">
                  <a:moveTo>
                    <a:pt x="494" y="0"/>
                  </a:moveTo>
                  <a:cubicBezTo>
                    <a:pt x="475" y="0"/>
                    <a:pt x="455" y="8"/>
                    <a:pt x="440" y="22"/>
                  </a:cubicBezTo>
                  <a:lnTo>
                    <a:pt x="31" y="432"/>
                  </a:lnTo>
                  <a:cubicBezTo>
                    <a:pt x="1" y="460"/>
                    <a:pt x="1" y="509"/>
                    <a:pt x="31" y="538"/>
                  </a:cubicBezTo>
                  <a:cubicBezTo>
                    <a:pt x="46" y="553"/>
                    <a:pt x="65" y="560"/>
                    <a:pt x="84" y="560"/>
                  </a:cubicBezTo>
                  <a:cubicBezTo>
                    <a:pt x="103" y="560"/>
                    <a:pt x="123" y="553"/>
                    <a:pt x="138" y="538"/>
                  </a:cubicBezTo>
                  <a:lnTo>
                    <a:pt x="547" y="129"/>
                  </a:lnTo>
                  <a:cubicBezTo>
                    <a:pt x="576" y="100"/>
                    <a:pt x="576" y="52"/>
                    <a:pt x="547" y="22"/>
                  </a:cubicBezTo>
                  <a:cubicBezTo>
                    <a:pt x="533" y="8"/>
                    <a:pt x="513" y="0"/>
                    <a:pt x="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02" name="Google Shape;1402;p50">
              <a:extLst>
                <a:ext uri="{FF2B5EF4-FFF2-40B4-BE49-F238E27FC236}">
                  <a16:creationId xmlns:a16="http://schemas.microsoft.com/office/drawing/2014/main" id="{507A587C-E9BD-E55A-3A1C-CCB6C7F6D672}"/>
                </a:ext>
              </a:extLst>
            </p:cNvPr>
            <p:cNvSpPr/>
            <p:nvPr/>
          </p:nvSpPr>
          <p:spPr>
            <a:xfrm>
              <a:off x="6919184" y="615164"/>
              <a:ext cx="82761" cy="80467"/>
            </a:xfrm>
            <a:custGeom>
              <a:avLst/>
              <a:gdLst/>
              <a:ahLst/>
              <a:cxnLst/>
              <a:rect l="l" t="t" r="r" b="b"/>
              <a:pathLst>
                <a:path w="577" h="561" extrusionOk="0">
                  <a:moveTo>
                    <a:pt x="493" y="0"/>
                  </a:moveTo>
                  <a:cubicBezTo>
                    <a:pt x="474" y="0"/>
                    <a:pt x="455" y="8"/>
                    <a:pt x="440" y="22"/>
                  </a:cubicBezTo>
                  <a:lnTo>
                    <a:pt x="31" y="432"/>
                  </a:lnTo>
                  <a:cubicBezTo>
                    <a:pt x="1" y="460"/>
                    <a:pt x="1" y="509"/>
                    <a:pt x="31" y="539"/>
                  </a:cubicBezTo>
                  <a:cubicBezTo>
                    <a:pt x="46" y="553"/>
                    <a:pt x="65" y="560"/>
                    <a:pt x="84" y="560"/>
                  </a:cubicBezTo>
                  <a:cubicBezTo>
                    <a:pt x="103" y="560"/>
                    <a:pt x="123" y="553"/>
                    <a:pt x="138" y="539"/>
                  </a:cubicBezTo>
                  <a:lnTo>
                    <a:pt x="547" y="129"/>
                  </a:lnTo>
                  <a:cubicBezTo>
                    <a:pt x="576" y="100"/>
                    <a:pt x="576" y="52"/>
                    <a:pt x="547" y="22"/>
                  </a:cubicBezTo>
                  <a:cubicBezTo>
                    <a:pt x="532" y="8"/>
                    <a:pt x="513" y="0"/>
                    <a:pt x="4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03" name="Google Shape;1403;p50">
              <a:extLst>
                <a:ext uri="{FF2B5EF4-FFF2-40B4-BE49-F238E27FC236}">
                  <a16:creationId xmlns:a16="http://schemas.microsoft.com/office/drawing/2014/main" id="{47002504-14A1-9136-6A87-4B591DE1F9BA}"/>
                </a:ext>
              </a:extLst>
            </p:cNvPr>
            <p:cNvSpPr/>
            <p:nvPr/>
          </p:nvSpPr>
          <p:spPr>
            <a:xfrm>
              <a:off x="6888346" y="584182"/>
              <a:ext cx="82761" cy="80467"/>
            </a:xfrm>
            <a:custGeom>
              <a:avLst/>
              <a:gdLst/>
              <a:ahLst/>
              <a:cxnLst/>
              <a:rect l="l" t="t" r="r" b="b"/>
              <a:pathLst>
                <a:path w="577" h="561" extrusionOk="0">
                  <a:moveTo>
                    <a:pt x="493" y="1"/>
                  </a:moveTo>
                  <a:cubicBezTo>
                    <a:pt x="474" y="1"/>
                    <a:pt x="454" y="8"/>
                    <a:pt x="439" y="23"/>
                  </a:cubicBezTo>
                  <a:lnTo>
                    <a:pt x="31" y="432"/>
                  </a:lnTo>
                  <a:cubicBezTo>
                    <a:pt x="1" y="462"/>
                    <a:pt x="1" y="510"/>
                    <a:pt x="31" y="539"/>
                  </a:cubicBezTo>
                  <a:cubicBezTo>
                    <a:pt x="45" y="553"/>
                    <a:pt x="64" y="561"/>
                    <a:pt x="84" y="561"/>
                  </a:cubicBezTo>
                  <a:cubicBezTo>
                    <a:pt x="103" y="561"/>
                    <a:pt x="123" y="553"/>
                    <a:pt x="138" y="539"/>
                  </a:cubicBezTo>
                  <a:lnTo>
                    <a:pt x="546" y="130"/>
                  </a:lnTo>
                  <a:cubicBezTo>
                    <a:pt x="576" y="100"/>
                    <a:pt x="576" y="52"/>
                    <a:pt x="546" y="23"/>
                  </a:cubicBezTo>
                  <a:cubicBezTo>
                    <a:pt x="532" y="8"/>
                    <a:pt x="513" y="1"/>
                    <a:pt x="4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04" name="Google Shape;1404;p50">
              <a:extLst>
                <a:ext uri="{FF2B5EF4-FFF2-40B4-BE49-F238E27FC236}">
                  <a16:creationId xmlns:a16="http://schemas.microsoft.com/office/drawing/2014/main" id="{69C5AC74-8799-F336-3067-F99B2F2F9DBC}"/>
                </a:ext>
              </a:extLst>
            </p:cNvPr>
            <p:cNvSpPr/>
            <p:nvPr/>
          </p:nvSpPr>
          <p:spPr>
            <a:xfrm>
              <a:off x="6848328" y="543447"/>
              <a:ext cx="95239" cy="95241"/>
            </a:xfrm>
            <a:custGeom>
              <a:avLst/>
              <a:gdLst/>
              <a:ahLst/>
              <a:cxnLst/>
              <a:rect l="l" t="t" r="r" b="b"/>
              <a:pathLst>
                <a:path w="664" h="664" extrusionOk="0">
                  <a:moveTo>
                    <a:pt x="517" y="0"/>
                  </a:moveTo>
                  <a:lnTo>
                    <a:pt x="1" y="517"/>
                  </a:lnTo>
                  <a:lnTo>
                    <a:pt x="147" y="663"/>
                  </a:lnTo>
                  <a:lnTo>
                    <a:pt x="664" y="147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05" name="Google Shape;1405;p50">
              <a:extLst>
                <a:ext uri="{FF2B5EF4-FFF2-40B4-BE49-F238E27FC236}">
                  <a16:creationId xmlns:a16="http://schemas.microsoft.com/office/drawing/2014/main" id="{DFCA417E-C4FE-F22C-9C59-9DA05B51137C}"/>
                </a:ext>
              </a:extLst>
            </p:cNvPr>
            <p:cNvSpPr/>
            <p:nvPr/>
          </p:nvSpPr>
          <p:spPr>
            <a:xfrm>
              <a:off x="6788516" y="483779"/>
              <a:ext cx="144580" cy="142288"/>
            </a:xfrm>
            <a:custGeom>
              <a:avLst/>
              <a:gdLst/>
              <a:ahLst/>
              <a:cxnLst/>
              <a:rect l="l" t="t" r="r" b="b"/>
              <a:pathLst>
                <a:path w="1008" h="992" extrusionOk="0">
                  <a:moveTo>
                    <a:pt x="772" y="0"/>
                  </a:moveTo>
                  <a:lnTo>
                    <a:pt x="387" y="385"/>
                  </a:lnTo>
                  <a:lnTo>
                    <a:pt x="1" y="771"/>
                  </a:lnTo>
                  <a:lnTo>
                    <a:pt x="173" y="943"/>
                  </a:lnTo>
                  <a:cubicBezTo>
                    <a:pt x="205" y="975"/>
                    <a:pt x="247" y="992"/>
                    <a:pt x="290" y="992"/>
                  </a:cubicBezTo>
                  <a:cubicBezTo>
                    <a:pt x="332" y="992"/>
                    <a:pt x="375" y="975"/>
                    <a:pt x="407" y="943"/>
                  </a:cubicBezTo>
                  <a:lnTo>
                    <a:pt x="675" y="675"/>
                  </a:lnTo>
                  <a:lnTo>
                    <a:pt x="945" y="407"/>
                  </a:lnTo>
                  <a:cubicBezTo>
                    <a:pt x="1008" y="342"/>
                    <a:pt x="1008" y="237"/>
                    <a:pt x="945" y="172"/>
                  </a:cubicBezTo>
                  <a:lnTo>
                    <a:pt x="77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06" name="Google Shape;1406;p50">
              <a:extLst>
                <a:ext uri="{FF2B5EF4-FFF2-40B4-BE49-F238E27FC236}">
                  <a16:creationId xmlns:a16="http://schemas.microsoft.com/office/drawing/2014/main" id="{EEB58798-5B3C-F83F-6BE9-476EB8B76DE4}"/>
                </a:ext>
              </a:extLst>
            </p:cNvPr>
            <p:cNvSpPr/>
            <p:nvPr/>
          </p:nvSpPr>
          <p:spPr>
            <a:xfrm>
              <a:off x="6753518" y="448781"/>
              <a:ext cx="145584" cy="145443"/>
            </a:xfrm>
            <a:custGeom>
              <a:avLst/>
              <a:gdLst/>
              <a:ahLst/>
              <a:cxnLst/>
              <a:rect l="l" t="t" r="r" b="b"/>
              <a:pathLst>
                <a:path w="1015" h="1014" extrusionOk="0">
                  <a:moveTo>
                    <a:pt x="774" y="0"/>
                  </a:moveTo>
                  <a:lnTo>
                    <a:pt x="1" y="774"/>
                  </a:lnTo>
                  <a:lnTo>
                    <a:pt x="242" y="1013"/>
                  </a:lnTo>
                  <a:lnTo>
                    <a:pt x="1015" y="240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07" name="Google Shape;1407;p50">
              <a:extLst>
                <a:ext uri="{FF2B5EF4-FFF2-40B4-BE49-F238E27FC236}">
                  <a16:creationId xmlns:a16="http://schemas.microsoft.com/office/drawing/2014/main" id="{7D2D82D9-318E-67FB-3348-428FD4BF1D09}"/>
                </a:ext>
              </a:extLst>
            </p:cNvPr>
            <p:cNvSpPr/>
            <p:nvPr/>
          </p:nvSpPr>
          <p:spPr>
            <a:xfrm>
              <a:off x="6784213" y="479476"/>
              <a:ext cx="119192" cy="119194"/>
            </a:xfrm>
            <a:custGeom>
              <a:avLst/>
              <a:gdLst/>
              <a:ahLst/>
              <a:cxnLst/>
              <a:rect l="l" t="t" r="r" b="b"/>
              <a:pathLst>
                <a:path w="831" h="831" extrusionOk="0">
                  <a:moveTo>
                    <a:pt x="774" y="0"/>
                  </a:moveTo>
                  <a:lnTo>
                    <a:pt x="1" y="773"/>
                  </a:lnTo>
                  <a:lnTo>
                    <a:pt x="57" y="830"/>
                  </a:lnTo>
                  <a:lnTo>
                    <a:pt x="831" y="57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08" name="Google Shape;1408;p50">
              <a:extLst>
                <a:ext uri="{FF2B5EF4-FFF2-40B4-BE49-F238E27FC236}">
                  <a16:creationId xmlns:a16="http://schemas.microsoft.com/office/drawing/2014/main" id="{5E27CAB7-FC42-FDCB-20C3-1255D76AD1EA}"/>
                </a:ext>
              </a:extLst>
            </p:cNvPr>
            <p:cNvSpPr/>
            <p:nvPr/>
          </p:nvSpPr>
          <p:spPr>
            <a:xfrm>
              <a:off x="6582688" y="314239"/>
              <a:ext cx="29977" cy="27396"/>
            </a:xfrm>
            <a:custGeom>
              <a:avLst/>
              <a:gdLst/>
              <a:ahLst/>
              <a:cxnLst/>
              <a:rect l="l" t="t" r="r" b="b"/>
              <a:pathLst>
                <a:path w="209" h="191" extrusionOk="0">
                  <a:moveTo>
                    <a:pt x="105" y="0"/>
                  </a:moveTo>
                  <a:cubicBezTo>
                    <a:pt x="81" y="0"/>
                    <a:pt x="56" y="10"/>
                    <a:pt x="37" y="28"/>
                  </a:cubicBezTo>
                  <a:cubicBezTo>
                    <a:pt x="1" y="65"/>
                    <a:pt x="1" y="125"/>
                    <a:pt x="37" y="162"/>
                  </a:cubicBezTo>
                  <a:cubicBezTo>
                    <a:pt x="55" y="181"/>
                    <a:pt x="80" y="190"/>
                    <a:pt x="104" y="190"/>
                  </a:cubicBezTo>
                  <a:cubicBezTo>
                    <a:pt x="128" y="190"/>
                    <a:pt x="153" y="181"/>
                    <a:pt x="171" y="162"/>
                  </a:cubicBezTo>
                  <a:cubicBezTo>
                    <a:pt x="208" y="126"/>
                    <a:pt x="208" y="66"/>
                    <a:pt x="171" y="28"/>
                  </a:cubicBezTo>
                  <a:cubicBezTo>
                    <a:pt x="153" y="10"/>
                    <a:pt x="129" y="0"/>
                    <a:pt x="105" y="0"/>
                  </a:cubicBezTo>
                  <a:close/>
                </a:path>
              </a:pathLst>
            </a:custGeom>
            <a:solidFill>
              <a:srgbClr val="FBFFFF">
                <a:alpha val="4747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09" name="Google Shape;1409;p50">
              <a:extLst>
                <a:ext uri="{FF2B5EF4-FFF2-40B4-BE49-F238E27FC236}">
                  <a16:creationId xmlns:a16="http://schemas.microsoft.com/office/drawing/2014/main" id="{26818B01-4743-740B-F893-067965C3DBDC}"/>
                </a:ext>
              </a:extLst>
            </p:cNvPr>
            <p:cNvSpPr/>
            <p:nvPr/>
          </p:nvSpPr>
          <p:spPr>
            <a:xfrm>
              <a:off x="6872138" y="580310"/>
              <a:ext cx="155911" cy="151324"/>
            </a:xfrm>
            <a:custGeom>
              <a:avLst/>
              <a:gdLst/>
              <a:ahLst/>
              <a:cxnLst/>
              <a:rect l="l" t="t" r="r" b="b"/>
              <a:pathLst>
                <a:path w="1087" h="1055" extrusionOk="0">
                  <a:moveTo>
                    <a:pt x="92" y="1"/>
                  </a:moveTo>
                  <a:lnTo>
                    <a:pt x="0" y="93"/>
                  </a:lnTo>
                  <a:lnTo>
                    <a:pt x="962" y="1054"/>
                  </a:lnTo>
                  <a:cubicBezTo>
                    <a:pt x="1007" y="1049"/>
                    <a:pt x="1053" y="1030"/>
                    <a:pt x="1087" y="995"/>
                  </a:cubicBezTo>
                  <a:lnTo>
                    <a:pt x="92" y="1"/>
                  </a:ln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10" name="Google Shape;1410;p50">
              <a:extLst>
                <a:ext uri="{FF2B5EF4-FFF2-40B4-BE49-F238E27FC236}">
                  <a16:creationId xmlns:a16="http://schemas.microsoft.com/office/drawing/2014/main" id="{6FF68E08-2A95-112C-73C2-995ECD573F4E}"/>
                </a:ext>
              </a:extLst>
            </p:cNvPr>
            <p:cNvSpPr/>
            <p:nvPr/>
          </p:nvSpPr>
          <p:spPr>
            <a:xfrm>
              <a:off x="7050570" y="778536"/>
              <a:ext cx="115607" cy="97392"/>
            </a:xfrm>
            <a:custGeom>
              <a:avLst/>
              <a:gdLst/>
              <a:ahLst/>
              <a:cxnLst/>
              <a:rect l="l" t="t" r="r" b="b"/>
              <a:pathLst>
                <a:path w="806" h="679" extrusionOk="0">
                  <a:moveTo>
                    <a:pt x="375" y="0"/>
                  </a:moveTo>
                  <a:cubicBezTo>
                    <a:pt x="364" y="14"/>
                    <a:pt x="353" y="26"/>
                    <a:pt x="340" y="38"/>
                  </a:cubicBezTo>
                  <a:cubicBezTo>
                    <a:pt x="243" y="135"/>
                    <a:pt x="128" y="210"/>
                    <a:pt x="0" y="259"/>
                  </a:cubicBezTo>
                  <a:lnTo>
                    <a:pt x="161" y="678"/>
                  </a:lnTo>
                  <a:cubicBezTo>
                    <a:pt x="348" y="606"/>
                    <a:pt x="516" y="498"/>
                    <a:pt x="659" y="354"/>
                  </a:cubicBezTo>
                  <a:cubicBezTo>
                    <a:pt x="712" y="301"/>
                    <a:pt x="761" y="242"/>
                    <a:pt x="805" y="181"/>
                  </a:cubicBezTo>
                  <a:lnTo>
                    <a:pt x="37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11" name="Google Shape;1411;p50">
              <a:extLst>
                <a:ext uri="{FF2B5EF4-FFF2-40B4-BE49-F238E27FC236}">
                  <a16:creationId xmlns:a16="http://schemas.microsoft.com/office/drawing/2014/main" id="{4F37812E-0C16-FBD9-FA03-CAC7D2F8356A}"/>
                </a:ext>
              </a:extLst>
            </p:cNvPr>
            <p:cNvSpPr/>
            <p:nvPr/>
          </p:nvSpPr>
          <p:spPr>
            <a:xfrm>
              <a:off x="7151118" y="826873"/>
              <a:ext cx="161505" cy="149746"/>
            </a:xfrm>
            <a:custGeom>
              <a:avLst/>
              <a:gdLst/>
              <a:ahLst/>
              <a:cxnLst/>
              <a:rect l="l" t="t" r="r" b="b"/>
              <a:pathLst>
                <a:path w="1126" h="1044" extrusionOk="0">
                  <a:moveTo>
                    <a:pt x="1032" y="0"/>
                  </a:moveTo>
                  <a:cubicBezTo>
                    <a:pt x="764" y="58"/>
                    <a:pt x="519" y="192"/>
                    <a:pt x="324" y="386"/>
                  </a:cubicBezTo>
                  <a:cubicBezTo>
                    <a:pt x="181" y="530"/>
                    <a:pt x="72" y="699"/>
                    <a:pt x="1" y="886"/>
                  </a:cubicBezTo>
                  <a:lnTo>
                    <a:pt x="419" y="1044"/>
                  </a:lnTo>
                  <a:cubicBezTo>
                    <a:pt x="468" y="916"/>
                    <a:pt x="543" y="801"/>
                    <a:pt x="641" y="704"/>
                  </a:cubicBezTo>
                  <a:cubicBezTo>
                    <a:pt x="775" y="570"/>
                    <a:pt x="943" y="477"/>
                    <a:pt x="1125" y="439"/>
                  </a:cubicBezTo>
                  <a:lnTo>
                    <a:pt x="1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12" name="Google Shape;1412;p50">
              <a:extLst>
                <a:ext uri="{FF2B5EF4-FFF2-40B4-BE49-F238E27FC236}">
                  <a16:creationId xmlns:a16="http://schemas.microsoft.com/office/drawing/2014/main" id="{8E5EC613-B87D-FBB8-8BFE-909F11835E15}"/>
                </a:ext>
              </a:extLst>
            </p:cNvPr>
            <p:cNvSpPr/>
            <p:nvPr/>
          </p:nvSpPr>
          <p:spPr>
            <a:xfrm>
              <a:off x="7248509" y="548037"/>
              <a:ext cx="141281" cy="214005"/>
            </a:xfrm>
            <a:custGeom>
              <a:avLst/>
              <a:gdLst/>
              <a:ahLst/>
              <a:cxnLst/>
              <a:rect l="l" t="t" r="r" b="b"/>
              <a:pathLst>
                <a:path w="985" h="1492" extrusionOk="0">
                  <a:moveTo>
                    <a:pt x="290" y="0"/>
                  </a:moveTo>
                  <a:cubicBezTo>
                    <a:pt x="258" y="0"/>
                    <a:pt x="225" y="7"/>
                    <a:pt x="193" y="20"/>
                  </a:cubicBezTo>
                  <a:cubicBezTo>
                    <a:pt x="64" y="73"/>
                    <a:pt x="1" y="223"/>
                    <a:pt x="54" y="354"/>
                  </a:cubicBezTo>
                  <a:lnTo>
                    <a:pt x="457" y="1334"/>
                  </a:lnTo>
                  <a:cubicBezTo>
                    <a:pt x="498" y="1432"/>
                    <a:pt x="593" y="1492"/>
                    <a:pt x="694" y="1492"/>
                  </a:cubicBezTo>
                  <a:cubicBezTo>
                    <a:pt x="727" y="1492"/>
                    <a:pt x="760" y="1486"/>
                    <a:pt x="792" y="1473"/>
                  </a:cubicBezTo>
                  <a:cubicBezTo>
                    <a:pt x="922" y="1419"/>
                    <a:pt x="984" y="1270"/>
                    <a:pt x="931" y="1138"/>
                  </a:cubicBezTo>
                  <a:lnTo>
                    <a:pt x="527" y="159"/>
                  </a:lnTo>
                  <a:cubicBezTo>
                    <a:pt x="486" y="60"/>
                    <a:pt x="391" y="0"/>
                    <a:pt x="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13" name="Google Shape;1413;p50">
              <a:extLst>
                <a:ext uri="{FF2B5EF4-FFF2-40B4-BE49-F238E27FC236}">
                  <a16:creationId xmlns:a16="http://schemas.microsoft.com/office/drawing/2014/main" id="{8E6DE1D2-93DA-9D76-A1B1-D8DC0C84DDB8}"/>
                </a:ext>
              </a:extLst>
            </p:cNvPr>
            <p:cNvSpPr/>
            <p:nvPr/>
          </p:nvSpPr>
          <p:spPr>
            <a:xfrm>
              <a:off x="7157285" y="639261"/>
              <a:ext cx="141281" cy="214148"/>
            </a:xfrm>
            <a:custGeom>
              <a:avLst/>
              <a:gdLst/>
              <a:ahLst/>
              <a:cxnLst/>
              <a:rect l="l" t="t" r="r" b="b"/>
              <a:pathLst>
                <a:path w="985" h="1493" extrusionOk="0">
                  <a:moveTo>
                    <a:pt x="290" y="1"/>
                  </a:moveTo>
                  <a:cubicBezTo>
                    <a:pt x="258" y="1"/>
                    <a:pt x="225" y="7"/>
                    <a:pt x="193" y="20"/>
                  </a:cubicBezTo>
                  <a:cubicBezTo>
                    <a:pt x="61" y="73"/>
                    <a:pt x="0" y="223"/>
                    <a:pt x="54" y="354"/>
                  </a:cubicBezTo>
                  <a:lnTo>
                    <a:pt x="457" y="1334"/>
                  </a:lnTo>
                  <a:cubicBezTo>
                    <a:pt x="497" y="1433"/>
                    <a:pt x="593" y="1492"/>
                    <a:pt x="694" y="1492"/>
                  </a:cubicBezTo>
                  <a:cubicBezTo>
                    <a:pt x="726" y="1492"/>
                    <a:pt x="760" y="1486"/>
                    <a:pt x="792" y="1473"/>
                  </a:cubicBezTo>
                  <a:cubicBezTo>
                    <a:pt x="922" y="1420"/>
                    <a:pt x="984" y="1270"/>
                    <a:pt x="931" y="1138"/>
                  </a:cubicBezTo>
                  <a:lnTo>
                    <a:pt x="526" y="159"/>
                  </a:lnTo>
                  <a:cubicBezTo>
                    <a:pt x="486" y="60"/>
                    <a:pt x="390" y="1"/>
                    <a:pt x="2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14" name="Google Shape;1414;p50">
              <a:extLst>
                <a:ext uri="{FF2B5EF4-FFF2-40B4-BE49-F238E27FC236}">
                  <a16:creationId xmlns:a16="http://schemas.microsoft.com/office/drawing/2014/main" id="{740B2DB6-4AFF-96D1-2694-24138ED52797}"/>
                </a:ext>
              </a:extLst>
            </p:cNvPr>
            <p:cNvSpPr/>
            <p:nvPr/>
          </p:nvSpPr>
          <p:spPr>
            <a:xfrm>
              <a:off x="7332849" y="463554"/>
              <a:ext cx="141424" cy="214005"/>
            </a:xfrm>
            <a:custGeom>
              <a:avLst/>
              <a:gdLst/>
              <a:ahLst/>
              <a:cxnLst/>
              <a:rect l="l" t="t" r="r" b="b"/>
              <a:pathLst>
                <a:path w="986" h="1492" extrusionOk="0">
                  <a:moveTo>
                    <a:pt x="292" y="0"/>
                  </a:moveTo>
                  <a:cubicBezTo>
                    <a:pt x="259" y="0"/>
                    <a:pt x="226" y="6"/>
                    <a:pt x="194" y="19"/>
                  </a:cubicBezTo>
                  <a:cubicBezTo>
                    <a:pt x="64" y="73"/>
                    <a:pt x="1" y="223"/>
                    <a:pt x="55" y="353"/>
                  </a:cubicBezTo>
                  <a:lnTo>
                    <a:pt x="459" y="1334"/>
                  </a:lnTo>
                  <a:cubicBezTo>
                    <a:pt x="500" y="1432"/>
                    <a:pt x="595" y="1492"/>
                    <a:pt x="696" y="1492"/>
                  </a:cubicBezTo>
                  <a:cubicBezTo>
                    <a:pt x="728" y="1492"/>
                    <a:pt x="761" y="1486"/>
                    <a:pt x="793" y="1473"/>
                  </a:cubicBezTo>
                  <a:cubicBezTo>
                    <a:pt x="925" y="1419"/>
                    <a:pt x="986" y="1269"/>
                    <a:pt x="932" y="1138"/>
                  </a:cubicBezTo>
                  <a:lnTo>
                    <a:pt x="528" y="158"/>
                  </a:lnTo>
                  <a:cubicBezTo>
                    <a:pt x="488" y="59"/>
                    <a:pt x="392" y="0"/>
                    <a:pt x="2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15" name="Google Shape;1415;p50">
              <a:extLst>
                <a:ext uri="{FF2B5EF4-FFF2-40B4-BE49-F238E27FC236}">
                  <a16:creationId xmlns:a16="http://schemas.microsoft.com/office/drawing/2014/main" id="{F35E9845-380E-61F5-1F32-3A0DA753AEB3}"/>
                </a:ext>
              </a:extLst>
            </p:cNvPr>
            <p:cNvSpPr/>
            <p:nvPr/>
          </p:nvSpPr>
          <p:spPr>
            <a:xfrm>
              <a:off x="6807019" y="1082473"/>
              <a:ext cx="143576" cy="134399"/>
            </a:xfrm>
            <a:custGeom>
              <a:avLst/>
              <a:gdLst/>
              <a:ahLst/>
              <a:cxnLst/>
              <a:rect l="l" t="t" r="r" b="b"/>
              <a:pathLst>
                <a:path w="1001" h="937" extrusionOk="0">
                  <a:moveTo>
                    <a:pt x="634" y="1"/>
                  </a:moveTo>
                  <a:cubicBezTo>
                    <a:pt x="548" y="1"/>
                    <a:pt x="463" y="33"/>
                    <a:pt x="397" y="99"/>
                  </a:cubicBezTo>
                  <a:lnTo>
                    <a:pt x="130" y="366"/>
                  </a:lnTo>
                  <a:cubicBezTo>
                    <a:pt x="0" y="496"/>
                    <a:pt x="0" y="707"/>
                    <a:pt x="130" y="838"/>
                  </a:cubicBezTo>
                  <a:cubicBezTo>
                    <a:pt x="196" y="904"/>
                    <a:pt x="282" y="937"/>
                    <a:pt x="367" y="937"/>
                  </a:cubicBezTo>
                  <a:cubicBezTo>
                    <a:pt x="453" y="937"/>
                    <a:pt x="539" y="904"/>
                    <a:pt x="604" y="838"/>
                  </a:cubicBezTo>
                  <a:lnTo>
                    <a:pt x="870" y="572"/>
                  </a:lnTo>
                  <a:cubicBezTo>
                    <a:pt x="1001" y="441"/>
                    <a:pt x="1001" y="230"/>
                    <a:pt x="870" y="99"/>
                  </a:cubicBezTo>
                  <a:cubicBezTo>
                    <a:pt x="805" y="33"/>
                    <a:pt x="719" y="1"/>
                    <a:pt x="6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16" name="Google Shape;1416;p50">
              <a:extLst>
                <a:ext uri="{FF2B5EF4-FFF2-40B4-BE49-F238E27FC236}">
                  <a16:creationId xmlns:a16="http://schemas.microsoft.com/office/drawing/2014/main" id="{5FE1DA95-2C31-5AF0-F9A6-04EDDDC930BC}"/>
                </a:ext>
              </a:extLst>
            </p:cNvPr>
            <p:cNvSpPr/>
            <p:nvPr/>
          </p:nvSpPr>
          <p:spPr>
            <a:xfrm>
              <a:off x="6832837" y="946067"/>
              <a:ext cx="249286" cy="249147"/>
            </a:xfrm>
            <a:custGeom>
              <a:avLst/>
              <a:gdLst/>
              <a:ahLst/>
              <a:cxnLst/>
              <a:rect l="l" t="t" r="r" b="b"/>
              <a:pathLst>
                <a:path w="1738" h="1737" extrusionOk="0">
                  <a:moveTo>
                    <a:pt x="1189" y="0"/>
                  </a:moveTo>
                  <a:lnTo>
                    <a:pt x="1" y="1188"/>
                  </a:lnTo>
                  <a:lnTo>
                    <a:pt x="549" y="1737"/>
                  </a:lnTo>
                  <a:lnTo>
                    <a:pt x="1737" y="549"/>
                  </a:lnTo>
                  <a:lnTo>
                    <a:pt x="11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17" name="Google Shape;1417;p50">
              <a:extLst>
                <a:ext uri="{FF2B5EF4-FFF2-40B4-BE49-F238E27FC236}">
                  <a16:creationId xmlns:a16="http://schemas.microsoft.com/office/drawing/2014/main" id="{71A69744-FC73-7531-F01E-FD2BA433C7AA}"/>
                </a:ext>
              </a:extLst>
            </p:cNvPr>
            <p:cNvSpPr/>
            <p:nvPr/>
          </p:nvSpPr>
          <p:spPr>
            <a:xfrm>
              <a:off x="6818350" y="1079031"/>
              <a:ext cx="132962" cy="129522"/>
            </a:xfrm>
            <a:custGeom>
              <a:avLst/>
              <a:gdLst/>
              <a:ahLst/>
              <a:cxnLst/>
              <a:rect l="l" t="t" r="r" b="b"/>
              <a:pathLst>
                <a:path w="927" h="903" extrusionOk="0">
                  <a:moveTo>
                    <a:pt x="134" y="1"/>
                  </a:moveTo>
                  <a:cubicBezTo>
                    <a:pt x="103" y="1"/>
                    <a:pt x="72" y="13"/>
                    <a:pt x="48" y="37"/>
                  </a:cubicBezTo>
                  <a:cubicBezTo>
                    <a:pt x="0" y="85"/>
                    <a:pt x="0" y="161"/>
                    <a:pt x="48" y="209"/>
                  </a:cubicBezTo>
                  <a:lnTo>
                    <a:pt x="706" y="866"/>
                  </a:lnTo>
                  <a:cubicBezTo>
                    <a:pt x="730" y="890"/>
                    <a:pt x="761" y="903"/>
                    <a:pt x="792" y="903"/>
                  </a:cubicBezTo>
                  <a:cubicBezTo>
                    <a:pt x="823" y="903"/>
                    <a:pt x="854" y="890"/>
                    <a:pt x="878" y="866"/>
                  </a:cubicBezTo>
                  <a:cubicBezTo>
                    <a:pt x="926" y="818"/>
                    <a:pt x="926" y="740"/>
                    <a:pt x="878" y="694"/>
                  </a:cubicBezTo>
                  <a:lnTo>
                    <a:pt x="220" y="37"/>
                  </a:lnTo>
                  <a:cubicBezTo>
                    <a:pt x="196" y="13"/>
                    <a:pt x="165" y="1"/>
                    <a:pt x="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18" name="Google Shape;1418;p50">
              <a:extLst>
                <a:ext uri="{FF2B5EF4-FFF2-40B4-BE49-F238E27FC236}">
                  <a16:creationId xmlns:a16="http://schemas.microsoft.com/office/drawing/2014/main" id="{58505782-7D64-0132-86EC-D74BF25400EE}"/>
                </a:ext>
              </a:extLst>
            </p:cNvPr>
            <p:cNvSpPr/>
            <p:nvPr/>
          </p:nvSpPr>
          <p:spPr>
            <a:xfrm>
              <a:off x="6867692" y="1029402"/>
              <a:ext cx="133105" cy="129522"/>
            </a:xfrm>
            <a:custGeom>
              <a:avLst/>
              <a:gdLst/>
              <a:ahLst/>
              <a:cxnLst/>
              <a:rect l="l" t="t" r="r" b="b"/>
              <a:pathLst>
                <a:path w="928" h="903" extrusionOk="0">
                  <a:moveTo>
                    <a:pt x="135" y="0"/>
                  </a:moveTo>
                  <a:cubicBezTo>
                    <a:pt x="104" y="0"/>
                    <a:pt x="73" y="12"/>
                    <a:pt x="49" y="36"/>
                  </a:cubicBezTo>
                  <a:cubicBezTo>
                    <a:pt x="0" y="84"/>
                    <a:pt x="0" y="160"/>
                    <a:pt x="49" y="208"/>
                  </a:cubicBezTo>
                  <a:lnTo>
                    <a:pt x="706" y="866"/>
                  </a:lnTo>
                  <a:cubicBezTo>
                    <a:pt x="730" y="890"/>
                    <a:pt x="761" y="902"/>
                    <a:pt x="792" y="902"/>
                  </a:cubicBezTo>
                  <a:cubicBezTo>
                    <a:pt x="824" y="902"/>
                    <a:pt x="855" y="890"/>
                    <a:pt x="879" y="866"/>
                  </a:cubicBezTo>
                  <a:cubicBezTo>
                    <a:pt x="928" y="819"/>
                    <a:pt x="928" y="742"/>
                    <a:pt x="879" y="694"/>
                  </a:cubicBezTo>
                  <a:lnTo>
                    <a:pt x="221" y="36"/>
                  </a:lnTo>
                  <a:cubicBezTo>
                    <a:pt x="197" y="12"/>
                    <a:pt x="166" y="0"/>
                    <a:pt x="1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19" name="Google Shape;1419;p50">
              <a:extLst>
                <a:ext uri="{FF2B5EF4-FFF2-40B4-BE49-F238E27FC236}">
                  <a16:creationId xmlns:a16="http://schemas.microsoft.com/office/drawing/2014/main" id="{363D089C-326A-A935-C4A6-892C2CC9975E}"/>
                </a:ext>
              </a:extLst>
            </p:cNvPr>
            <p:cNvSpPr/>
            <p:nvPr/>
          </p:nvSpPr>
          <p:spPr>
            <a:xfrm>
              <a:off x="6917320" y="979774"/>
              <a:ext cx="132818" cy="129665"/>
            </a:xfrm>
            <a:custGeom>
              <a:avLst/>
              <a:gdLst/>
              <a:ahLst/>
              <a:cxnLst/>
              <a:rect l="l" t="t" r="r" b="b"/>
              <a:pathLst>
                <a:path w="926" h="904" extrusionOk="0">
                  <a:moveTo>
                    <a:pt x="135" y="1"/>
                  </a:moveTo>
                  <a:cubicBezTo>
                    <a:pt x="104" y="1"/>
                    <a:pt x="73" y="13"/>
                    <a:pt x="49" y="37"/>
                  </a:cubicBezTo>
                  <a:cubicBezTo>
                    <a:pt x="1" y="85"/>
                    <a:pt x="1" y="162"/>
                    <a:pt x="49" y="210"/>
                  </a:cubicBezTo>
                  <a:lnTo>
                    <a:pt x="707" y="868"/>
                  </a:lnTo>
                  <a:cubicBezTo>
                    <a:pt x="731" y="892"/>
                    <a:pt x="762" y="904"/>
                    <a:pt x="793" y="904"/>
                  </a:cubicBezTo>
                  <a:cubicBezTo>
                    <a:pt x="824" y="904"/>
                    <a:pt x="855" y="892"/>
                    <a:pt x="879" y="868"/>
                  </a:cubicBezTo>
                  <a:cubicBezTo>
                    <a:pt x="926" y="821"/>
                    <a:pt x="926" y="743"/>
                    <a:pt x="879" y="694"/>
                  </a:cubicBezTo>
                  <a:lnTo>
                    <a:pt x="221" y="37"/>
                  </a:lnTo>
                  <a:cubicBezTo>
                    <a:pt x="197" y="13"/>
                    <a:pt x="166" y="1"/>
                    <a:pt x="1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20" name="Google Shape;1420;p50">
              <a:extLst>
                <a:ext uri="{FF2B5EF4-FFF2-40B4-BE49-F238E27FC236}">
                  <a16:creationId xmlns:a16="http://schemas.microsoft.com/office/drawing/2014/main" id="{26755D59-5697-BF5C-7A84-8FBC1C4521A4}"/>
                </a:ext>
              </a:extLst>
            </p:cNvPr>
            <p:cNvSpPr/>
            <p:nvPr/>
          </p:nvSpPr>
          <p:spPr>
            <a:xfrm>
              <a:off x="6961067" y="914225"/>
              <a:ext cx="153042" cy="152902"/>
            </a:xfrm>
            <a:custGeom>
              <a:avLst/>
              <a:gdLst/>
              <a:ahLst/>
              <a:cxnLst/>
              <a:rect l="l" t="t" r="r" b="b"/>
              <a:pathLst>
                <a:path w="1067" h="1066" extrusionOk="0">
                  <a:moveTo>
                    <a:pt x="236" y="1"/>
                  </a:moveTo>
                  <a:lnTo>
                    <a:pt x="1" y="236"/>
                  </a:lnTo>
                  <a:lnTo>
                    <a:pt x="830" y="1066"/>
                  </a:lnTo>
                  <a:lnTo>
                    <a:pt x="1067" y="831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21" name="Google Shape;1421;p50">
              <a:extLst>
                <a:ext uri="{FF2B5EF4-FFF2-40B4-BE49-F238E27FC236}">
                  <a16:creationId xmlns:a16="http://schemas.microsoft.com/office/drawing/2014/main" id="{420077B2-0E38-1EBE-A87E-F91065345BEB}"/>
                </a:ext>
              </a:extLst>
            </p:cNvPr>
            <p:cNvSpPr/>
            <p:nvPr/>
          </p:nvSpPr>
          <p:spPr>
            <a:xfrm>
              <a:off x="6995348" y="826586"/>
              <a:ext cx="205969" cy="205973"/>
            </a:xfrm>
            <a:custGeom>
              <a:avLst/>
              <a:gdLst/>
              <a:ahLst/>
              <a:cxnLst/>
              <a:rect l="l" t="t" r="r" b="b"/>
              <a:pathLst>
                <a:path w="1436" h="1436" extrusionOk="0">
                  <a:moveTo>
                    <a:pt x="0" y="0"/>
                  </a:moveTo>
                  <a:cubicBezTo>
                    <a:pt x="168" y="168"/>
                    <a:pt x="168" y="442"/>
                    <a:pt x="0" y="611"/>
                  </a:cubicBezTo>
                  <a:lnTo>
                    <a:pt x="414" y="1025"/>
                  </a:lnTo>
                  <a:lnTo>
                    <a:pt x="825" y="1435"/>
                  </a:lnTo>
                  <a:cubicBezTo>
                    <a:pt x="909" y="1351"/>
                    <a:pt x="1019" y="1309"/>
                    <a:pt x="1130" y="1309"/>
                  </a:cubicBezTo>
                  <a:cubicBezTo>
                    <a:pt x="1241" y="1309"/>
                    <a:pt x="1351" y="1351"/>
                    <a:pt x="1435" y="1435"/>
                  </a:cubicBezTo>
                  <a:lnTo>
                    <a:pt x="720" y="7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22" name="Google Shape;1422;p50">
              <a:extLst>
                <a:ext uri="{FF2B5EF4-FFF2-40B4-BE49-F238E27FC236}">
                  <a16:creationId xmlns:a16="http://schemas.microsoft.com/office/drawing/2014/main" id="{5818C684-712F-9F74-B08C-43B70787F3FC}"/>
                </a:ext>
              </a:extLst>
            </p:cNvPr>
            <p:cNvSpPr/>
            <p:nvPr/>
          </p:nvSpPr>
          <p:spPr>
            <a:xfrm>
              <a:off x="6994774" y="797469"/>
              <a:ext cx="235516" cy="235377"/>
            </a:xfrm>
            <a:custGeom>
              <a:avLst/>
              <a:gdLst/>
              <a:ahLst/>
              <a:cxnLst/>
              <a:rect l="l" t="t" r="r" b="b"/>
              <a:pathLst>
                <a:path w="1642" h="1641" extrusionOk="0">
                  <a:moveTo>
                    <a:pt x="205" y="0"/>
                  </a:moveTo>
                  <a:lnTo>
                    <a:pt x="1" y="204"/>
                  </a:lnTo>
                  <a:lnTo>
                    <a:pt x="1437" y="1640"/>
                  </a:lnTo>
                  <a:lnTo>
                    <a:pt x="1641" y="1436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23" name="Google Shape;1423;p50">
              <a:extLst>
                <a:ext uri="{FF2B5EF4-FFF2-40B4-BE49-F238E27FC236}">
                  <a16:creationId xmlns:a16="http://schemas.microsoft.com/office/drawing/2014/main" id="{B9212F3A-5C86-1CC5-E85D-97558B30FA41}"/>
                </a:ext>
              </a:extLst>
            </p:cNvPr>
            <p:cNvSpPr/>
            <p:nvPr/>
          </p:nvSpPr>
          <p:spPr>
            <a:xfrm>
              <a:off x="7024322" y="767922"/>
              <a:ext cx="235373" cy="235233"/>
            </a:xfrm>
            <a:custGeom>
              <a:avLst/>
              <a:gdLst/>
              <a:ahLst/>
              <a:cxnLst/>
              <a:rect l="l" t="t" r="r" b="b"/>
              <a:pathLst>
                <a:path w="1641" h="1640" extrusionOk="0">
                  <a:moveTo>
                    <a:pt x="204" y="1"/>
                  </a:moveTo>
                  <a:lnTo>
                    <a:pt x="0" y="205"/>
                  </a:lnTo>
                  <a:lnTo>
                    <a:pt x="1436" y="1640"/>
                  </a:lnTo>
                  <a:lnTo>
                    <a:pt x="1641" y="1436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24" name="Google Shape;1424;p50">
              <a:extLst>
                <a:ext uri="{FF2B5EF4-FFF2-40B4-BE49-F238E27FC236}">
                  <a16:creationId xmlns:a16="http://schemas.microsoft.com/office/drawing/2014/main" id="{9A897885-902A-C192-AF6A-24F1B0E75361}"/>
                </a:ext>
              </a:extLst>
            </p:cNvPr>
            <p:cNvSpPr/>
            <p:nvPr/>
          </p:nvSpPr>
          <p:spPr>
            <a:xfrm>
              <a:off x="7017724" y="790871"/>
              <a:ext cx="219165" cy="219169"/>
            </a:xfrm>
            <a:custGeom>
              <a:avLst/>
              <a:gdLst/>
              <a:ahLst/>
              <a:cxnLst/>
              <a:rect l="l" t="t" r="r" b="b"/>
              <a:pathLst>
                <a:path w="1528" h="1528" extrusionOk="0">
                  <a:moveTo>
                    <a:pt x="91" y="0"/>
                  </a:moveTo>
                  <a:lnTo>
                    <a:pt x="0" y="91"/>
                  </a:lnTo>
                  <a:lnTo>
                    <a:pt x="1436" y="1527"/>
                  </a:lnTo>
                  <a:lnTo>
                    <a:pt x="1527" y="1436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25" name="Google Shape;1425;p50">
              <a:extLst>
                <a:ext uri="{FF2B5EF4-FFF2-40B4-BE49-F238E27FC236}">
                  <a16:creationId xmlns:a16="http://schemas.microsoft.com/office/drawing/2014/main" id="{EC7EAB6F-D9DE-613F-C6E2-A420FAA0493C}"/>
                </a:ext>
              </a:extLst>
            </p:cNvPr>
            <p:cNvSpPr/>
            <p:nvPr/>
          </p:nvSpPr>
          <p:spPr>
            <a:xfrm>
              <a:off x="7064483" y="732063"/>
              <a:ext cx="288586" cy="158352"/>
            </a:xfrm>
            <a:custGeom>
              <a:avLst/>
              <a:gdLst/>
              <a:ahLst/>
              <a:cxnLst/>
              <a:rect l="l" t="t" r="r" b="b"/>
              <a:pathLst>
                <a:path w="2012" h="1104" extrusionOk="0">
                  <a:moveTo>
                    <a:pt x="290" y="1"/>
                  </a:moveTo>
                  <a:cubicBezTo>
                    <a:pt x="190" y="1"/>
                    <a:pt x="94" y="60"/>
                    <a:pt x="54" y="159"/>
                  </a:cubicBezTo>
                  <a:cubicBezTo>
                    <a:pt x="0" y="289"/>
                    <a:pt x="61" y="440"/>
                    <a:pt x="193" y="493"/>
                  </a:cubicBezTo>
                  <a:lnTo>
                    <a:pt x="1626" y="1084"/>
                  </a:lnTo>
                  <a:cubicBezTo>
                    <a:pt x="1658" y="1097"/>
                    <a:pt x="1691" y="1103"/>
                    <a:pt x="1723" y="1103"/>
                  </a:cubicBezTo>
                  <a:cubicBezTo>
                    <a:pt x="1824" y="1103"/>
                    <a:pt x="1919" y="1044"/>
                    <a:pt x="1958" y="945"/>
                  </a:cubicBezTo>
                  <a:cubicBezTo>
                    <a:pt x="2012" y="814"/>
                    <a:pt x="1950" y="663"/>
                    <a:pt x="1819" y="610"/>
                  </a:cubicBezTo>
                  <a:lnTo>
                    <a:pt x="388" y="20"/>
                  </a:lnTo>
                  <a:cubicBezTo>
                    <a:pt x="356" y="7"/>
                    <a:pt x="323" y="1"/>
                    <a:pt x="2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26" name="Google Shape;1426;p50">
              <a:extLst>
                <a:ext uri="{FF2B5EF4-FFF2-40B4-BE49-F238E27FC236}">
                  <a16:creationId xmlns:a16="http://schemas.microsoft.com/office/drawing/2014/main" id="{25926636-D748-ACEF-2DD9-C18E65B65953}"/>
                </a:ext>
              </a:extLst>
            </p:cNvPr>
            <p:cNvSpPr/>
            <p:nvPr/>
          </p:nvSpPr>
          <p:spPr>
            <a:xfrm>
              <a:off x="7157429" y="639261"/>
              <a:ext cx="288586" cy="158352"/>
            </a:xfrm>
            <a:custGeom>
              <a:avLst/>
              <a:gdLst/>
              <a:ahLst/>
              <a:cxnLst/>
              <a:rect l="l" t="t" r="r" b="b"/>
              <a:pathLst>
                <a:path w="2012" h="1104" extrusionOk="0">
                  <a:moveTo>
                    <a:pt x="290" y="1"/>
                  </a:moveTo>
                  <a:cubicBezTo>
                    <a:pt x="190" y="1"/>
                    <a:pt x="94" y="60"/>
                    <a:pt x="54" y="159"/>
                  </a:cubicBezTo>
                  <a:cubicBezTo>
                    <a:pt x="0" y="290"/>
                    <a:pt x="62" y="440"/>
                    <a:pt x="193" y="493"/>
                  </a:cubicBezTo>
                  <a:lnTo>
                    <a:pt x="1625" y="1084"/>
                  </a:lnTo>
                  <a:cubicBezTo>
                    <a:pt x="1657" y="1097"/>
                    <a:pt x="1690" y="1103"/>
                    <a:pt x="1722" y="1103"/>
                  </a:cubicBezTo>
                  <a:cubicBezTo>
                    <a:pt x="1823" y="1103"/>
                    <a:pt x="1918" y="1044"/>
                    <a:pt x="1958" y="945"/>
                  </a:cubicBezTo>
                  <a:cubicBezTo>
                    <a:pt x="2012" y="814"/>
                    <a:pt x="1951" y="665"/>
                    <a:pt x="1819" y="611"/>
                  </a:cubicBezTo>
                  <a:lnTo>
                    <a:pt x="388" y="20"/>
                  </a:lnTo>
                  <a:cubicBezTo>
                    <a:pt x="356" y="7"/>
                    <a:pt x="323" y="1"/>
                    <a:pt x="2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27" name="Google Shape;1427;p50">
              <a:extLst>
                <a:ext uri="{FF2B5EF4-FFF2-40B4-BE49-F238E27FC236}">
                  <a16:creationId xmlns:a16="http://schemas.microsoft.com/office/drawing/2014/main" id="{30925AAE-2C44-2D04-3810-5315D7FE3895}"/>
                </a:ext>
              </a:extLst>
            </p:cNvPr>
            <p:cNvSpPr/>
            <p:nvPr/>
          </p:nvSpPr>
          <p:spPr>
            <a:xfrm>
              <a:off x="7248796" y="547894"/>
              <a:ext cx="288873" cy="158352"/>
            </a:xfrm>
            <a:custGeom>
              <a:avLst/>
              <a:gdLst/>
              <a:ahLst/>
              <a:cxnLst/>
              <a:rect l="l" t="t" r="r" b="b"/>
              <a:pathLst>
                <a:path w="2014" h="1104" extrusionOk="0">
                  <a:moveTo>
                    <a:pt x="291" y="0"/>
                  </a:moveTo>
                  <a:cubicBezTo>
                    <a:pt x="190" y="0"/>
                    <a:pt x="95" y="59"/>
                    <a:pt x="54" y="158"/>
                  </a:cubicBezTo>
                  <a:cubicBezTo>
                    <a:pt x="1" y="289"/>
                    <a:pt x="63" y="439"/>
                    <a:pt x="193" y="492"/>
                  </a:cubicBezTo>
                  <a:lnTo>
                    <a:pt x="1625" y="1083"/>
                  </a:lnTo>
                  <a:cubicBezTo>
                    <a:pt x="1657" y="1097"/>
                    <a:pt x="1690" y="1103"/>
                    <a:pt x="1722" y="1103"/>
                  </a:cubicBezTo>
                  <a:cubicBezTo>
                    <a:pt x="1822" y="1103"/>
                    <a:pt x="1918" y="1043"/>
                    <a:pt x="1960" y="944"/>
                  </a:cubicBezTo>
                  <a:cubicBezTo>
                    <a:pt x="2013" y="813"/>
                    <a:pt x="1951" y="663"/>
                    <a:pt x="1821" y="610"/>
                  </a:cubicBezTo>
                  <a:lnTo>
                    <a:pt x="389" y="19"/>
                  </a:lnTo>
                  <a:cubicBezTo>
                    <a:pt x="357" y="6"/>
                    <a:pt x="323" y="0"/>
                    <a:pt x="2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28" name="Google Shape;1428;p50">
              <a:extLst>
                <a:ext uri="{FF2B5EF4-FFF2-40B4-BE49-F238E27FC236}">
                  <a16:creationId xmlns:a16="http://schemas.microsoft.com/office/drawing/2014/main" id="{EDCCAE14-68E5-A0B6-A8BC-21D82E5F4A57}"/>
                </a:ext>
              </a:extLst>
            </p:cNvPr>
            <p:cNvSpPr/>
            <p:nvPr/>
          </p:nvSpPr>
          <p:spPr>
            <a:xfrm>
              <a:off x="7332849" y="463841"/>
              <a:ext cx="157345" cy="104134"/>
            </a:xfrm>
            <a:custGeom>
              <a:avLst/>
              <a:gdLst/>
              <a:ahLst/>
              <a:cxnLst/>
              <a:rect l="l" t="t" r="r" b="b"/>
              <a:pathLst>
                <a:path w="1097" h="726" extrusionOk="0">
                  <a:moveTo>
                    <a:pt x="291" y="0"/>
                  </a:moveTo>
                  <a:cubicBezTo>
                    <a:pt x="190" y="0"/>
                    <a:pt x="95" y="60"/>
                    <a:pt x="54" y="158"/>
                  </a:cubicBezTo>
                  <a:cubicBezTo>
                    <a:pt x="1" y="290"/>
                    <a:pt x="62" y="440"/>
                    <a:pt x="193" y="493"/>
                  </a:cubicBezTo>
                  <a:lnTo>
                    <a:pt x="709" y="706"/>
                  </a:lnTo>
                  <a:cubicBezTo>
                    <a:pt x="740" y="719"/>
                    <a:pt x="773" y="725"/>
                    <a:pt x="806" y="725"/>
                  </a:cubicBezTo>
                  <a:cubicBezTo>
                    <a:pt x="907" y="725"/>
                    <a:pt x="1003" y="665"/>
                    <a:pt x="1043" y="567"/>
                  </a:cubicBezTo>
                  <a:cubicBezTo>
                    <a:pt x="1097" y="435"/>
                    <a:pt x="1035" y="286"/>
                    <a:pt x="904" y="232"/>
                  </a:cubicBezTo>
                  <a:lnTo>
                    <a:pt x="388" y="19"/>
                  </a:lnTo>
                  <a:cubicBezTo>
                    <a:pt x="356" y="6"/>
                    <a:pt x="323" y="0"/>
                    <a:pt x="2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29" name="Google Shape;1429;p50">
              <a:extLst>
                <a:ext uri="{FF2B5EF4-FFF2-40B4-BE49-F238E27FC236}">
                  <a16:creationId xmlns:a16="http://schemas.microsoft.com/office/drawing/2014/main" id="{E7C24B8C-39C2-1D13-60A4-24D79A8E3FBC}"/>
                </a:ext>
              </a:extLst>
            </p:cNvPr>
            <p:cNvSpPr/>
            <p:nvPr/>
          </p:nvSpPr>
          <p:spPr>
            <a:xfrm>
              <a:off x="7083130" y="747554"/>
              <a:ext cx="48193" cy="43604"/>
            </a:xfrm>
            <a:custGeom>
              <a:avLst/>
              <a:gdLst/>
              <a:ahLst/>
              <a:cxnLst/>
              <a:rect l="l" t="t" r="r" b="b"/>
              <a:pathLst>
                <a:path w="336" h="304" extrusionOk="0">
                  <a:moveTo>
                    <a:pt x="168" y="0"/>
                  </a:moveTo>
                  <a:cubicBezTo>
                    <a:pt x="128" y="0"/>
                    <a:pt x="89" y="15"/>
                    <a:pt x="60" y="44"/>
                  </a:cubicBezTo>
                  <a:cubicBezTo>
                    <a:pt x="1" y="104"/>
                    <a:pt x="1" y="200"/>
                    <a:pt x="60" y="259"/>
                  </a:cubicBezTo>
                  <a:cubicBezTo>
                    <a:pt x="89" y="289"/>
                    <a:pt x="128" y="303"/>
                    <a:pt x="168" y="303"/>
                  </a:cubicBezTo>
                  <a:cubicBezTo>
                    <a:pt x="207" y="303"/>
                    <a:pt x="246" y="289"/>
                    <a:pt x="276" y="259"/>
                  </a:cubicBezTo>
                  <a:cubicBezTo>
                    <a:pt x="336" y="199"/>
                    <a:pt x="336" y="103"/>
                    <a:pt x="276" y="44"/>
                  </a:cubicBezTo>
                  <a:cubicBezTo>
                    <a:pt x="246" y="15"/>
                    <a:pt x="207" y="0"/>
                    <a:pt x="168" y="0"/>
                  </a:cubicBezTo>
                  <a:close/>
                </a:path>
              </a:pathLst>
            </a:custGeom>
            <a:solidFill>
              <a:srgbClr val="FBFFFF">
                <a:alpha val="4747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30" name="Google Shape;1430;p50">
              <a:extLst>
                <a:ext uri="{FF2B5EF4-FFF2-40B4-BE49-F238E27FC236}">
                  <a16:creationId xmlns:a16="http://schemas.microsoft.com/office/drawing/2014/main" id="{AF1628B0-91BB-4ED7-5AC6-42FA4DD99928}"/>
                </a:ext>
              </a:extLst>
            </p:cNvPr>
            <p:cNvSpPr/>
            <p:nvPr/>
          </p:nvSpPr>
          <p:spPr>
            <a:xfrm>
              <a:off x="7177079" y="653748"/>
              <a:ext cx="47763" cy="43748"/>
            </a:xfrm>
            <a:custGeom>
              <a:avLst/>
              <a:gdLst/>
              <a:ahLst/>
              <a:cxnLst/>
              <a:rect l="l" t="t" r="r" b="b"/>
              <a:pathLst>
                <a:path w="333" h="305" extrusionOk="0">
                  <a:moveTo>
                    <a:pt x="166" y="1"/>
                  </a:moveTo>
                  <a:cubicBezTo>
                    <a:pt x="127" y="1"/>
                    <a:pt x="88" y="16"/>
                    <a:pt x="59" y="45"/>
                  </a:cubicBezTo>
                  <a:cubicBezTo>
                    <a:pt x="0" y="104"/>
                    <a:pt x="0" y="201"/>
                    <a:pt x="59" y="260"/>
                  </a:cubicBezTo>
                  <a:cubicBezTo>
                    <a:pt x="88" y="289"/>
                    <a:pt x="127" y="304"/>
                    <a:pt x="166" y="304"/>
                  </a:cubicBezTo>
                  <a:cubicBezTo>
                    <a:pt x="205" y="304"/>
                    <a:pt x="245" y="289"/>
                    <a:pt x="274" y="260"/>
                  </a:cubicBezTo>
                  <a:cubicBezTo>
                    <a:pt x="333" y="201"/>
                    <a:pt x="333" y="105"/>
                    <a:pt x="274" y="45"/>
                  </a:cubicBezTo>
                  <a:cubicBezTo>
                    <a:pt x="245" y="16"/>
                    <a:pt x="205" y="1"/>
                    <a:pt x="166" y="1"/>
                  </a:cubicBezTo>
                  <a:close/>
                </a:path>
              </a:pathLst>
            </a:custGeom>
            <a:solidFill>
              <a:srgbClr val="FBFFFF">
                <a:alpha val="4747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31" name="Google Shape;1431;p50">
              <a:extLst>
                <a:ext uri="{FF2B5EF4-FFF2-40B4-BE49-F238E27FC236}">
                  <a16:creationId xmlns:a16="http://schemas.microsoft.com/office/drawing/2014/main" id="{87D430D7-087D-93D3-3041-C7DA33B4685B}"/>
                </a:ext>
              </a:extLst>
            </p:cNvPr>
            <p:cNvSpPr/>
            <p:nvPr/>
          </p:nvSpPr>
          <p:spPr>
            <a:xfrm>
              <a:off x="7268303" y="562524"/>
              <a:ext cx="47906" cy="43604"/>
            </a:xfrm>
            <a:custGeom>
              <a:avLst/>
              <a:gdLst/>
              <a:ahLst/>
              <a:cxnLst/>
              <a:rect l="l" t="t" r="r" b="b"/>
              <a:pathLst>
                <a:path w="334" h="304" extrusionOk="0">
                  <a:moveTo>
                    <a:pt x="167" y="1"/>
                  </a:moveTo>
                  <a:cubicBezTo>
                    <a:pt x="128" y="1"/>
                    <a:pt x="89" y="15"/>
                    <a:pt x="59" y="45"/>
                  </a:cubicBezTo>
                  <a:cubicBezTo>
                    <a:pt x="1" y="105"/>
                    <a:pt x="1" y="201"/>
                    <a:pt x="59" y="260"/>
                  </a:cubicBezTo>
                  <a:cubicBezTo>
                    <a:pt x="89" y="289"/>
                    <a:pt x="128" y="304"/>
                    <a:pt x="167" y="304"/>
                  </a:cubicBezTo>
                  <a:cubicBezTo>
                    <a:pt x="206" y="304"/>
                    <a:pt x="245" y="289"/>
                    <a:pt x="274" y="260"/>
                  </a:cubicBezTo>
                  <a:cubicBezTo>
                    <a:pt x="333" y="201"/>
                    <a:pt x="333" y="105"/>
                    <a:pt x="274" y="45"/>
                  </a:cubicBezTo>
                  <a:cubicBezTo>
                    <a:pt x="245" y="15"/>
                    <a:pt x="206" y="1"/>
                    <a:pt x="167" y="1"/>
                  </a:cubicBezTo>
                  <a:close/>
                </a:path>
              </a:pathLst>
            </a:custGeom>
            <a:solidFill>
              <a:srgbClr val="FBFFFF">
                <a:alpha val="4747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32" name="Google Shape;1432;p50">
              <a:extLst>
                <a:ext uri="{FF2B5EF4-FFF2-40B4-BE49-F238E27FC236}">
                  <a16:creationId xmlns:a16="http://schemas.microsoft.com/office/drawing/2014/main" id="{ED60B6C5-9F95-F622-DE1E-9F484DC97E2D}"/>
                </a:ext>
              </a:extLst>
            </p:cNvPr>
            <p:cNvSpPr/>
            <p:nvPr/>
          </p:nvSpPr>
          <p:spPr>
            <a:xfrm>
              <a:off x="7352356" y="478328"/>
              <a:ext cx="48193" cy="43604"/>
            </a:xfrm>
            <a:custGeom>
              <a:avLst/>
              <a:gdLst/>
              <a:ahLst/>
              <a:cxnLst/>
              <a:rect l="l" t="t" r="r" b="b"/>
              <a:pathLst>
                <a:path w="336" h="304" extrusionOk="0">
                  <a:moveTo>
                    <a:pt x="167" y="1"/>
                  </a:moveTo>
                  <a:cubicBezTo>
                    <a:pt x="128" y="1"/>
                    <a:pt x="89" y="15"/>
                    <a:pt x="59" y="45"/>
                  </a:cubicBezTo>
                  <a:cubicBezTo>
                    <a:pt x="1" y="103"/>
                    <a:pt x="1" y="201"/>
                    <a:pt x="59" y="260"/>
                  </a:cubicBezTo>
                  <a:cubicBezTo>
                    <a:pt x="89" y="289"/>
                    <a:pt x="128" y="304"/>
                    <a:pt x="167" y="304"/>
                  </a:cubicBezTo>
                  <a:cubicBezTo>
                    <a:pt x="207" y="304"/>
                    <a:pt x="246" y="289"/>
                    <a:pt x="275" y="260"/>
                  </a:cubicBezTo>
                  <a:cubicBezTo>
                    <a:pt x="335" y="201"/>
                    <a:pt x="335" y="105"/>
                    <a:pt x="275" y="45"/>
                  </a:cubicBezTo>
                  <a:cubicBezTo>
                    <a:pt x="246" y="15"/>
                    <a:pt x="207" y="1"/>
                    <a:pt x="167" y="1"/>
                  </a:cubicBezTo>
                  <a:close/>
                </a:path>
              </a:pathLst>
            </a:custGeom>
            <a:solidFill>
              <a:srgbClr val="FBFFFF">
                <a:alpha val="4747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33" name="Google Shape;1433;p50">
              <a:extLst>
                <a:ext uri="{FF2B5EF4-FFF2-40B4-BE49-F238E27FC236}">
                  <a16:creationId xmlns:a16="http://schemas.microsoft.com/office/drawing/2014/main" id="{01A4BCC1-7B71-FF5B-D16C-B7105EFAD436}"/>
                </a:ext>
              </a:extLst>
            </p:cNvPr>
            <p:cNvSpPr/>
            <p:nvPr/>
          </p:nvSpPr>
          <p:spPr>
            <a:xfrm>
              <a:off x="6812182" y="952522"/>
              <a:ext cx="242544" cy="250294"/>
            </a:xfrm>
            <a:custGeom>
              <a:avLst/>
              <a:gdLst/>
              <a:ahLst/>
              <a:cxnLst/>
              <a:rect l="l" t="t" r="r" b="b"/>
              <a:pathLst>
                <a:path w="1691" h="1745" extrusionOk="0">
                  <a:moveTo>
                    <a:pt x="1542" y="0"/>
                  </a:moveTo>
                  <a:lnTo>
                    <a:pt x="0" y="1542"/>
                  </a:lnTo>
                  <a:cubicBezTo>
                    <a:pt x="8" y="1616"/>
                    <a:pt x="39" y="1689"/>
                    <a:pt x="96" y="1744"/>
                  </a:cubicBezTo>
                  <a:lnTo>
                    <a:pt x="1691" y="149"/>
                  </a:lnTo>
                  <a:lnTo>
                    <a:pt x="1542" y="0"/>
                  </a:ln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34" name="Google Shape;1434;p50">
              <a:extLst>
                <a:ext uri="{FF2B5EF4-FFF2-40B4-BE49-F238E27FC236}">
                  <a16:creationId xmlns:a16="http://schemas.microsoft.com/office/drawing/2014/main" id="{D4E16B17-6076-1700-DE7E-4FD0B0DAD0CC}"/>
                </a:ext>
              </a:extLst>
            </p:cNvPr>
            <p:cNvSpPr/>
            <p:nvPr/>
          </p:nvSpPr>
          <p:spPr>
            <a:xfrm>
              <a:off x="6601908" y="3993470"/>
              <a:ext cx="793038" cy="163516"/>
            </a:xfrm>
            <a:custGeom>
              <a:avLst/>
              <a:gdLst/>
              <a:ahLst/>
              <a:cxnLst/>
              <a:rect l="l" t="t" r="r" b="b"/>
              <a:pathLst>
                <a:path w="5529" h="1140" extrusionOk="0">
                  <a:moveTo>
                    <a:pt x="0" y="0"/>
                  </a:moveTo>
                  <a:lnTo>
                    <a:pt x="0" y="1139"/>
                  </a:lnTo>
                  <a:lnTo>
                    <a:pt x="5529" y="1139"/>
                  </a:lnTo>
                  <a:lnTo>
                    <a:pt x="5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35" name="Google Shape;1435;p50">
              <a:extLst>
                <a:ext uri="{FF2B5EF4-FFF2-40B4-BE49-F238E27FC236}">
                  <a16:creationId xmlns:a16="http://schemas.microsoft.com/office/drawing/2014/main" id="{443D3308-C5EE-D803-B049-8200D9E71642}"/>
                </a:ext>
              </a:extLst>
            </p:cNvPr>
            <p:cNvSpPr/>
            <p:nvPr/>
          </p:nvSpPr>
          <p:spPr>
            <a:xfrm>
              <a:off x="6601908" y="3993470"/>
              <a:ext cx="793038" cy="37580"/>
            </a:xfrm>
            <a:custGeom>
              <a:avLst/>
              <a:gdLst/>
              <a:ahLst/>
              <a:cxnLst/>
              <a:rect l="l" t="t" r="r" b="b"/>
              <a:pathLst>
                <a:path w="5529" h="262" extrusionOk="0">
                  <a:moveTo>
                    <a:pt x="0" y="0"/>
                  </a:moveTo>
                  <a:lnTo>
                    <a:pt x="0" y="261"/>
                  </a:lnTo>
                  <a:lnTo>
                    <a:pt x="5529" y="261"/>
                  </a:lnTo>
                  <a:lnTo>
                    <a:pt x="5529" y="0"/>
                  </a:ln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36" name="Google Shape;1436;p50">
              <a:extLst>
                <a:ext uri="{FF2B5EF4-FFF2-40B4-BE49-F238E27FC236}">
                  <a16:creationId xmlns:a16="http://schemas.microsoft.com/office/drawing/2014/main" id="{4B08F3C9-38DC-3E41-B65F-8C63BAA12DAE}"/>
                </a:ext>
              </a:extLst>
            </p:cNvPr>
            <p:cNvSpPr/>
            <p:nvPr/>
          </p:nvSpPr>
          <p:spPr>
            <a:xfrm>
              <a:off x="6738457" y="4030476"/>
              <a:ext cx="520086" cy="89503"/>
            </a:xfrm>
            <a:custGeom>
              <a:avLst/>
              <a:gdLst/>
              <a:ahLst/>
              <a:cxnLst/>
              <a:rect l="l" t="t" r="r" b="b"/>
              <a:pathLst>
                <a:path w="3626" h="624" extrusionOk="0">
                  <a:moveTo>
                    <a:pt x="311" y="0"/>
                  </a:moveTo>
                  <a:cubicBezTo>
                    <a:pt x="139" y="0"/>
                    <a:pt x="0" y="139"/>
                    <a:pt x="0" y="312"/>
                  </a:cubicBezTo>
                  <a:cubicBezTo>
                    <a:pt x="0" y="485"/>
                    <a:pt x="139" y="624"/>
                    <a:pt x="311" y="624"/>
                  </a:cubicBezTo>
                  <a:lnTo>
                    <a:pt x="3313" y="624"/>
                  </a:lnTo>
                  <a:cubicBezTo>
                    <a:pt x="3484" y="624"/>
                    <a:pt x="3625" y="485"/>
                    <a:pt x="3625" y="312"/>
                  </a:cubicBezTo>
                  <a:cubicBezTo>
                    <a:pt x="3625" y="139"/>
                    <a:pt x="3486" y="0"/>
                    <a:pt x="33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37" name="Google Shape;1437;p50">
              <a:extLst>
                <a:ext uri="{FF2B5EF4-FFF2-40B4-BE49-F238E27FC236}">
                  <a16:creationId xmlns:a16="http://schemas.microsoft.com/office/drawing/2014/main" id="{7536DBC9-C1B3-D391-D32E-D7289E8DDCC1}"/>
                </a:ext>
              </a:extLst>
            </p:cNvPr>
            <p:cNvSpPr/>
            <p:nvPr/>
          </p:nvSpPr>
          <p:spPr>
            <a:xfrm>
              <a:off x="6324650" y="3883743"/>
              <a:ext cx="382678" cy="382828"/>
            </a:xfrm>
            <a:custGeom>
              <a:avLst/>
              <a:gdLst/>
              <a:ahLst/>
              <a:cxnLst/>
              <a:rect l="l" t="t" r="r" b="b"/>
              <a:pathLst>
                <a:path w="2668" h="2669" extrusionOk="0">
                  <a:moveTo>
                    <a:pt x="1335" y="1"/>
                  </a:moveTo>
                  <a:cubicBezTo>
                    <a:pt x="598" y="1"/>
                    <a:pt x="0" y="599"/>
                    <a:pt x="0" y="1335"/>
                  </a:cubicBezTo>
                  <a:cubicBezTo>
                    <a:pt x="0" y="1486"/>
                    <a:pt x="27" y="1629"/>
                    <a:pt x="73" y="1764"/>
                  </a:cubicBezTo>
                  <a:lnTo>
                    <a:pt x="834" y="1003"/>
                  </a:lnTo>
                  <a:lnTo>
                    <a:pt x="1588" y="1079"/>
                  </a:lnTo>
                  <a:lnTo>
                    <a:pt x="1664" y="1833"/>
                  </a:lnTo>
                  <a:lnTo>
                    <a:pt x="901" y="2596"/>
                  </a:lnTo>
                  <a:cubicBezTo>
                    <a:pt x="1037" y="2642"/>
                    <a:pt x="1182" y="2669"/>
                    <a:pt x="1332" y="2669"/>
                  </a:cubicBezTo>
                  <a:cubicBezTo>
                    <a:pt x="2069" y="2669"/>
                    <a:pt x="2667" y="2072"/>
                    <a:pt x="2667" y="1335"/>
                  </a:cubicBezTo>
                  <a:cubicBezTo>
                    <a:pt x="2668" y="599"/>
                    <a:pt x="2070" y="1"/>
                    <a:pt x="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38" name="Google Shape;1438;p50">
              <a:extLst>
                <a:ext uri="{FF2B5EF4-FFF2-40B4-BE49-F238E27FC236}">
                  <a16:creationId xmlns:a16="http://schemas.microsoft.com/office/drawing/2014/main" id="{8BED0EB4-FAB1-2A82-F54E-8C3A12054154}"/>
                </a:ext>
              </a:extLst>
            </p:cNvPr>
            <p:cNvSpPr/>
            <p:nvPr/>
          </p:nvSpPr>
          <p:spPr>
            <a:xfrm>
              <a:off x="7290249" y="3883743"/>
              <a:ext cx="382821" cy="382828"/>
            </a:xfrm>
            <a:custGeom>
              <a:avLst/>
              <a:gdLst/>
              <a:ahLst/>
              <a:cxnLst/>
              <a:rect l="l" t="t" r="r" b="b"/>
              <a:pathLst>
                <a:path w="2669" h="2669" extrusionOk="0">
                  <a:moveTo>
                    <a:pt x="1336" y="1"/>
                  </a:moveTo>
                  <a:cubicBezTo>
                    <a:pt x="599" y="1"/>
                    <a:pt x="3" y="599"/>
                    <a:pt x="3" y="1335"/>
                  </a:cubicBezTo>
                  <a:cubicBezTo>
                    <a:pt x="0" y="2072"/>
                    <a:pt x="598" y="2669"/>
                    <a:pt x="1335" y="2669"/>
                  </a:cubicBezTo>
                  <a:cubicBezTo>
                    <a:pt x="2072" y="2669"/>
                    <a:pt x="2668" y="2072"/>
                    <a:pt x="2668" y="1335"/>
                  </a:cubicBezTo>
                  <a:cubicBezTo>
                    <a:pt x="2668" y="1184"/>
                    <a:pt x="2642" y="1041"/>
                    <a:pt x="2597" y="907"/>
                  </a:cubicBezTo>
                  <a:lnTo>
                    <a:pt x="1834" y="1668"/>
                  </a:lnTo>
                  <a:lnTo>
                    <a:pt x="1080" y="1592"/>
                  </a:lnTo>
                  <a:lnTo>
                    <a:pt x="1005" y="838"/>
                  </a:lnTo>
                  <a:lnTo>
                    <a:pt x="1768" y="75"/>
                  </a:lnTo>
                  <a:cubicBezTo>
                    <a:pt x="1631" y="28"/>
                    <a:pt x="1487" y="1"/>
                    <a:pt x="13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39" name="Google Shape;1439;p50">
              <a:extLst>
                <a:ext uri="{FF2B5EF4-FFF2-40B4-BE49-F238E27FC236}">
                  <a16:creationId xmlns:a16="http://schemas.microsoft.com/office/drawing/2014/main" id="{CAEF142E-4BC9-5943-0859-CAE0064A7538}"/>
                </a:ext>
              </a:extLst>
            </p:cNvPr>
            <p:cNvSpPr/>
            <p:nvPr/>
          </p:nvSpPr>
          <p:spPr>
            <a:xfrm>
              <a:off x="6817059" y="4062462"/>
              <a:ext cx="362454" cy="25531"/>
            </a:xfrm>
            <a:custGeom>
              <a:avLst/>
              <a:gdLst/>
              <a:ahLst/>
              <a:cxnLst/>
              <a:rect l="l" t="t" r="r" b="b"/>
              <a:pathLst>
                <a:path w="2527" h="178" extrusionOk="0">
                  <a:moveTo>
                    <a:pt x="89" y="1"/>
                  </a:moveTo>
                  <a:cubicBezTo>
                    <a:pt x="41" y="1"/>
                    <a:pt x="1" y="40"/>
                    <a:pt x="1" y="89"/>
                  </a:cubicBezTo>
                  <a:cubicBezTo>
                    <a:pt x="1" y="138"/>
                    <a:pt x="39" y="177"/>
                    <a:pt x="89" y="177"/>
                  </a:cubicBezTo>
                  <a:lnTo>
                    <a:pt x="2438" y="177"/>
                  </a:lnTo>
                  <a:cubicBezTo>
                    <a:pt x="2486" y="177"/>
                    <a:pt x="2526" y="139"/>
                    <a:pt x="2526" y="89"/>
                  </a:cubicBezTo>
                  <a:cubicBezTo>
                    <a:pt x="2526" y="41"/>
                    <a:pt x="2486" y="1"/>
                    <a:pt x="2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40" name="Google Shape;1440;p50">
              <a:extLst>
                <a:ext uri="{FF2B5EF4-FFF2-40B4-BE49-F238E27FC236}">
                  <a16:creationId xmlns:a16="http://schemas.microsoft.com/office/drawing/2014/main" id="{3F12AD4F-E049-0CF6-863F-FCFCB5A56155}"/>
                </a:ext>
              </a:extLst>
            </p:cNvPr>
            <p:cNvSpPr/>
            <p:nvPr/>
          </p:nvSpPr>
          <p:spPr>
            <a:xfrm>
              <a:off x="6324650" y="3883743"/>
              <a:ext cx="326596" cy="253163"/>
            </a:xfrm>
            <a:custGeom>
              <a:avLst/>
              <a:gdLst/>
              <a:ahLst/>
              <a:cxnLst/>
              <a:rect l="l" t="t" r="r" b="b"/>
              <a:pathLst>
                <a:path w="2277" h="1765" extrusionOk="0">
                  <a:moveTo>
                    <a:pt x="1335" y="1"/>
                  </a:moveTo>
                  <a:cubicBezTo>
                    <a:pt x="598" y="1"/>
                    <a:pt x="0" y="599"/>
                    <a:pt x="0" y="1335"/>
                  </a:cubicBezTo>
                  <a:cubicBezTo>
                    <a:pt x="0" y="1486"/>
                    <a:pt x="27" y="1629"/>
                    <a:pt x="73" y="1764"/>
                  </a:cubicBezTo>
                  <a:lnTo>
                    <a:pt x="834" y="1003"/>
                  </a:lnTo>
                  <a:lnTo>
                    <a:pt x="1588" y="1079"/>
                  </a:lnTo>
                  <a:lnTo>
                    <a:pt x="2277" y="390"/>
                  </a:lnTo>
                  <a:cubicBezTo>
                    <a:pt x="2036" y="151"/>
                    <a:pt x="1702" y="1"/>
                    <a:pt x="1335" y="1"/>
                  </a:cubicBez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41" name="Google Shape;1441;p50">
              <a:extLst>
                <a:ext uri="{FF2B5EF4-FFF2-40B4-BE49-F238E27FC236}">
                  <a16:creationId xmlns:a16="http://schemas.microsoft.com/office/drawing/2014/main" id="{E7BACF11-EDFB-0EB7-AB06-B52C2F79638B}"/>
                </a:ext>
              </a:extLst>
            </p:cNvPr>
            <p:cNvSpPr/>
            <p:nvPr/>
          </p:nvSpPr>
          <p:spPr>
            <a:xfrm>
              <a:off x="7346475" y="4013838"/>
              <a:ext cx="326596" cy="253019"/>
            </a:xfrm>
            <a:custGeom>
              <a:avLst/>
              <a:gdLst/>
              <a:ahLst/>
              <a:cxnLst/>
              <a:rect l="l" t="t" r="r" b="b"/>
              <a:pathLst>
                <a:path w="2277" h="1764" extrusionOk="0">
                  <a:moveTo>
                    <a:pt x="2205" y="1"/>
                  </a:moveTo>
                  <a:lnTo>
                    <a:pt x="1442" y="762"/>
                  </a:lnTo>
                  <a:lnTo>
                    <a:pt x="688" y="686"/>
                  </a:lnTo>
                  <a:lnTo>
                    <a:pt x="1" y="1375"/>
                  </a:lnTo>
                  <a:cubicBezTo>
                    <a:pt x="243" y="1615"/>
                    <a:pt x="575" y="1764"/>
                    <a:pt x="943" y="1764"/>
                  </a:cubicBezTo>
                  <a:cubicBezTo>
                    <a:pt x="1680" y="1764"/>
                    <a:pt x="2276" y="1166"/>
                    <a:pt x="2276" y="429"/>
                  </a:cubicBezTo>
                  <a:cubicBezTo>
                    <a:pt x="2276" y="279"/>
                    <a:pt x="2250" y="135"/>
                    <a:pt x="22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42" name="Google Shape;1442;p50">
              <a:extLst>
                <a:ext uri="{FF2B5EF4-FFF2-40B4-BE49-F238E27FC236}">
                  <a16:creationId xmlns:a16="http://schemas.microsoft.com/office/drawing/2014/main" id="{8C0B9885-AC6B-79EF-00D2-58A7A6C10E08}"/>
                </a:ext>
              </a:extLst>
            </p:cNvPr>
            <p:cNvSpPr/>
            <p:nvPr/>
          </p:nvSpPr>
          <p:spPr>
            <a:xfrm>
              <a:off x="6327518" y="4000212"/>
              <a:ext cx="263342" cy="263634"/>
            </a:xfrm>
            <a:custGeom>
              <a:avLst/>
              <a:gdLst/>
              <a:ahLst/>
              <a:cxnLst/>
              <a:rect l="l" t="t" r="r" b="b"/>
              <a:pathLst>
                <a:path w="1836" h="1838" extrusionOk="0">
                  <a:moveTo>
                    <a:pt x="747" y="1"/>
                  </a:moveTo>
                  <a:lnTo>
                    <a:pt x="686" y="63"/>
                  </a:lnTo>
                  <a:lnTo>
                    <a:pt x="164" y="583"/>
                  </a:lnTo>
                  <a:lnTo>
                    <a:pt x="0" y="748"/>
                  </a:lnTo>
                  <a:cubicBezTo>
                    <a:pt x="12" y="819"/>
                    <a:pt x="29" y="887"/>
                    <a:pt x="52" y="953"/>
                  </a:cubicBezTo>
                  <a:lnTo>
                    <a:pt x="814" y="192"/>
                  </a:lnTo>
                  <a:lnTo>
                    <a:pt x="1568" y="268"/>
                  </a:lnTo>
                  <a:lnTo>
                    <a:pt x="1644" y="1022"/>
                  </a:lnTo>
                  <a:lnTo>
                    <a:pt x="880" y="1785"/>
                  </a:lnTo>
                  <a:cubicBezTo>
                    <a:pt x="948" y="1808"/>
                    <a:pt x="1016" y="1825"/>
                    <a:pt x="1086" y="1838"/>
                  </a:cubicBezTo>
                  <a:lnTo>
                    <a:pt x="1249" y="1673"/>
                  </a:lnTo>
                  <a:lnTo>
                    <a:pt x="1774" y="1150"/>
                  </a:lnTo>
                  <a:lnTo>
                    <a:pt x="1835" y="1089"/>
                  </a:lnTo>
                  <a:lnTo>
                    <a:pt x="1826" y="1004"/>
                  </a:lnTo>
                  <a:lnTo>
                    <a:pt x="1750" y="250"/>
                  </a:lnTo>
                  <a:lnTo>
                    <a:pt x="1735" y="101"/>
                  </a:lnTo>
                  <a:lnTo>
                    <a:pt x="1586" y="86"/>
                  </a:lnTo>
                  <a:lnTo>
                    <a:pt x="832" y="10"/>
                  </a:lnTo>
                  <a:lnTo>
                    <a:pt x="7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43" name="Google Shape;1443;p50">
              <a:extLst>
                <a:ext uri="{FF2B5EF4-FFF2-40B4-BE49-F238E27FC236}">
                  <a16:creationId xmlns:a16="http://schemas.microsoft.com/office/drawing/2014/main" id="{9ECEAD0A-2A19-244E-0852-ADA79DCAC5BE}"/>
                </a:ext>
              </a:extLst>
            </p:cNvPr>
            <p:cNvSpPr/>
            <p:nvPr/>
          </p:nvSpPr>
          <p:spPr>
            <a:xfrm>
              <a:off x="7407148" y="3886755"/>
              <a:ext cx="263342" cy="263490"/>
            </a:xfrm>
            <a:custGeom>
              <a:avLst/>
              <a:gdLst/>
              <a:ahLst/>
              <a:cxnLst/>
              <a:rect l="l" t="t" r="r" b="b"/>
              <a:pathLst>
                <a:path w="1836" h="1837" extrusionOk="0">
                  <a:moveTo>
                    <a:pt x="749" y="0"/>
                  </a:moveTo>
                  <a:lnTo>
                    <a:pt x="584" y="165"/>
                  </a:lnTo>
                  <a:lnTo>
                    <a:pt x="61" y="688"/>
                  </a:lnTo>
                  <a:lnTo>
                    <a:pt x="0" y="749"/>
                  </a:lnTo>
                  <a:lnTo>
                    <a:pt x="9" y="834"/>
                  </a:lnTo>
                  <a:lnTo>
                    <a:pt x="86" y="1588"/>
                  </a:lnTo>
                  <a:lnTo>
                    <a:pt x="100" y="1737"/>
                  </a:lnTo>
                  <a:lnTo>
                    <a:pt x="248" y="1752"/>
                  </a:lnTo>
                  <a:lnTo>
                    <a:pt x="1002" y="1828"/>
                  </a:lnTo>
                  <a:lnTo>
                    <a:pt x="1089" y="1836"/>
                  </a:lnTo>
                  <a:lnTo>
                    <a:pt x="1151" y="1775"/>
                  </a:lnTo>
                  <a:lnTo>
                    <a:pt x="1672" y="1255"/>
                  </a:lnTo>
                  <a:lnTo>
                    <a:pt x="1835" y="1091"/>
                  </a:lnTo>
                  <a:cubicBezTo>
                    <a:pt x="1820" y="1021"/>
                    <a:pt x="1804" y="952"/>
                    <a:pt x="1782" y="886"/>
                  </a:cubicBezTo>
                  <a:lnTo>
                    <a:pt x="1019" y="1647"/>
                  </a:lnTo>
                  <a:lnTo>
                    <a:pt x="265" y="1571"/>
                  </a:lnTo>
                  <a:lnTo>
                    <a:pt x="190" y="817"/>
                  </a:lnTo>
                  <a:lnTo>
                    <a:pt x="953" y="54"/>
                  </a:lnTo>
                  <a:cubicBezTo>
                    <a:pt x="886" y="31"/>
                    <a:pt x="817" y="14"/>
                    <a:pt x="7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44" name="Google Shape;1444;p50">
              <a:extLst>
                <a:ext uri="{FF2B5EF4-FFF2-40B4-BE49-F238E27FC236}">
                  <a16:creationId xmlns:a16="http://schemas.microsoft.com/office/drawing/2014/main" id="{F0904A5A-8732-FCB8-36CF-84BB0C257E8D}"/>
                </a:ext>
              </a:extLst>
            </p:cNvPr>
            <p:cNvSpPr/>
            <p:nvPr/>
          </p:nvSpPr>
          <p:spPr>
            <a:xfrm>
              <a:off x="6230700" y="1786735"/>
              <a:ext cx="1548067" cy="1513956"/>
            </a:xfrm>
            <a:custGeom>
              <a:avLst/>
              <a:gdLst/>
              <a:ahLst/>
              <a:cxnLst/>
              <a:rect l="l" t="t" r="r" b="b"/>
              <a:pathLst>
                <a:path w="10793" h="10555" extrusionOk="0">
                  <a:moveTo>
                    <a:pt x="1" y="0"/>
                  </a:moveTo>
                  <a:lnTo>
                    <a:pt x="1" y="10554"/>
                  </a:lnTo>
                  <a:lnTo>
                    <a:pt x="10792" y="10554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45" name="Google Shape;1445;p50">
              <a:extLst>
                <a:ext uri="{FF2B5EF4-FFF2-40B4-BE49-F238E27FC236}">
                  <a16:creationId xmlns:a16="http://schemas.microsoft.com/office/drawing/2014/main" id="{A5C4ACCB-5BDB-F569-6798-B676C20CE871}"/>
                </a:ext>
              </a:extLst>
            </p:cNvPr>
            <p:cNvSpPr/>
            <p:nvPr/>
          </p:nvSpPr>
          <p:spPr>
            <a:xfrm>
              <a:off x="6332395" y="1861321"/>
              <a:ext cx="1446230" cy="1439370"/>
            </a:xfrm>
            <a:custGeom>
              <a:avLst/>
              <a:gdLst/>
              <a:ahLst/>
              <a:cxnLst/>
              <a:rect l="l" t="t" r="r" b="b"/>
              <a:pathLst>
                <a:path w="10083" h="10035" extrusionOk="0">
                  <a:moveTo>
                    <a:pt x="1" y="1"/>
                  </a:moveTo>
                  <a:lnTo>
                    <a:pt x="1" y="3196"/>
                  </a:lnTo>
                  <a:lnTo>
                    <a:pt x="1" y="4190"/>
                  </a:lnTo>
                  <a:lnTo>
                    <a:pt x="1491" y="5680"/>
                  </a:lnTo>
                  <a:lnTo>
                    <a:pt x="1491" y="5869"/>
                  </a:lnTo>
                  <a:lnTo>
                    <a:pt x="1" y="5869"/>
                  </a:lnTo>
                  <a:lnTo>
                    <a:pt x="1" y="6769"/>
                  </a:lnTo>
                  <a:lnTo>
                    <a:pt x="1" y="6993"/>
                  </a:lnTo>
                  <a:lnTo>
                    <a:pt x="1" y="7581"/>
                  </a:lnTo>
                  <a:lnTo>
                    <a:pt x="1" y="8117"/>
                  </a:lnTo>
                  <a:lnTo>
                    <a:pt x="1918" y="10034"/>
                  </a:lnTo>
                  <a:lnTo>
                    <a:pt x="10082" y="10034"/>
                  </a:lnTo>
                  <a:lnTo>
                    <a:pt x="10082" y="798"/>
                  </a:lnTo>
                  <a:lnTo>
                    <a:pt x="9285" y="1"/>
                  </a:lnTo>
                  <a:lnTo>
                    <a:pt x="8646" y="1"/>
                  </a:lnTo>
                  <a:lnTo>
                    <a:pt x="8646" y="640"/>
                  </a:lnTo>
                  <a:lnTo>
                    <a:pt x="8008" y="1"/>
                  </a:lnTo>
                  <a:lnTo>
                    <a:pt x="2698" y="1"/>
                  </a:lnTo>
                  <a:lnTo>
                    <a:pt x="2698" y="562"/>
                  </a:lnTo>
                  <a:lnTo>
                    <a:pt x="2698" y="640"/>
                  </a:lnTo>
                  <a:lnTo>
                    <a:pt x="2059" y="1"/>
                  </a:lnTo>
                  <a:close/>
                </a:path>
              </a:pathLst>
            </a:custGeom>
            <a:solidFill>
              <a:srgbClr val="202020">
                <a:alpha val="1456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46" name="Google Shape;1446;p50">
              <a:extLst>
                <a:ext uri="{FF2B5EF4-FFF2-40B4-BE49-F238E27FC236}">
                  <a16:creationId xmlns:a16="http://schemas.microsoft.com/office/drawing/2014/main" id="{D63FA20A-3892-D544-9BBB-FA22BFB76C7D}"/>
                </a:ext>
              </a:extLst>
            </p:cNvPr>
            <p:cNvSpPr/>
            <p:nvPr/>
          </p:nvSpPr>
          <p:spPr>
            <a:xfrm>
              <a:off x="6456609" y="2220910"/>
              <a:ext cx="524246" cy="314696"/>
            </a:xfrm>
            <a:custGeom>
              <a:avLst/>
              <a:gdLst/>
              <a:ahLst/>
              <a:cxnLst/>
              <a:rect l="l" t="t" r="r" b="b"/>
              <a:pathLst>
                <a:path w="3655" h="2194" extrusionOk="0">
                  <a:moveTo>
                    <a:pt x="1" y="0"/>
                  </a:moveTo>
                  <a:lnTo>
                    <a:pt x="1" y="1524"/>
                  </a:lnTo>
                  <a:cubicBezTo>
                    <a:pt x="1" y="1893"/>
                    <a:pt x="301" y="2194"/>
                    <a:pt x="671" y="2194"/>
                  </a:cubicBezTo>
                  <a:lnTo>
                    <a:pt x="3655" y="2194"/>
                  </a:lnTo>
                  <a:lnTo>
                    <a:pt x="3655" y="2004"/>
                  </a:lnTo>
                  <a:lnTo>
                    <a:pt x="671" y="2004"/>
                  </a:lnTo>
                  <a:cubicBezTo>
                    <a:pt x="406" y="2004"/>
                    <a:pt x="191" y="1788"/>
                    <a:pt x="191" y="1524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47" name="Google Shape;1447;p50">
              <a:extLst>
                <a:ext uri="{FF2B5EF4-FFF2-40B4-BE49-F238E27FC236}">
                  <a16:creationId xmlns:a16="http://schemas.microsoft.com/office/drawing/2014/main" id="{7E6388C1-F7A6-D1C6-D12B-FB85773D6DED}"/>
                </a:ext>
              </a:extLst>
            </p:cNvPr>
            <p:cNvSpPr/>
            <p:nvPr/>
          </p:nvSpPr>
          <p:spPr>
            <a:xfrm>
              <a:off x="7073089" y="2916710"/>
              <a:ext cx="201666" cy="314983"/>
            </a:xfrm>
            <a:custGeom>
              <a:avLst/>
              <a:gdLst/>
              <a:ahLst/>
              <a:cxnLst/>
              <a:rect l="l" t="t" r="r" b="b"/>
              <a:pathLst>
                <a:path w="1406" h="2196" extrusionOk="0">
                  <a:moveTo>
                    <a:pt x="0" y="1"/>
                  </a:moveTo>
                  <a:lnTo>
                    <a:pt x="0" y="1525"/>
                  </a:lnTo>
                  <a:cubicBezTo>
                    <a:pt x="0" y="1894"/>
                    <a:pt x="301" y="2195"/>
                    <a:pt x="670" y="2195"/>
                  </a:cubicBezTo>
                  <a:lnTo>
                    <a:pt x="1405" y="2195"/>
                  </a:lnTo>
                  <a:lnTo>
                    <a:pt x="1405" y="2005"/>
                  </a:lnTo>
                  <a:lnTo>
                    <a:pt x="670" y="2005"/>
                  </a:lnTo>
                  <a:cubicBezTo>
                    <a:pt x="406" y="2005"/>
                    <a:pt x="191" y="1790"/>
                    <a:pt x="191" y="1525"/>
                  </a:cubicBezTo>
                  <a:lnTo>
                    <a:pt x="1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48" name="Google Shape;1448;p50">
              <a:extLst>
                <a:ext uri="{FF2B5EF4-FFF2-40B4-BE49-F238E27FC236}">
                  <a16:creationId xmlns:a16="http://schemas.microsoft.com/office/drawing/2014/main" id="{89A09550-4E6F-9306-EA11-5B14A1B4CD56}"/>
                </a:ext>
              </a:extLst>
            </p:cNvPr>
            <p:cNvSpPr/>
            <p:nvPr/>
          </p:nvSpPr>
          <p:spPr>
            <a:xfrm>
              <a:off x="7268734" y="3011520"/>
              <a:ext cx="326883" cy="220173"/>
            </a:xfrm>
            <a:custGeom>
              <a:avLst/>
              <a:gdLst/>
              <a:ahLst/>
              <a:cxnLst/>
              <a:rect l="l" t="t" r="r" b="b"/>
              <a:pathLst>
                <a:path w="2279" h="1535" extrusionOk="0">
                  <a:moveTo>
                    <a:pt x="2089" y="1"/>
                  </a:moveTo>
                  <a:lnTo>
                    <a:pt x="2089" y="864"/>
                  </a:lnTo>
                  <a:cubicBezTo>
                    <a:pt x="2089" y="1129"/>
                    <a:pt x="1874" y="1344"/>
                    <a:pt x="1609" y="1344"/>
                  </a:cubicBezTo>
                  <a:lnTo>
                    <a:pt x="1" y="1344"/>
                  </a:lnTo>
                  <a:lnTo>
                    <a:pt x="1" y="1534"/>
                  </a:lnTo>
                  <a:lnTo>
                    <a:pt x="1609" y="1534"/>
                  </a:lnTo>
                  <a:cubicBezTo>
                    <a:pt x="1978" y="1534"/>
                    <a:pt x="2278" y="1233"/>
                    <a:pt x="2278" y="864"/>
                  </a:cubicBezTo>
                  <a:lnTo>
                    <a:pt x="22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49" name="Google Shape;1449;p50">
              <a:extLst>
                <a:ext uri="{FF2B5EF4-FFF2-40B4-BE49-F238E27FC236}">
                  <a16:creationId xmlns:a16="http://schemas.microsoft.com/office/drawing/2014/main" id="{A92707C9-2EB9-1857-0503-75A8C5D45D53}"/>
                </a:ext>
              </a:extLst>
            </p:cNvPr>
            <p:cNvSpPr/>
            <p:nvPr/>
          </p:nvSpPr>
          <p:spPr>
            <a:xfrm>
              <a:off x="7065918" y="2168987"/>
              <a:ext cx="388989" cy="314983"/>
            </a:xfrm>
            <a:custGeom>
              <a:avLst/>
              <a:gdLst/>
              <a:ahLst/>
              <a:cxnLst/>
              <a:rect l="l" t="t" r="r" b="b"/>
              <a:pathLst>
                <a:path w="2712" h="2196" extrusionOk="0">
                  <a:moveTo>
                    <a:pt x="0" y="1"/>
                  </a:moveTo>
                  <a:lnTo>
                    <a:pt x="0" y="1525"/>
                  </a:lnTo>
                  <a:cubicBezTo>
                    <a:pt x="0" y="1894"/>
                    <a:pt x="301" y="2195"/>
                    <a:pt x="669" y="2195"/>
                  </a:cubicBezTo>
                  <a:lnTo>
                    <a:pt x="2712" y="2195"/>
                  </a:lnTo>
                  <a:lnTo>
                    <a:pt x="2712" y="2005"/>
                  </a:lnTo>
                  <a:lnTo>
                    <a:pt x="669" y="2005"/>
                  </a:lnTo>
                  <a:cubicBezTo>
                    <a:pt x="404" y="2005"/>
                    <a:pt x="189" y="1790"/>
                    <a:pt x="189" y="1525"/>
                  </a:cubicBezTo>
                  <a:lnTo>
                    <a:pt x="1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50" name="Google Shape;1450;p50">
              <a:extLst>
                <a:ext uri="{FF2B5EF4-FFF2-40B4-BE49-F238E27FC236}">
                  <a16:creationId xmlns:a16="http://schemas.microsoft.com/office/drawing/2014/main" id="{A642B59D-A99E-4DA6-3FBB-78011B862E10}"/>
                </a:ext>
              </a:extLst>
            </p:cNvPr>
            <p:cNvSpPr/>
            <p:nvPr/>
          </p:nvSpPr>
          <p:spPr>
            <a:xfrm>
              <a:off x="6824088" y="2508352"/>
              <a:ext cx="524246" cy="314696"/>
            </a:xfrm>
            <a:custGeom>
              <a:avLst/>
              <a:gdLst/>
              <a:ahLst/>
              <a:cxnLst/>
              <a:rect l="l" t="t" r="r" b="b"/>
              <a:pathLst>
                <a:path w="3655" h="2194" extrusionOk="0">
                  <a:moveTo>
                    <a:pt x="1" y="0"/>
                  </a:moveTo>
                  <a:lnTo>
                    <a:pt x="1" y="190"/>
                  </a:lnTo>
                  <a:lnTo>
                    <a:pt x="2984" y="190"/>
                  </a:lnTo>
                  <a:cubicBezTo>
                    <a:pt x="3249" y="190"/>
                    <a:pt x="3464" y="404"/>
                    <a:pt x="3464" y="670"/>
                  </a:cubicBezTo>
                  <a:lnTo>
                    <a:pt x="3464" y="2193"/>
                  </a:lnTo>
                  <a:lnTo>
                    <a:pt x="3655" y="2193"/>
                  </a:lnTo>
                  <a:lnTo>
                    <a:pt x="3655" y="670"/>
                  </a:lnTo>
                  <a:cubicBezTo>
                    <a:pt x="3655" y="301"/>
                    <a:pt x="3353" y="0"/>
                    <a:pt x="29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51" name="Google Shape;1451;p50">
              <a:extLst>
                <a:ext uri="{FF2B5EF4-FFF2-40B4-BE49-F238E27FC236}">
                  <a16:creationId xmlns:a16="http://schemas.microsoft.com/office/drawing/2014/main" id="{BF41FD21-157C-D88F-4EB9-9F6F9ACE7CCB}"/>
                </a:ext>
              </a:extLst>
            </p:cNvPr>
            <p:cNvSpPr/>
            <p:nvPr/>
          </p:nvSpPr>
          <p:spPr>
            <a:xfrm>
              <a:off x="7358380" y="2508352"/>
              <a:ext cx="96100" cy="314696"/>
            </a:xfrm>
            <a:custGeom>
              <a:avLst/>
              <a:gdLst/>
              <a:ahLst/>
              <a:cxnLst/>
              <a:rect l="l" t="t" r="r" b="b"/>
              <a:pathLst>
                <a:path w="670" h="2194" extrusionOk="0">
                  <a:moveTo>
                    <a:pt x="670" y="0"/>
                  </a:moveTo>
                  <a:cubicBezTo>
                    <a:pt x="301" y="0"/>
                    <a:pt x="0" y="301"/>
                    <a:pt x="0" y="670"/>
                  </a:cubicBezTo>
                  <a:lnTo>
                    <a:pt x="0" y="2193"/>
                  </a:lnTo>
                  <a:lnTo>
                    <a:pt x="189" y="2193"/>
                  </a:lnTo>
                  <a:lnTo>
                    <a:pt x="189" y="670"/>
                  </a:lnTo>
                  <a:cubicBezTo>
                    <a:pt x="189" y="404"/>
                    <a:pt x="405" y="190"/>
                    <a:pt x="670" y="190"/>
                  </a:cubicBezTo>
                  <a:lnTo>
                    <a:pt x="6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52" name="Google Shape;1452;p50">
              <a:extLst>
                <a:ext uri="{FF2B5EF4-FFF2-40B4-BE49-F238E27FC236}">
                  <a16:creationId xmlns:a16="http://schemas.microsoft.com/office/drawing/2014/main" id="{A70BEB8F-4FCD-0981-B902-266271D3588D}"/>
                </a:ext>
              </a:extLst>
            </p:cNvPr>
            <p:cNvSpPr/>
            <p:nvPr/>
          </p:nvSpPr>
          <p:spPr>
            <a:xfrm>
              <a:off x="7518740" y="1980658"/>
              <a:ext cx="96387" cy="314696"/>
            </a:xfrm>
            <a:custGeom>
              <a:avLst/>
              <a:gdLst/>
              <a:ahLst/>
              <a:cxnLst/>
              <a:rect l="l" t="t" r="r" b="b"/>
              <a:pathLst>
                <a:path w="672" h="2194" extrusionOk="0">
                  <a:moveTo>
                    <a:pt x="671" y="1"/>
                  </a:moveTo>
                  <a:cubicBezTo>
                    <a:pt x="301" y="1"/>
                    <a:pt x="1" y="301"/>
                    <a:pt x="1" y="670"/>
                  </a:cubicBezTo>
                  <a:lnTo>
                    <a:pt x="1" y="2194"/>
                  </a:lnTo>
                  <a:lnTo>
                    <a:pt x="191" y="2194"/>
                  </a:lnTo>
                  <a:lnTo>
                    <a:pt x="191" y="670"/>
                  </a:lnTo>
                  <a:cubicBezTo>
                    <a:pt x="191" y="405"/>
                    <a:pt x="406" y="190"/>
                    <a:pt x="671" y="190"/>
                  </a:cubicBezTo>
                  <a:lnTo>
                    <a:pt x="67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53" name="Google Shape;1453;p50">
              <a:extLst>
                <a:ext uri="{FF2B5EF4-FFF2-40B4-BE49-F238E27FC236}">
                  <a16:creationId xmlns:a16="http://schemas.microsoft.com/office/drawing/2014/main" id="{55886011-5303-6A90-4568-CD62410C1D7C}"/>
                </a:ext>
              </a:extLst>
            </p:cNvPr>
            <p:cNvSpPr/>
            <p:nvPr/>
          </p:nvSpPr>
          <p:spPr>
            <a:xfrm>
              <a:off x="7450178" y="2220910"/>
              <a:ext cx="96243" cy="314696"/>
            </a:xfrm>
            <a:custGeom>
              <a:avLst/>
              <a:gdLst/>
              <a:ahLst/>
              <a:cxnLst/>
              <a:rect l="l" t="t" r="r" b="b"/>
              <a:pathLst>
                <a:path w="671" h="2194" extrusionOk="0">
                  <a:moveTo>
                    <a:pt x="481" y="0"/>
                  </a:moveTo>
                  <a:lnTo>
                    <a:pt x="481" y="1524"/>
                  </a:lnTo>
                  <a:cubicBezTo>
                    <a:pt x="481" y="1788"/>
                    <a:pt x="265" y="2004"/>
                    <a:pt x="1" y="2004"/>
                  </a:cubicBezTo>
                  <a:lnTo>
                    <a:pt x="1" y="2194"/>
                  </a:lnTo>
                  <a:cubicBezTo>
                    <a:pt x="370" y="2194"/>
                    <a:pt x="669" y="1893"/>
                    <a:pt x="670" y="1524"/>
                  </a:cubicBezTo>
                  <a:lnTo>
                    <a:pt x="6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54" name="Google Shape;1454;p50">
              <a:extLst>
                <a:ext uri="{FF2B5EF4-FFF2-40B4-BE49-F238E27FC236}">
                  <a16:creationId xmlns:a16="http://schemas.microsoft.com/office/drawing/2014/main" id="{E861C9E4-3442-FECA-8061-E2DE7DAEAEB3}"/>
                </a:ext>
              </a:extLst>
            </p:cNvPr>
            <p:cNvSpPr/>
            <p:nvPr/>
          </p:nvSpPr>
          <p:spPr>
            <a:xfrm>
              <a:off x="7380325" y="2456429"/>
              <a:ext cx="242114" cy="314553"/>
            </a:xfrm>
            <a:custGeom>
              <a:avLst/>
              <a:gdLst/>
              <a:ahLst/>
              <a:cxnLst/>
              <a:rect l="l" t="t" r="r" b="b"/>
              <a:pathLst>
                <a:path w="1688" h="2193" extrusionOk="0">
                  <a:moveTo>
                    <a:pt x="0" y="1"/>
                  </a:moveTo>
                  <a:lnTo>
                    <a:pt x="0" y="189"/>
                  </a:lnTo>
                  <a:lnTo>
                    <a:pt x="1017" y="189"/>
                  </a:lnTo>
                  <a:cubicBezTo>
                    <a:pt x="1281" y="189"/>
                    <a:pt x="1497" y="405"/>
                    <a:pt x="1497" y="669"/>
                  </a:cubicBezTo>
                  <a:lnTo>
                    <a:pt x="1497" y="2193"/>
                  </a:lnTo>
                  <a:lnTo>
                    <a:pt x="1688" y="2193"/>
                  </a:lnTo>
                  <a:lnTo>
                    <a:pt x="1688" y="670"/>
                  </a:lnTo>
                  <a:cubicBezTo>
                    <a:pt x="1688" y="301"/>
                    <a:pt x="1387" y="1"/>
                    <a:pt x="10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55" name="Google Shape;1455;p50">
              <a:extLst>
                <a:ext uri="{FF2B5EF4-FFF2-40B4-BE49-F238E27FC236}">
                  <a16:creationId xmlns:a16="http://schemas.microsoft.com/office/drawing/2014/main" id="{911D5246-D690-7000-5946-EEF62FD30127}"/>
                </a:ext>
              </a:extLst>
            </p:cNvPr>
            <p:cNvSpPr/>
            <p:nvPr/>
          </p:nvSpPr>
          <p:spPr>
            <a:xfrm>
              <a:off x="7599780" y="1888430"/>
              <a:ext cx="37579" cy="204825"/>
            </a:xfrm>
            <a:custGeom>
              <a:avLst/>
              <a:gdLst/>
              <a:ahLst/>
              <a:cxnLst/>
              <a:rect l="l" t="t" r="r" b="b"/>
              <a:pathLst>
                <a:path w="262" h="1428" extrusionOk="0">
                  <a:moveTo>
                    <a:pt x="0" y="0"/>
                  </a:moveTo>
                  <a:lnTo>
                    <a:pt x="0" y="1428"/>
                  </a:lnTo>
                  <a:lnTo>
                    <a:pt x="261" y="1428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56" name="Google Shape;1456;p50">
              <a:extLst>
                <a:ext uri="{FF2B5EF4-FFF2-40B4-BE49-F238E27FC236}">
                  <a16:creationId xmlns:a16="http://schemas.microsoft.com/office/drawing/2014/main" id="{B4743BCA-7778-5C0F-4E33-F334A917D7B7}"/>
                </a:ext>
              </a:extLst>
            </p:cNvPr>
            <p:cNvSpPr/>
            <p:nvPr/>
          </p:nvSpPr>
          <p:spPr>
            <a:xfrm>
              <a:off x="7572384" y="1861321"/>
              <a:ext cx="91940" cy="259187"/>
            </a:xfrm>
            <a:custGeom>
              <a:avLst/>
              <a:gdLst/>
              <a:ahLst/>
              <a:cxnLst/>
              <a:rect l="l" t="t" r="r" b="b"/>
              <a:pathLst>
                <a:path w="641" h="1807" extrusionOk="0">
                  <a:moveTo>
                    <a:pt x="452" y="190"/>
                  </a:moveTo>
                  <a:lnTo>
                    <a:pt x="452" y="1619"/>
                  </a:lnTo>
                  <a:lnTo>
                    <a:pt x="191" y="1619"/>
                  </a:lnTo>
                  <a:lnTo>
                    <a:pt x="191" y="190"/>
                  </a:lnTo>
                  <a:close/>
                  <a:moveTo>
                    <a:pt x="1" y="1"/>
                  </a:moveTo>
                  <a:lnTo>
                    <a:pt x="1" y="1807"/>
                  </a:lnTo>
                  <a:lnTo>
                    <a:pt x="640" y="1807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57" name="Google Shape;1457;p50">
              <a:extLst>
                <a:ext uri="{FF2B5EF4-FFF2-40B4-BE49-F238E27FC236}">
                  <a16:creationId xmlns:a16="http://schemas.microsoft.com/office/drawing/2014/main" id="{34739F6C-4CB2-DD6A-5C63-CFE1A8B717FE}"/>
                </a:ext>
              </a:extLst>
            </p:cNvPr>
            <p:cNvSpPr/>
            <p:nvPr/>
          </p:nvSpPr>
          <p:spPr>
            <a:xfrm>
              <a:off x="7599780" y="2209436"/>
              <a:ext cx="37579" cy="204825"/>
            </a:xfrm>
            <a:custGeom>
              <a:avLst/>
              <a:gdLst/>
              <a:ahLst/>
              <a:cxnLst/>
              <a:rect l="l" t="t" r="r" b="b"/>
              <a:pathLst>
                <a:path w="262" h="1428" extrusionOk="0">
                  <a:moveTo>
                    <a:pt x="0" y="0"/>
                  </a:moveTo>
                  <a:lnTo>
                    <a:pt x="0" y="1428"/>
                  </a:lnTo>
                  <a:lnTo>
                    <a:pt x="261" y="1428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58" name="Google Shape;1458;p50">
              <a:extLst>
                <a:ext uri="{FF2B5EF4-FFF2-40B4-BE49-F238E27FC236}">
                  <a16:creationId xmlns:a16="http://schemas.microsoft.com/office/drawing/2014/main" id="{C7102BFD-12BF-B520-9C46-82BF8F432273}"/>
                </a:ext>
              </a:extLst>
            </p:cNvPr>
            <p:cNvSpPr/>
            <p:nvPr/>
          </p:nvSpPr>
          <p:spPr>
            <a:xfrm>
              <a:off x="7572384" y="2182326"/>
              <a:ext cx="91940" cy="259474"/>
            </a:xfrm>
            <a:custGeom>
              <a:avLst/>
              <a:gdLst/>
              <a:ahLst/>
              <a:cxnLst/>
              <a:rect l="l" t="t" r="r" b="b"/>
              <a:pathLst>
                <a:path w="641" h="1809" extrusionOk="0">
                  <a:moveTo>
                    <a:pt x="452" y="190"/>
                  </a:moveTo>
                  <a:lnTo>
                    <a:pt x="452" y="1618"/>
                  </a:lnTo>
                  <a:lnTo>
                    <a:pt x="191" y="1618"/>
                  </a:lnTo>
                  <a:lnTo>
                    <a:pt x="191" y="190"/>
                  </a:lnTo>
                  <a:close/>
                  <a:moveTo>
                    <a:pt x="1" y="1"/>
                  </a:moveTo>
                  <a:lnTo>
                    <a:pt x="1" y="1808"/>
                  </a:lnTo>
                  <a:lnTo>
                    <a:pt x="640" y="1808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59" name="Google Shape;1459;p50">
              <a:extLst>
                <a:ext uri="{FF2B5EF4-FFF2-40B4-BE49-F238E27FC236}">
                  <a16:creationId xmlns:a16="http://schemas.microsoft.com/office/drawing/2014/main" id="{922764AC-6EBC-2DBA-E55C-76B203641735}"/>
                </a:ext>
              </a:extLst>
            </p:cNvPr>
            <p:cNvSpPr/>
            <p:nvPr/>
          </p:nvSpPr>
          <p:spPr>
            <a:xfrm>
              <a:off x="6719381" y="1861321"/>
              <a:ext cx="761627" cy="529849"/>
            </a:xfrm>
            <a:custGeom>
              <a:avLst/>
              <a:gdLst/>
              <a:ahLst/>
              <a:cxnLst/>
              <a:rect l="l" t="t" r="r" b="b"/>
              <a:pathLst>
                <a:path w="5310" h="3694" extrusionOk="0">
                  <a:moveTo>
                    <a:pt x="0" y="1"/>
                  </a:moveTo>
                  <a:lnTo>
                    <a:pt x="0" y="3693"/>
                  </a:lnTo>
                  <a:lnTo>
                    <a:pt x="5310" y="3693"/>
                  </a:lnTo>
                  <a:lnTo>
                    <a:pt x="53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60" name="Google Shape;1460;p50">
              <a:extLst>
                <a:ext uri="{FF2B5EF4-FFF2-40B4-BE49-F238E27FC236}">
                  <a16:creationId xmlns:a16="http://schemas.microsoft.com/office/drawing/2014/main" id="{095809D5-8C7D-06F8-3121-047734D40892}"/>
                </a:ext>
              </a:extLst>
            </p:cNvPr>
            <p:cNvSpPr/>
            <p:nvPr/>
          </p:nvSpPr>
          <p:spPr>
            <a:xfrm>
              <a:off x="6719381" y="2031003"/>
              <a:ext cx="761627" cy="202100"/>
            </a:xfrm>
            <a:custGeom>
              <a:avLst/>
              <a:gdLst/>
              <a:ahLst/>
              <a:cxnLst/>
              <a:rect l="l" t="t" r="r" b="b"/>
              <a:pathLst>
                <a:path w="5310" h="1409" extrusionOk="0">
                  <a:moveTo>
                    <a:pt x="0" y="1"/>
                  </a:moveTo>
                  <a:lnTo>
                    <a:pt x="0" y="1409"/>
                  </a:lnTo>
                  <a:lnTo>
                    <a:pt x="5310" y="1409"/>
                  </a:lnTo>
                  <a:lnTo>
                    <a:pt x="531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61" name="Google Shape;1461;p50">
              <a:extLst>
                <a:ext uri="{FF2B5EF4-FFF2-40B4-BE49-F238E27FC236}">
                  <a16:creationId xmlns:a16="http://schemas.microsoft.com/office/drawing/2014/main" id="{A71E327C-891E-51B2-2A90-0EE798C1EDE1}"/>
                </a:ext>
              </a:extLst>
            </p:cNvPr>
            <p:cNvSpPr/>
            <p:nvPr/>
          </p:nvSpPr>
          <p:spPr>
            <a:xfrm>
              <a:off x="6719381" y="1861321"/>
              <a:ext cx="761627" cy="80897"/>
            </a:xfrm>
            <a:custGeom>
              <a:avLst/>
              <a:gdLst/>
              <a:ahLst/>
              <a:cxnLst/>
              <a:rect l="l" t="t" r="r" b="b"/>
              <a:pathLst>
                <a:path w="5310" h="564" extrusionOk="0">
                  <a:moveTo>
                    <a:pt x="0" y="1"/>
                  </a:moveTo>
                  <a:lnTo>
                    <a:pt x="0" y="563"/>
                  </a:lnTo>
                  <a:lnTo>
                    <a:pt x="5310" y="563"/>
                  </a:lnTo>
                  <a:lnTo>
                    <a:pt x="531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62" name="Google Shape;1462;p50">
              <a:extLst>
                <a:ext uri="{FF2B5EF4-FFF2-40B4-BE49-F238E27FC236}">
                  <a16:creationId xmlns:a16="http://schemas.microsoft.com/office/drawing/2014/main" id="{7E0D3F81-ABA6-5281-3A48-078CADA755A6}"/>
                </a:ext>
              </a:extLst>
            </p:cNvPr>
            <p:cNvSpPr/>
            <p:nvPr/>
          </p:nvSpPr>
          <p:spPr>
            <a:xfrm>
              <a:off x="6837570" y="2064997"/>
              <a:ext cx="356573" cy="130813"/>
            </a:xfrm>
            <a:custGeom>
              <a:avLst/>
              <a:gdLst/>
              <a:ahLst/>
              <a:cxnLst/>
              <a:rect l="l" t="t" r="r" b="b"/>
              <a:pathLst>
                <a:path w="2486" h="912" extrusionOk="0">
                  <a:moveTo>
                    <a:pt x="1" y="1"/>
                  </a:moveTo>
                  <a:lnTo>
                    <a:pt x="1" y="912"/>
                  </a:lnTo>
                  <a:lnTo>
                    <a:pt x="2486" y="912"/>
                  </a:lnTo>
                  <a:lnTo>
                    <a:pt x="248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63" name="Google Shape;1463;p50">
              <a:extLst>
                <a:ext uri="{FF2B5EF4-FFF2-40B4-BE49-F238E27FC236}">
                  <a16:creationId xmlns:a16="http://schemas.microsoft.com/office/drawing/2014/main" id="{FB621E82-9098-3697-99B8-6B5AD3321E99}"/>
                </a:ext>
              </a:extLst>
            </p:cNvPr>
            <p:cNvSpPr/>
            <p:nvPr/>
          </p:nvSpPr>
          <p:spPr>
            <a:xfrm>
              <a:off x="6837570" y="2064997"/>
              <a:ext cx="42169" cy="130813"/>
            </a:xfrm>
            <a:custGeom>
              <a:avLst/>
              <a:gdLst/>
              <a:ahLst/>
              <a:cxnLst/>
              <a:rect l="l" t="t" r="r" b="b"/>
              <a:pathLst>
                <a:path w="294" h="912" extrusionOk="0">
                  <a:moveTo>
                    <a:pt x="1" y="1"/>
                  </a:moveTo>
                  <a:lnTo>
                    <a:pt x="1" y="912"/>
                  </a:lnTo>
                  <a:lnTo>
                    <a:pt x="294" y="912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64" name="Google Shape;1464;p50">
              <a:extLst>
                <a:ext uri="{FF2B5EF4-FFF2-40B4-BE49-F238E27FC236}">
                  <a16:creationId xmlns:a16="http://schemas.microsoft.com/office/drawing/2014/main" id="{14B406C9-736F-D132-EB25-728EED7B79E6}"/>
                </a:ext>
              </a:extLst>
            </p:cNvPr>
            <p:cNvSpPr/>
            <p:nvPr/>
          </p:nvSpPr>
          <p:spPr>
            <a:xfrm>
              <a:off x="6900538" y="2064997"/>
              <a:ext cx="42169" cy="130813"/>
            </a:xfrm>
            <a:custGeom>
              <a:avLst/>
              <a:gdLst/>
              <a:ahLst/>
              <a:cxnLst/>
              <a:rect l="l" t="t" r="r" b="b"/>
              <a:pathLst>
                <a:path w="294" h="912" extrusionOk="0">
                  <a:moveTo>
                    <a:pt x="0" y="1"/>
                  </a:moveTo>
                  <a:lnTo>
                    <a:pt x="0" y="912"/>
                  </a:lnTo>
                  <a:lnTo>
                    <a:pt x="293" y="912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65" name="Google Shape;1465;p50">
              <a:extLst>
                <a:ext uri="{FF2B5EF4-FFF2-40B4-BE49-F238E27FC236}">
                  <a16:creationId xmlns:a16="http://schemas.microsoft.com/office/drawing/2014/main" id="{7D4F8811-1C37-8559-3E65-AA1F0C330CDC}"/>
                </a:ext>
              </a:extLst>
            </p:cNvPr>
            <p:cNvSpPr/>
            <p:nvPr/>
          </p:nvSpPr>
          <p:spPr>
            <a:xfrm>
              <a:off x="6963362" y="2064997"/>
              <a:ext cx="42169" cy="130813"/>
            </a:xfrm>
            <a:custGeom>
              <a:avLst/>
              <a:gdLst/>
              <a:ahLst/>
              <a:cxnLst/>
              <a:rect l="l" t="t" r="r" b="b"/>
              <a:pathLst>
                <a:path w="294" h="912" extrusionOk="0">
                  <a:moveTo>
                    <a:pt x="1" y="1"/>
                  </a:moveTo>
                  <a:lnTo>
                    <a:pt x="1" y="912"/>
                  </a:lnTo>
                  <a:lnTo>
                    <a:pt x="294" y="912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66" name="Google Shape;1466;p50">
              <a:extLst>
                <a:ext uri="{FF2B5EF4-FFF2-40B4-BE49-F238E27FC236}">
                  <a16:creationId xmlns:a16="http://schemas.microsoft.com/office/drawing/2014/main" id="{0C2DF049-868D-8620-CA36-5E6B6F9BA564}"/>
                </a:ext>
              </a:extLst>
            </p:cNvPr>
            <p:cNvSpPr/>
            <p:nvPr/>
          </p:nvSpPr>
          <p:spPr>
            <a:xfrm>
              <a:off x="7026330" y="2064997"/>
              <a:ext cx="42169" cy="130813"/>
            </a:xfrm>
            <a:custGeom>
              <a:avLst/>
              <a:gdLst/>
              <a:ahLst/>
              <a:cxnLst/>
              <a:rect l="l" t="t" r="r" b="b"/>
              <a:pathLst>
                <a:path w="294" h="912" extrusionOk="0">
                  <a:moveTo>
                    <a:pt x="0" y="1"/>
                  </a:moveTo>
                  <a:lnTo>
                    <a:pt x="0" y="912"/>
                  </a:lnTo>
                  <a:lnTo>
                    <a:pt x="293" y="912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67" name="Google Shape;1467;p50">
              <a:extLst>
                <a:ext uri="{FF2B5EF4-FFF2-40B4-BE49-F238E27FC236}">
                  <a16:creationId xmlns:a16="http://schemas.microsoft.com/office/drawing/2014/main" id="{07280C88-1AB6-5962-6F12-DFDB4E3CDD11}"/>
                </a:ext>
              </a:extLst>
            </p:cNvPr>
            <p:cNvSpPr/>
            <p:nvPr/>
          </p:nvSpPr>
          <p:spPr>
            <a:xfrm>
              <a:off x="7089154" y="2064997"/>
              <a:ext cx="42169" cy="130813"/>
            </a:xfrm>
            <a:custGeom>
              <a:avLst/>
              <a:gdLst/>
              <a:ahLst/>
              <a:cxnLst/>
              <a:rect l="l" t="t" r="r" b="b"/>
              <a:pathLst>
                <a:path w="294" h="912" extrusionOk="0">
                  <a:moveTo>
                    <a:pt x="1" y="1"/>
                  </a:moveTo>
                  <a:lnTo>
                    <a:pt x="1" y="912"/>
                  </a:lnTo>
                  <a:lnTo>
                    <a:pt x="294" y="912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68" name="Google Shape;1468;p50">
              <a:extLst>
                <a:ext uri="{FF2B5EF4-FFF2-40B4-BE49-F238E27FC236}">
                  <a16:creationId xmlns:a16="http://schemas.microsoft.com/office/drawing/2014/main" id="{D442AED0-0808-88CE-EEB0-86863B918B17}"/>
                </a:ext>
              </a:extLst>
            </p:cNvPr>
            <p:cNvSpPr/>
            <p:nvPr/>
          </p:nvSpPr>
          <p:spPr>
            <a:xfrm>
              <a:off x="7151978" y="2064997"/>
              <a:ext cx="42169" cy="130813"/>
            </a:xfrm>
            <a:custGeom>
              <a:avLst/>
              <a:gdLst/>
              <a:ahLst/>
              <a:cxnLst/>
              <a:rect l="l" t="t" r="r" b="b"/>
              <a:pathLst>
                <a:path w="294" h="912" extrusionOk="0">
                  <a:moveTo>
                    <a:pt x="1" y="1"/>
                  </a:moveTo>
                  <a:lnTo>
                    <a:pt x="1" y="912"/>
                  </a:lnTo>
                  <a:lnTo>
                    <a:pt x="294" y="912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69" name="Google Shape;1469;p50">
              <a:extLst>
                <a:ext uri="{FF2B5EF4-FFF2-40B4-BE49-F238E27FC236}">
                  <a16:creationId xmlns:a16="http://schemas.microsoft.com/office/drawing/2014/main" id="{0A099549-D479-C858-AB27-0543D67DF851}"/>
                </a:ext>
              </a:extLst>
            </p:cNvPr>
            <p:cNvSpPr/>
            <p:nvPr/>
          </p:nvSpPr>
          <p:spPr>
            <a:xfrm>
              <a:off x="6841013" y="2107597"/>
              <a:ext cx="34998" cy="46043"/>
            </a:xfrm>
            <a:custGeom>
              <a:avLst/>
              <a:gdLst/>
              <a:ahLst/>
              <a:cxnLst/>
              <a:rect l="l" t="t" r="r" b="b"/>
              <a:pathLst>
                <a:path w="244" h="321" extrusionOk="0">
                  <a:moveTo>
                    <a:pt x="122" y="42"/>
                  </a:moveTo>
                  <a:cubicBezTo>
                    <a:pt x="144" y="42"/>
                    <a:pt x="161" y="53"/>
                    <a:pt x="174" y="71"/>
                  </a:cubicBezTo>
                  <a:cubicBezTo>
                    <a:pt x="185" y="90"/>
                    <a:pt x="192" y="119"/>
                    <a:pt x="192" y="159"/>
                  </a:cubicBezTo>
                  <a:cubicBezTo>
                    <a:pt x="192" y="199"/>
                    <a:pt x="185" y="229"/>
                    <a:pt x="174" y="247"/>
                  </a:cubicBezTo>
                  <a:cubicBezTo>
                    <a:pt x="161" y="267"/>
                    <a:pt x="144" y="277"/>
                    <a:pt x="122" y="277"/>
                  </a:cubicBezTo>
                  <a:cubicBezTo>
                    <a:pt x="100" y="277"/>
                    <a:pt x="83" y="266"/>
                    <a:pt x="71" y="247"/>
                  </a:cubicBezTo>
                  <a:cubicBezTo>
                    <a:pt x="58" y="227"/>
                    <a:pt x="52" y="198"/>
                    <a:pt x="52" y="159"/>
                  </a:cubicBezTo>
                  <a:cubicBezTo>
                    <a:pt x="52" y="120"/>
                    <a:pt x="58" y="91"/>
                    <a:pt x="71" y="71"/>
                  </a:cubicBezTo>
                  <a:cubicBezTo>
                    <a:pt x="84" y="50"/>
                    <a:pt x="101" y="42"/>
                    <a:pt x="122" y="42"/>
                  </a:cubicBezTo>
                  <a:close/>
                  <a:moveTo>
                    <a:pt x="122" y="0"/>
                  </a:moveTo>
                  <a:cubicBezTo>
                    <a:pt x="103" y="0"/>
                    <a:pt x="85" y="4"/>
                    <a:pt x="69" y="12"/>
                  </a:cubicBezTo>
                  <a:cubicBezTo>
                    <a:pt x="55" y="20"/>
                    <a:pt x="42" y="31"/>
                    <a:pt x="31" y="46"/>
                  </a:cubicBezTo>
                  <a:cubicBezTo>
                    <a:pt x="21" y="60"/>
                    <a:pt x="14" y="76"/>
                    <a:pt x="9" y="96"/>
                  </a:cubicBezTo>
                  <a:cubicBezTo>
                    <a:pt x="4" y="117"/>
                    <a:pt x="0" y="138"/>
                    <a:pt x="0" y="161"/>
                  </a:cubicBezTo>
                  <a:cubicBezTo>
                    <a:pt x="0" y="183"/>
                    <a:pt x="4" y="204"/>
                    <a:pt x="9" y="225"/>
                  </a:cubicBezTo>
                  <a:cubicBezTo>
                    <a:pt x="14" y="245"/>
                    <a:pt x="21" y="262"/>
                    <a:pt x="31" y="276"/>
                  </a:cubicBezTo>
                  <a:cubicBezTo>
                    <a:pt x="41" y="290"/>
                    <a:pt x="54" y="301"/>
                    <a:pt x="69" y="309"/>
                  </a:cubicBezTo>
                  <a:cubicBezTo>
                    <a:pt x="84" y="317"/>
                    <a:pt x="101" y="321"/>
                    <a:pt x="121" y="321"/>
                  </a:cubicBezTo>
                  <a:cubicBezTo>
                    <a:pt x="142" y="321"/>
                    <a:pt x="160" y="317"/>
                    <a:pt x="175" y="309"/>
                  </a:cubicBezTo>
                  <a:cubicBezTo>
                    <a:pt x="190" y="301"/>
                    <a:pt x="201" y="289"/>
                    <a:pt x="212" y="276"/>
                  </a:cubicBezTo>
                  <a:cubicBezTo>
                    <a:pt x="223" y="261"/>
                    <a:pt x="229" y="245"/>
                    <a:pt x="235" y="225"/>
                  </a:cubicBezTo>
                  <a:cubicBezTo>
                    <a:pt x="240" y="204"/>
                    <a:pt x="243" y="183"/>
                    <a:pt x="243" y="161"/>
                  </a:cubicBezTo>
                  <a:cubicBezTo>
                    <a:pt x="243" y="137"/>
                    <a:pt x="240" y="117"/>
                    <a:pt x="235" y="96"/>
                  </a:cubicBezTo>
                  <a:cubicBezTo>
                    <a:pt x="229" y="76"/>
                    <a:pt x="223" y="60"/>
                    <a:pt x="212" y="46"/>
                  </a:cubicBezTo>
                  <a:cubicBezTo>
                    <a:pt x="203" y="31"/>
                    <a:pt x="190" y="20"/>
                    <a:pt x="175" y="12"/>
                  </a:cubicBezTo>
                  <a:cubicBezTo>
                    <a:pt x="160" y="4"/>
                    <a:pt x="143" y="0"/>
                    <a:pt x="1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70" name="Google Shape;1470;p50">
              <a:extLst>
                <a:ext uri="{FF2B5EF4-FFF2-40B4-BE49-F238E27FC236}">
                  <a16:creationId xmlns:a16="http://schemas.microsoft.com/office/drawing/2014/main" id="{0142F133-0594-0213-E60B-64B350203859}"/>
                </a:ext>
              </a:extLst>
            </p:cNvPr>
            <p:cNvSpPr/>
            <p:nvPr/>
          </p:nvSpPr>
          <p:spPr>
            <a:xfrm>
              <a:off x="6903980" y="2107597"/>
              <a:ext cx="34854" cy="46043"/>
            </a:xfrm>
            <a:custGeom>
              <a:avLst/>
              <a:gdLst/>
              <a:ahLst/>
              <a:cxnLst/>
              <a:rect l="l" t="t" r="r" b="b"/>
              <a:pathLst>
                <a:path w="243" h="321" extrusionOk="0">
                  <a:moveTo>
                    <a:pt x="122" y="42"/>
                  </a:moveTo>
                  <a:cubicBezTo>
                    <a:pt x="145" y="42"/>
                    <a:pt x="161" y="53"/>
                    <a:pt x="173" y="71"/>
                  </a:cubicBezTo>
                  <a:cubicBezTo>
                    <a:pt x="185" y="90"/>
                    <a:pt x="191" y="119"/>
                    <a:pt x="191" y="159"/>
                  </a:cubicBezTo>
                  <a:cubicBezTo>
                    <a:pt x="191" y="199"/>
                    <a:pt x="185" y="229"/>
                    <a:pt x="173" y="247"/>
                  </a:cubicBezTo>
                  <a:cubicBezTo>
                    <a:pt x="161" y="267"/>
                    <a:pt x="145" y="277"/>
                    <a:pt x="122" y="277"/>
                  </a:cubicBezTo>
                  <a:cubicBezTo>
                    <a:pt x="99" y="277"/>
                    <a:pt x="82" y="266"/>
                    <a:pt x="70" y="247"/>
                  </a:cubicBezTo>
                  <a:cubicBezTo>
                    <a:pt x="58" y="227"/>
                    <a:pt x="51" y="198"/>
                    <a:pt x="51" y="159"/>
                  </a:cubicBezTo>
                  <a:cubicBezTo>
                    <a:pt x="51" y="120"/>
                    <a:pt x="58" y="91"/>
                    <a:pt x="70" y="71"/>
                  </a:cubicBezTo>
                  <a:cubicBezTo>
                    <a:pt x="83" y="50"/>
                    <a:pt x="100" y="42"/>
                    <a:pt x="122" y="42"/>
                  </a:cubicBezTo>
                  <a:close/>
                  <a:moveTo>
                    <a:pt x="122" y="0"/>
                  </a:moveTo>
                  <a:cubicBezTo>
                    <a:pt x="102" y="0"/>
                    <a:pt x="84" y="4"/>
                    <a:pt x="68" y="12"/>
                  </a:cubicBezTo>
                  <a:cubicBezTo>
                    <a:pt x="54" y="20"/>
                    <a:pt x="42" y="31"/>
                    <a:pt x="31" y="46"/>
                  </a:cubicBezTo>
                  <a:cubicBezTo>
                    <a:pt x="20" y="60"/>
                    <a:pt x="14" y="76"/>
                    <a:pt x="8" y="96"/>
                  </a:cubicBezTo>
                  <a:cubicBezTo>
                    <a:pt x="3" y="117"/>
                    <a:pt x="1" y="138"/>
                    <a:pt x="1" y="161"/>
                  </a:cubicBezTo>
                  <a:cubicBezTo>
                    <a:pt x="1" y="183"/>
                    <a:pt x="3" y="204"/>
                    <a:pt x="8" y="225"/>
                  </a:cubicBezTo>
                  <a:cubicBezTo>
                    <a:pt x="14" y="245"/>
                    <a:pt x="20" y="262"/>
                    <a:pt x="31" y="276"/>
                  </a:cubicBezTo>
                  <a:cubicBezTo>
                    <a:pt x="40" y="290"/>
                    <a:pt x="54" y="301"/>
                    <a:pt x="68" y="309"/>
                  </a:cubicBezTo>
                  <a:cubicBezTo>
                    <a:pt x="83" y="317"/>
                    <a:pt x="100" y="321"/>
                    <a:pt x="121" y="321"/>
                  </a:cubicBezTo>
                  <a:cubicBezTo>
                    <a:pt x="141" y="321"/>
                    <a:pt x="159" y="317"/>
                    <a:pt x="174" y="309"/>
                  </a:cubicBezTo>
                  <a:cubicBezTo>
                    <a:pt x="189" y="301"/>
                    <a:pt x="201" y="289"/>
                    <a:pt x="212" y="276"/>
                  </a:cubicBezTo>
                  <a:cubicBezTo>
                    <a:pt x="222" y="261"/>
                    <a:pt x="229" y="245"/>
                    <a:pt x="234" y="225"/>
                  </a:cubicBezTo>
                  <a:cubicBezTo>
                    <a:pt x="239" y="204"/>
                    <a:pt x="243" y="183"/>
                    <a:pt x="243" y="161"/>
                  </a:cubicBezTo>
                  <a:cubicBezTo>
                    <a:pt x="243" y="137"/>
                    <a:pt x="239" y="117"/>
                    <a:pt x="234" y="96"/>
                  </a:cubicBezTo>
                  <a:cubicBezTo>
                    <a:pt x="229" y="76"/>
                    <a:pt x="222" y="60"/>
                    <a:pt x="212" y="46"/>
                  </a:cubicBezTo>
                  <a:cubicBezTo>
                    <a:pt x="202" y="31"/>
                    <a:pt x="189" y="20"/>
                    <a:pt x="174" y="12"/>
                  </a:cubicBezTo>
                  <a:cubicBezTo>
                    <a:pt x="159" y="4"/>
                    <a:pt x="142" y="0"/>
                    <a:pt x="1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71" name="Google Shape;1471;p50">
              <a:extLst>
                <a:ext uri="{FF2B5EF4-FFF2-40B4-BE49-F238E27FC236}">
                  <a16:creationId xmlns:a16="http://schemas.microsoft.com/office/drawing/2014/main" id="{7E6B7474-16DF-5E1D-8A9B-C07E8E9BB0A4}"/>
                </a:ext>
              </a:extLst>
            </p:cNvPr>
            <p:cNvSpPr/>
            <p:nvPr/>
          </p:nvSpPr>
          <p:spPr>
            <a:xfrm>
              <a:off x="6967091" y="2107597"/>
              <a:ext cx="34854" cy="46043"/>
            </a:xfrm>
            <a:custGeom>
              <a:avLst/>
              <a:gdLst/>
              <a:ahLst/>
              <a:cxnLst/>
              <a:rect l="l" t="t" r="r" b="b"/>
              <a:pathLst>
                <a:path w="243" h="321" extrusionOk="0">
                  <a:moveTo>
                    <a:pt x="120" y="42"/>
                  </a:moveTo>
                  <a:cubicBezTo>
                    <a:pt x="144" y="42"/>
                    <a:pt x="160" y="53"/>
                    <a:pt x="171" y="71"/>
                  </a:cubicBezTo>
                  <a:cubicBezTo>
                    <a:pt x="183" y="90"/>
                    <a:pt x="190" y="119"/>
                    <a:pt x="190" y="159"/>
                  </a:cubicBezTo>
                  <a:cubicBezTo>
                    <a:pt x="190" y="199"/>
                    <a:pt x="183" y="229"/>
                    <a:pt x="171" y="247"/>
                  </a:cubicBezTo>
                  <a:cubicBezTo>
                    <a:pt x="160" y="267"/>
                    <a:pt x="142" y="277"/>
                    <a:pt x="120" y="277"/>
                  </a:cubicBezTo>
                  <a:cubicBezTo>
                    <a:pt x="98" y="277"/>
                    <a:pt x="81" y="266"/>
                    <a:pt x="69" y="247"/>
                  </a:cubicBezTo>
                  <a:cubicBezTo>
                    <a:pt x="56" y="227"/>
                    <a:pt x="50" y="198"/>
                    <a:pt x="50" y="159"/>
                  </a:cubicBezTo>
                  <a:cubicBezTo>
                    <a:pt x="50" y="120"/>
                    <a:pt x="56" y="91"/>
                    <a:pt x="69" y="71"/>
                  </a:cubicBezTo>
                  <a:cubicBezTo>
                    <a:pt x="82" y="50"/>
                    <a:pt x="99" y="42"/>
                    <a:pt x="120" y="42"/>
                  </a:cubicBezTo>
                  <a:close/>
                  <a:moveTo>
                    <a:pt x="122" y="0"/>
                  </a:moveTo>
                  <a:cubicBezTo>
                    <a:pt x="102" y="0"/>
                    <a:pt x="83" y="4"/>
                    <a:pt x="69" y="12"/>
                  </a:cubicBezTo>
                  <a:cubicBezTo>
                    <a:pt x="54" y="20"/>
                    <a:pt x="42" y="31"/>
                    <a:pt x="31" y="46"/>
                  </a:cubicBezTo>
                  <a:cubicBezTo>
                    <a:pt x="21" y="60"/>
                    <a:pt x="13" y="76"/>
                    <a:pt x="8" y="96"/>
                  </a:cubicBezTo>
                  <a:cubicBezTo>
                    <a:pt x="3" y="117"/>
                    <a:pt x="0" y="138"/>
                    <a:pt x="0" y="161"/>
                  </a:cubicBezTo>
                  <a:cubicBezTo>
                    <a:pt x="0" y="183"/>
                    <a:pt x="3" y="204"/>
                    <a:pt x="8" y="225"/>
                  </a:cubicBezTo>
                  <a:cubicBezTo>
                    <a:pt x="13" y="245"/>
                    <a:pt x="21" y="262"/>
                    <a:pt x="31" y="276"/>
                  </a:cubicBezTo>
                  <a:cubicBezTo>
                    <a:pt x="40" y="290"/>
                    <a:pt x="54" y="301"/>
                    <a:pt x="69" y="309"/>
                  </a:cubicBezTo>
                  <a:cubicBezTo>
                    <a:pt x="83" y="317"/>
                    <a:pt x="101" y="321"/>
                    <a:pt x="120" y="321"/>
                  </a:cubicBezTo>
                  <a:cubicBezTo>
                    <a:pt x="140" y="321"/>
                    <a:pt x="160" y="317"/>
                    <a:pt x="174" y="309"/>
                  </a:cubicBezTo>
                  <a:cubicBezTo>
                    <a:pt x="189" y="301"/>
                    <a:pt x="200" y="289"/>
                    <a:pt x="211" y="276"/>
                  </a:cubicBezTo>
                  <a:cubicBezTo>
                    <a:pt x="222" y="261"/>
                    <a:pt x="229" y="245"/>
                    <a:pt x="235" y="225"/>
                  </a:cubicBezTo>
                  <a:cubicBezTo>
                    <a:pt x="240" y="204"/>
                    <a:pt x="242" y="183"/>
                    <a:pt x="242" y="161"/>
                  </a:cubicBezTo>
                  <a:cubicBezTo>
                    <a:pt x="242" y="137"/>
                    <a:pt x="240" y="117"/>
                    <a:pt x="235" y="96"/>
                  </a:cubicBezTo>
                  <a:cubicBezTo>
                    <a:pt x="228" y="76"/>
                    <a:pt x="222" y="60"/>
                    <a:pt x="211" y="46"/>
                  </a:cubicBezTo>
                  <a:cubicBezTo>
                    <a:pt x="202" y="31"/>
                    <a:pt x="189" y="20"/>
                    <a:pt x="174" y="12"/>
                  </a:cubicBezTo>
                  <a:cubicBezTo>
                    <a:pt x="160" y="4"/>
                    <a:pt x="142" y="0"/>
                    <a:pt x="1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72" name="Google Shape;1472;p50">
              <a:extLst>
                <a:ext uri="{FF2B5EF4-FFF2-40B4-BE49-F238E27FC236}">
                  <a16:creationId xmlns:a16="http://schemas.microsoft.com/office/drawing/2014/main" id="{ABE1E8CA-4904-4008-B29B-90260799F844}"/>
                </a:ext>
              </a:extLst>
            </p:cNvPr>
            <p:cNvSpPr/>
            <p:nvPr/>
          </p:nvSpPr>
          <p:spPr>
            <a:xfrm>
              <a:off x="7029629" y="2107597"/>
              <a:ext cx="34998" cy="46043"/>
            </a:xfrm>
            <a:custGeom>
              <a:avLst/>
              <a:gdLst/>
              <a:ahLst/>
              <a:cxnLst/>
              <a:rect l="l" t="t" r="r" b="b"/>
              <a:pathLst>
                <a:path w="244" h="321" extrusionOk="0">
                  <a:moveTo>
                    <a:pt x="123" y="42"/>
                  </a:moveTo>
                  <a:cubicBezTo>
                    <a:pt x="146" y="42"/>
                    <a:pt x="162" y="53"/>
                    <a:pt x="174" y="71"/>
                  </a:cubicBezTo>
                  <a:cubicBezTo>
                    <a:pt x="186" y="90"/>
                    <a:pt x="192" y="119"/>
                    <a:pt x="192" y="159"/>
                  </a:cubicBezTo>
                  <a:cubicBezTo>
                    <a:pt x="192" y="199"/>
                    <a:pt x="186" y="229"/>
                    <a:pt x="174" y="247"/>
                  </a:cubicBezTo>
                  <a:cubicBezTo>
                    <a:pt x="161" y="267"/>
                    <a:pt x="145" y="277"/>
                    <a:pt x="123" y="277"/>
                  </a:cubicBezTo>
                  <a:cubicBezTo>
                    <a:pt x="100" y="277"/>
                    <a:pt x="83" y="266"/>
                    <a:pt x="71" y="247"/>
                  </a:cubicBezTo>
                  <a:cubicBezTo>
                    <a:pt x="58" y="227"/>
                    <a:pt x="52" y="198"/>
                    <a:pt x="52" y="159"/>
                  </a:cubicBezTo>
                  <a:cubicBezTo>
                    <a:pt x="52" y="120"/>
                    <a:pt x="58" y="91"/>
                    <a:pt x="71" y="71"/>
                  </a:cubicBezTo>
                  <a:cubicBezTo>
                    <a:pt x="84" y="50"/>
                    <a:pt x="101" y="42"/>
                    <a:pt x="123" y="42"/>
                  </a:cubicBezTo>
                  <a:close/>
                  <a:moveTo>
                    <a:pt x="125" y="0"/>
                  </a:moveTo>
                  <a:cubicBezTo>
                    <a:pt x="104" y="0"/>
                    <a:pt x="85" y="4"/>
                    <a:pt x="69" y="12"/>
                  </a:cubicBezTo>
                  <a:cubicBezTo>
                    <a:pt x="55" y="20"/>
                    <a:pt x="42" y="31"/>
                    <a:pt x="32" y="46"/>
                  </a:cubicBezTo>
                  <a:cubicBezTo>
                    <a:pt x="21" y="60"/>
                    <a:pt x="15" y="76"/>
                    <a:pt x="9" y="96"/>
                  </a:cubicBezTo>
                  <a:cubicBezTo>
                    <a:pt x="4" y="117"/>
                    <a:pt x="1" y="138"/>
                    <a:pt x="1" y="161"/>
                  </a:cubicBezTo>
                  <a:cubicBezTo>
                    <a:pt x="1" y="183"/>
                    <a:pt x="4" y="204"/>
                    <a:pt x="9" y="225"/>
                  </a:cubicBezTo>
                  <a:cubicBezTo>
                    <a:pt x="15" y="245"/>
                    <a:pt x="21" y="262"/>
                    <a:pt x="32" y="276"/>
                  </a:cubicBezTo>
                  <a:cubicBezTo>
                    <a:pt x="41" y="290"/>
                    <a:pt x="54" y="301"/>
                    <a:pt x="69" y="309"/>
                  </a:cubicBezTo>
                  <a:cubicBezTo>
                    <a:pt x="84" y="317"/>
                    <a:pt x="101" y="321"/>
                    <a:pt x="122" y="321"/>
                  </a:cubicBezTo>
                  <a:cubicBezTo>
                    <a:pt x="142" y="321"/>
                    <a:pt x="160" y="317"/>
                    <a:pt x="175" y="309"/>
                  </a:cubicBezTo>
                  <a:cubicBezTo>
                    <a:pt x="190" y="301"/>
                    <a:pt x="202" y="289"/>
                    <a:pt x="212" y="276"/>
                  </a:cubicBezTo>
                  <a:cubicBezTo>
                    <a:pt x="223" y="261"/>
                    <a:pt x="230" y="245"/>
                    <a:pt x="235" y="225"/>
                  </a:cubicBezTo>
                  <a:cubicBezTo>
                    <a:pt x="240" y="204"/>
                    <a:pt x="243" y="183"/>
                    <a:pt x="243" y="161"/>
                  </a:cubicBezTo>
                  <a:cubicBezTo>
                    <a:pt x="243" y="137"/>
                    <a:pt x="241" y="117"/>
                    <a:pt x="236" y="96"/>
                  </a:cubicBezTo>
                  <a:cubicBezTo>
                    <a:pt x="231" y="76"/>
                    <a:pt x="224" y="60"/>
                    <a:pt x="213" y="46"/>
                  </a:cubicBezTo>
                  <a:cubicBezTo>
                    <a:pt x="205" y="31"/>
                    <a:pt x="191" y="20"/>
                    <a:pt x="176" y="12"/>
                  </a:cubicBezTo>
                  <a:cubicBezTo>
                    <a:pt x="161" y="4"/>
                    <a:pt x="144" y="0"/>
                    <a:pt x="1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73" name="Google Shape;1473;p50">
              <a:extLst>
                <a:ext uri="{FF2B5EF4-FFF2-40B4-BE49-F238E27FC236}">
                  <a16:creationId xmlns:a16="http://schemas.microsoft.com/office/drawing/2014/main" id="{1AD1E7BF-F0A5-6E07-2869-20DC0E5CC5B3}"/>
                </a:ext>
              </a:extLst>
            </p:cNvPr>
            <p:cNvSpPr/>
            <p:nvPr/>
          </p:nvSpPr>
          <p:spPr>
            <a:xfrm>
              <a:off x="7092883" y="2107597"/>
              <a:ext cx="34711" cy="46043"/>
            </a:xfrm>
            <a:custGeom>
              <a:avLst/>
              <a:gdLst/>
              <a:ahLst/>
              <a:cxnLst/>
              <a:rect l="l" t="t" r="r" b="b"/>
              <a:pathLst>
                <a:path w="242" h="321" extrusionOk="0">
                  <a:moveTo>
                    <a:pt x="120" y="42"/>
                  </a:moveTo>
                  <a:cubicBezTo>
                    <a:pt x="142" y="42"/>
                    <a:pt x="160" y="53"/>
                    <a:pt x="171" y="71"/>
                  </a:cubicBezTo>
                  <a:cubicBezTo>
                    <a:pt x="183" y="90"/>
                    <a:pt x="190" y="119"/>
                    <a:pt x="190" y="159"/>
                  </a:cubicBezTo>
                  <a:cubicBezTo>
                    <a:pt x="190" y="199"/>
                    <a:pt x="183" y="229"/>
                    <a:pt x="171" y="247"/>
                  </a:cubicBezTo>
                  <a:cubicBezTo>
                    <a:pt x="160" y="267"/>
                    <a:pt x="141" y="277"/>
                    <a:pt x="120" y="277"/>
                  </a:cubicBezTo>
                  <a:cubicBezTo>
                    <a:pt x="98" y="277"/>
                    <a:pt x="80" y="266"/>
                    <a:pt x="69" y="247"/>
                  </a:cubicBezTo>
                  <a:cubicBezTo>
                    <a:pt x="56" y="227"/>
                    <a:pt x="49" y="198"/>
                    <a:pt x="49" y="159"/>
                  </a:cubicBezTo>
                  <a:cubicBezTo>
                    <a:pt x="49" y="120"/>
                    <a:pt x="56" y="91"/>
                    <a:pt x="69" y="71"/>
                  </a:cubicBezTo>
                  <a:cubicBezTo>
                    <a:pt x="82" y="50"/>
                    <a:pt x="99" y="42"/>
                    <a:pt x="120" y="42"/>
                  </a:cubicBezTo>
                  <a:close/>
                  <a:moveTo>
                    <a:pt x="122" y="0"/>
                  </a:moveTo>
                  <a:cubicBezTo>
                    <a:pt x="102" y="0"/>
                    <a:pt x="85" y="4"/>
                    <a:pt x="69" y="12"/>
                  </a:cubicBezTo>
                  <a:cubicBezTo>
                    <a:pt x="54" y="20"/>
                    <a:pt x="42" y="31"/>
                    <a:pt x="31" y="46"/>
                  </a:cubicBezTo>
                  <a:cubicBezTo>
                    <a:pt x="21" y="60"/>
                    <a:pt x="13" y="76"/>
                    <a:pt x="8" y="96"/>
                  </a:cubicBezTo>
                  <a:cubicBezTo>
                    <a:pt x="2" y="117"/>
                    <a:pt x="0" y="138"/>
                    <a:pt x="0" y="161"/>
                  </a:cubicBezTo>
                  <a:cubicBezTo>
                    <a:pt x="0" y="183"/>
                    <a:pt x="2" y="204"/>
                    <a:pt x="8" y="225"/>
                  </a:cubicBezTo>
                  <a:cubicBezTo>
                    <a:pt x="13" y="245"/>
                    <a:pt x="21" y="262"/>
                    <a:pt x="31" y="276"/>
                  </a:cubicBezTo>
                  <a:cubicBezTo>
                    <a:pt x="42" y="290"/>
                    <a:pt x="54" y="301"/>
                    <a:pt x="69" y="309"/>
                  </a:cubicBezTo>
                  <a:cubicBezTo>
                    <a:pt x="83" y="317"/>
                    <a:pt x="101" y="321"/>
                    <a:pt x="120" y="321"/>
                  </a:cubicBezTo>
                  <a:cubicBezTo>
                    <a:pt x="140" y="321"/>
                    <a:pt x="160" y="317"/>
                    <a:pt x="173" y="309"/>
                  </a:cubicBezTo>
                  <a:cubicBezTo>
                    <a:pt x="188" y="301"/>
                    <a:pt x="200" y="289"/>
                    <a:pt x="211" y="276"/>
                  </a:cubicBezTo>
                  <a:cubicBezTo>
                    <a:pt x="222" y="261"/>
                    <a:pt x="229" y="245"/>
                    <a:pt x="234" y="225"/>
                  </a:cubicBezTo>
                  <a:cubicBezTo>
                    <a:pt x="240" y="204"/>
                    <a:pt x="242" y="183"/>
                    <a:pt x="242" y="161"/>
                  </a:cubicBezTo>
                  <a:cubicBezTo>
                    <a:pt x="242" y="137"/>
                    <a:pt x="240" y="117"/>
                    <a:pt x="234" y="96"/>
                  </a:cubicBezTo>
                  <a:cubicBezTo>
                    <a:pt x="228" y="76"/>
                    <a:pt x="222" y="60"/>
                    <a:pt x="211" y="46"/>
                  </a:cubicBezTo>
                  <a:cubicBezTo>
                    <a:pt x="202" y="31"/>
                    <a:pt x="188" y="20"/>
                    <a:pt x="173" y="12"/>
                  </a:cubicBezTo>
                  <a:cubicBezTo>
                    <a:pt x="160" y="4"/>
                    <a:pt x="141" y="0"/>
                    <a:pt x="1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74" name="Google Shape;1474;p50">
              <a:extLst>
                <a:ext uri="{FF2B5EF4-FFF2-40B4-BE49-F238E27FC236}">
                  <a16:creationId xmlns:a16="http://schemas.microsoft.com/office/drawing/2014/main" id="{A189414B-C6E3-2CF2-AB27-B097193044EB}"/>
                </a:ext>
              </a:extLst>
            </p:cNvPr>
            <p:cNvSpPr/>
            <p:nvPr/>
          </p:nvSpPr>
          <p:spPr>
            <a:xfrm>
              <a:off x="7155707" y="2107597"/>
              <a:ext cx="34854" cy="46043"/>
            </a:xfrm>
            <a:custGeom>
              <a:avLst/>
              <a:gdLst/>
              <a:ahLst/>
              <a:cxnLst/>
              <a:rect l="l" t="t" r="r" b="b"/>
              <a:pathLst>
                <a:path w="243" h="321" extrusionOk="0">
                  <a:moveTo>
                    <a:pt x="120" y="42"/>
                  </a:moveTo>
                  <a:cubicBezTo>
                    <a:pt x="144" y="42"/>
                    <a:pt x="161" y="53"/>
                    <a:pt x="172" y="71"/>
                  </a:cubicBezTo>
                  <a:cubicBezTo>
                    <a:pt x="184" y="90"/>
                    <a:pt x="190" y="119"/>
                    <a:pt x="190" y="159"/>
                  </a:cubicBezTo>
                  <a:cubicBezTo>
                    <a:pt x="190" y="199"/>
                    <a:pt x="184" y="229"/>
                    <a:pt x="172" y="247"/>
                  </a:cubicBezTo>
                  <a:cubicBezTo>
                    <a:pt x="159" y="267"/>
                    <a:pt x="143" y="277"/>
                    <a:pt x="120" y="277"/>
                  </a:cubicBezTo>
                  <a:cubicBezTo>
                    <a:pt x="98" y="277"/>
                    <a:pt x="81" y="266"/>
                    <a:pt x="69" y="247"/>
                  </a:cubicBezTo>
                  <a:cubicBezTo>
                    <a:pt x="56" y="227"/>
                    <a:pt x="50" y="198"/>
                    <a:pt x="50" y="159"/>
                  </a:cubicBezTo>
                  <a:cubicBezTo>
                    <a:pt x="50" y="120"/>
                    <a:pt x="56" y="91"/>
                    <a:pt x="69" y="71"/>
                  </a:cubicBezTo>
                  <a:cubicBezTo>
                    <a:pt x="82" y="50"/>
                    <a:pt x="99" y="42"/>
                    <a:pt x="120" y="42"/>
                  </a:cubicBezTo>
                  <a:close/>
                  <a:moveTo>
                    <a:pt x="123" y="0"/>
                  </a:moveTo>
                  <a:cubicBezTo>
                    <a:pt x="102" y="0"/>
                    <a:pt x="85" y="4"/>
                    <a:pt x="69" y="12"/>
                  </a:cubicBezTo>
                  <a:cubicBezTo>
                    <a:pt x="54" y="20"/>
                    <a:pt x="40" y="31"/>
                    <a:pt x="32" y="46"/>
                  </a:cubicBezTo>
                  <a:cubicBezTo>
                    <a:pt x="21" y="60"/>
                    <a:pt x="13" y="76"/>
                    <a:pt x="8" y="96"/>
                  </a:cubicBezTo>
                  <a:cubicBezTo>
                    <a:pt x="3" y="117"/>
                    <a:pt x="1" y="138"/>
                    <a:pt x="1" y="161"/>
                  </a:cubicBezTo>
                  <a:cubicBezTo>
                    <a:pt x="1" y="183"/>
                    <a:pt x="3" y="204"/>
                    <a:pt x="8" y="225"/>
                  </a:cubicBezTo>
                  <a:cubicBezTo>
                    <a:pt x="13" y="245"/>
                    <a:pt x="21" y="262"/>
                    <a:pt x="32" y="276"/>
                  </a:cubicBezTo>
                  <a:cubicBezTo>
                    <a:pt x="40" y="290"/>
                    <a:pt x="54" y="301"/>
                    <a:pt x="69" y="309"/>
                  </a:cubicBezTo>
                  <a:cubicBezTo>
                    <a:pt x="83" y="317"/>
                    <a:pt x="101" y="321"/>
                    <a:pt x="120" y="321"/>
                  </a:cubicBezTo>
                  <a:cubicBezTo>
                    <a:pt x="141" y="321"/>
                    <a:pt x="159" y="317"/>
                    <a:pt x="174" y="309"/>
                  </a:cubicBezTo>
                  <a:cubicBezTo>
                    <a:pt x="189" y="301"/>
                    <a:pt x="201" y="289"/>
                    <a:pt x="211" y="276"/>
                  </a:cubicBezTo>
                  <a:cubicBezTo>
                    <a:pt x="222" y="261"/>
                    <a:pt x="229" y="245"/>
                    <a:pt x="235" y="225"/>
                  </a:cubicBezTo>
                  <a:cubicBezTo>
                    <a:pt x="239" y="204"/>
                    <a:pt x="242" y="183"/>
                    <a:pt x="242" y="161"/>
                  </a:cubicBezTo>
                  <a:cubicBezTo>
                    <a:pt x="242" y="137"/>
                    <a:pt x="239" y="117"/>
                    <a:pt x="235" y="96"/>
                  </a:cubicBezTo>
                  <a:cubicBezTo>
                    <a:pt x="228" y="76"/>
                    <a:pt x="222" y="60"/>
                    <a:pt x="211" y="46"/>
                  </a:cubicBezTo>
                  <a:cubicBezTo>
                    <a:pt x="203" y="31"/>
                    <a:pt x="189" y="20"/>
                    <a:pt x="174" y="12"/>
                  </a:cubicBezTo>
                  <a:cubicBezTo>
                    <a:pt x="159" y="4"/>
                    <a:pt x="142" y="0"/>
                    <a:pt x="1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75" name="Google Shape;1475;p50">
              <a:extLst>
                <a:ext uri="{FF2B5EF4-FFF2-40B4-BE49-F238E27FC236}">
                  <a16:creationId xmlns:a16="http://schemas.microsoft.com/office/drawing/2014/main" id="{330572C2-0F03-92F2-0F42-E1ECF75E8241}"/>
                </a:ext>
              </a:extLst>
            </p:cNvPr>
            <p:cNvSpPr/>
            <p:nvPr/>
          </p:nvSpPr>
          <p:spPr>
            <a:xfrm>
              <a:off x="6837570" y="2064997"/>
              <a:ext cx="42169" cy="27109"/>
            </a:xfrm>
            <a:custGeom>
              <a:avLst/>
              <a:gdLst/>
              <a:ahLst/>
              <a:cxnLst/>
              <a:rect l="l" t="t" r="r" b="b"/>
              <a:pathLst>
                <a:path w="294" h="189" extrusionOk="0">
                  <a:moveTo>
                    <a:pt x="1" y="1"/>
                  </a:moveTo>
                  <a:lnTo>
                    <a:pt x="1" y="188"/>
                  </a:lnTo>
                  <a:lnTo>
                    <a:pt x="294" y="188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76" name="Google Shape;1476;p50">
              <a:extLst>
                <a:ext uri="{FF2B5EF4-FFF2-40B4-BE49-F238E27FC236}">
                  <a16:creationId xmlns:a16="http://schemas.microsoft.com/office/drawing/2014/main" id="{367771B9-60C1-3258-9A3E-540436CAFB59}"/>
                </a:ext>
              </a:extLst>
            </p:cNvPr>
            <p:cNvSpPr/>
            <p:nvPr/>
          </p:nvSpPr>
          <p:spPr>
            <a:xfrm>
              <a:off x="6900538" y="2064997"/>
              <a:ext cx="42169" cy="27109"/>
            </a:xfrm>
            <a:custGeom>
              <a:avLst/>
              <a:gdLst/>
              <a:ahLst/>
              <a:cxnLst/>
              <a:rect l="l" t="t" r="r" b="b"/>
              <a:pathLst>
                <a:path w="294" h="189" extrusionOk="0">
                  <a:moveTo>
                    <a:pt x="0" y="1"/>
                  </a:moveTo>
                  <a:lnTo>
                    <a:pt x="0" y="188"/>
                  </a:lnTo>
                  <a:lnTo>
                    <a:pt x="293" y="188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77" name="Google Shape;1477;p50">
              <a:extLst>
                <a:ext uri="{FF2B5EF4-FFF2-40B4-BE49-F238E27FC236}">
                  <a16:creationId xmlns:a16="http://schemas.microsoft.com/office/drawing/2014/main" id="{4F6FA845-49F0-BF10-D1F7-6EE2F7754FF2}"/>
                </a:ext>
              </a:extLst>
            </p:cNvPr>
            <p:cNvSpPr/>
            <p:nvPr/>
          </p:nvSpPr>
          <p:spPr>
            <a:xfrm>
              <a:off x="6963362" y="2064997"/>
              <a:ext cx="42169" cy="27109"/>
            </a:xfrm>
            <a:custGeom>
              <a:avLst/>
              <a:gdLst/>
              <a:ahLst/>
              <a:cxnLst/>
              <a:rect l="l" t="t" r="r" b="b"/>
              <a:pathLst>
                <a:path w="294" h="189" extrusionOk="0">
                  <a:moveTo>
                    <a:pt x="1" y="1"/>
                  </a:moveTo>
                  <a:lnTo>
                    <a:pt x="1" y="188"/>
                  </a:lnTo>
                  <a:lnTo>
                    <a:pt x="294" y="188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78" name="Google Shape;1478;p50">
              <a:extLst>
                <a:ext uri="{FF2B5EF4-FFF2-40B4-BE49-F238E27FC236}">
                  <a16:creationId xmlns:a16="http://schemas.microsoft.com/office/drawing/2014/main" id="{599D80EF-A403-780B-879A-D3338635B431}"/>
                </a:ext>
              </a:extLst>
            </p:cNvPr>
            <p:cNvSpPr/>
            <p:nvPr/>
          </p:nvSpPr>
          <p:spPr>
            <a:xfrm>
              <a:off x="7026330" y="2064997"/>
              <a:ext cx="42169" cy="27109"/>
            </a:xfrm>
            <a:custGeom>
              <a:avLst/>
              <a:gdLst/>
              <a:ahLst/>
              <a:cxnLst/>
              <a:rect l="l" t="t" r="r" b="b"/>
              <a:pathLst>
                <a:path w="294" h="189" extrusionOk="0">
                  <a:moveTo>
                    <a:pt x="0" y="1"/>
                  </a:moveTo>
                  <a:lnTo>
                    <a:pt x="0" y="188"/>
                  </a:lnTo>
                  <a:lnTo>
                    <a:pt x="293" y="188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79" name="Google Shape;1479;p50">
              <a:extLst>
                <a:ext uri="{FF2B5EF4-FFF2-40B4-BE49-F238E27FC236}">
                  <a16:creationId xmlns:a16="http://schemas.microsoft.com/office/drawing/2014/main" id="{ED134FD8-3435-48C2-2D91-63D1B7E2538A}"/>
                </a:ext>
              </a:extLst>
            </p:cNvPr>
            <p:cNvSpPr/>
            <p:nvPr/>
          </p:nvSpPr>
          <p:spPr>
            <a:xfrm>
              <a:off x="7089154" y="2064997"/>
              <a:ext cx="42169" cy="27109"/>
            </a:xfrm>
            <a:custGeom>
              <a:avLst/>
              <a:gdLst/>
              <a:ahLst/>
              <a:cxnLst/>
              <a:rect l="l" t="t" r="r" b="b"/>
              <a:pathLst>
                <a:path w="294" h="189" extrusionOk="0">
                  <a:moveTo>
                    <a:pt x="1" y="1"/>
                  </a:moveTo>
                  <a:lnTo>
                    <a:pt x="1" y="188"/>
                  </a:lnTo>
                  <a:lnTo>
                    <a:pt x="294" y="188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80" name="Google Shape;1480;p50">
              <a:extLst>
                <a:ext uri="{FF2B5EF4-FFF2-40B4-BE49-F238E27FC236}">
                  <a16:creationId xmlns:a16="http://schemas.microsoft.com/office/drawing/2014/main" id="{48E5327C-6B71-1C08-D0AE-E2C53729B4BA}"/>
                </a:ext>
              </a:extLst>
            </p:cNvPr>
            <p:cNvSpPr/>
            <p:nvPr/>
          </p:nvSpPr>
          <p:spPr>
            <a:xfrm>
              <a:off x="7151978" y="2064997"/>
              <a:ext cx="42169" cy="27109"/>
            </a:xfrm>
            <a:custGeom>
              <a:avLst/>
              <a:gdLst/>
              <a:ahLst/>
              <a:cxnLst/>
              <a:rect l="l" t="t" r="r" b="b"/>
              <a:pathLst>
                <a:path w="294" h="189" extrusionOk="0">
                  <a:moveTo>
                    <a:pt x="1" y="1"/>
                  </a:moveTo>
                  <a:lnTo>
                    <a:pt x="1" y="188"/>
                  </a:lnTo>
                  <a:lnTo>
                    <a:pt x="294" y="188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81" name="Google Shape;1481;p50">
              <a:extLst>
                <a:ext uri="{FF2B5EF4-FFF2-40B4-BE49-F238E27FC236}">
                  <a16:creationId xmlns:a16="http://schemas.microsoft.com/office/drawing/2014/main" id="{009A5437-CBD6-DFC3-1584-D65901864B41}"/>
                </a:ext>
              </a:extLst>
            </p:cNvPr>
            <p:cNvSpPr/>
            <p:nvPr/>
          </p:nvSpPr>
          <p:spPr>
            <a:xfrm>
              <a:off x="6837570" y="2168844"/>
              <a:ext cx="42169" cy="26966"/>
            </a:xfrm>
            <a:custGeom>
              <a:avLst/>
              <a:gdLst/>
              <a:ahLst/>
              <a:cxnLst/>
              <a:rect l="l" t="t" r="r" b="b"/>
              <a:pathLst>
                <a:path w="294" h="188" extrusionOk="0">
                  <a:moveTo>
                    <a:pt x="1" y="1"/>
                  </a:moveTo>
                  <a:lnTo>
                    <a:pt x="1" y="188"/>
                  </a:lnTo>
                  <a:lnTo>
                    <a:pt x="294" y="188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202020">
                <a:alpha val="1456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82" name="Google Shape;1482;p50">
              <a:extLst>
                <a:ext uri="{FF2B5EF4-FFF2-40B4-BE49-F238E27FC236}">
                  <a16:creationId xmlns:a16="http://schemas.microsoft.com/office/drawing/2014/main" id="{D553ECC6-467A-1361-2B26-434C3477C181}"/>
                </a:ext>
              </a:extLst>
            </p:cNvPr>
            <p:cNvSpPr/>
            <p:nvPr/>
          </p:nvSpPr>
          <p:spPr>
            <a:xfrm>
              <a:off x="6900538" y="2168844"/>
              <a:ext cx="42169" cy="26966"/>
            </a:xfrm>
            <a:custGeom>
              <a:avLst/>
              <a:gdLst/>
              <a:ahLst/>
              <a:cxnLst/>
              <a:rect l="l" t="t" r="r" b="b"/>
              <a:pathLst>
                <a:path w="294" h="188" extrusionOk="0">
                  <a:moveTo>
                    <a:pt x="0" y="1"/>
                  </a:moveTo>
                  <a:lnTo>
                    <a:pt x="0" y="188"/>
                  </a:lnTo>
                  <a:lnTo>
                    <a:pt x="293" y="188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202020">
                <a:alpha val="1456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83" name="Google Shape;1483;p50">
              <a:extLst>
                <a:ext uri="{FF2B5EF4-FFF2-40B4-BE49-F238E27FC236}">
                  <a16:creationId xmlns:a16="http://schemas.microsoft.com/office/drawing/2014/main" id="{8692A0DA-79EC-BE91-3F13-020756A3A255}"/>
                </a:ext>
              </a:extLst>
            </p:cNvPr>
            <p:cNvSpPr/>
            <p:nvPr/>
          </p:nvSpPr>
          <p:spPr>
            <a:xfrm>
              <a:off x="6963362" y="2168844"/>
              <a:ext cx="42169" cy="26966"/>
            </a:xfrm>
            <a:custGeom>
              <a:avLst/>
              <a:gdLst/>
              <a:ahLst/>
              <a:cxnLst/>
              <a:rect l="l" t="t" r="r" b="b"/>
              <a:pathLst>
                <a:path w="294" h="188" extrusionOk="0">
                  <a:moveTo>
                    <a:pt x="1" y="1"/>
                  </a:moveTo>
                  <a:lnTo>
                    <a:pt x="1" y="188"/>
                  </a:lnTo>
                  <a:lnTo>
                    <a:pt x="294" y="188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202020">
                <a:alpha val="1456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84" name="Google Shape;1484;p50">
              <a:extLst>
                <a:ext uri="{FF2B5EF4-FFF2-40B4-BE49-F238E27FC236}">
                  <a16:creationId xmlns:a16="http://schemas.microsoft.com/office/drawing/2014/main" id="{FA10A30C-F0FA-C584-EF3D-E24CBC4696E5}"/>
                </a:ext>
              </a:extLst>
            </p:cNvPr>
            <p:cNvSpPr/>
            <p:nvPr/>
          </p:nvSpPr>
          <p:spPr>
            <a:xfrm>
              <a:off x="7026330" y="2168844"/>
              <a:ext cx="42169" cy="26966"/>
            </a:xfrm>
            <a:custGeom>
              <a:avLst/>
              <a:gdLst/>
              <a:ahLst/>
              <a:cxnLst/>
              <a:rect l="l" t="t" r="r" b="b"/>
              <a:pathLst>
                <a:path w="294" h="188" extrusionOk="0">
                  <a:moveTo>
                    <a:pt x="0" y="1"/>
                  </a:moveTo>
                  <a:lnTo>
                    <a:pt x="0" y="188"/>
                  </a:lnTo>
                  <a:lnTo>
                    <a:pt x="293" y="188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202020">
                <a:alpha val="1456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85" name="Google Shape;1485;p50">
              <a:extLst>
                <a:ext uri="{FF2B5EF4-FFF2-40B4-BE49-F238E27FC236}">
                  <a16:creationId xmlns:a16="http://schemas.microsoft.com/office/drawing/2014/main" id="{E9611885-0017-B352-5F1D-B65A8488BD41}"/>
                </a:ext>
              </a:extLst>
            </p:cNvPr>
            <p:cNvSpPr/>
            <p:nvPr/>
          </p:nvSpPr>
          <p:spPr>
            <a:xfrm>
              <a:off x="7089154" y="2168844"/>
              <a:ext cx="42169" cy="26966"/>
            </a:xfrm>
            <a:custGeom>
              <a:avLst/>
              <a:gdLst/>
              <a:ahLst/>
              <a:cxnLst/>
              <a:rect l="l" t="t" r="r" b="b"/>
              <a:pathLst>
                <a:path w="294" h="188" extrusionOk="0">
                  <a:moveTo>
                    <a:pt x="1" y="1"/>
                  </a:moveTo>
                  <a:lnTo>
                    <a:pt x="1" y="188"/>
                  </a:lnTo>
                  <a:lnTo>
                    <a:pt x="294" y="188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202020">
                <a:alpha val="1456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86" name="Google Shape;1486;p50">
              <a:extLst>
                <a:ext uri="{FF2B5EF4-FFF2-40B4-BE49-F238E27FC236}">
                  <a16:creationId xmlns:a16="http://schemas.microsoft.com/office/drawing/2014/main" id="{788EF788-EC15-BC7A-3B63-E7D8061A1187}"/>
                </a:ext>
              </a:extLst>
            </p:cNvPr>
            <p:cNvSpPr/>
            <p:nvPr/>
          </p:nvSpPr>
          <p:spPr>
            <a:xfrm>
              <a:off x="7151978" y="2168844"/>
              <a:ext cx="42169" cy="26966"/>
            </a:xfrm>
            <a:custGeom>
              <a:avLst/>
              <a:gdLst/>
              <a:ahLst/>
              <a:cxnLst/>
              <a:rect l="l" t="t" r="r" b="b"/>
              <a:pathLst>
                <a:path w="294" h="188" extrusionOk="0">
                  <a:moveTo>
                    <a:pt x="1" y="1"/>
                  </a:moveTo>
                  <a:lnTo>
                    <a:pt x="1" y="188"/>
                  </a:lnTo>
                  <a:lnTo>
                    <a:pt x="294" y="188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202020">
                <a:alpha val="1456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87" name="Google Shape;1487;p50">
              <a:extLst>
                <a:ext uri="{FF2B5EF4-FFF2-40B4-BE49-F238E27FC236}">
                  <a16:creationId xmlns:a16="http://schemas.microsoft.com/office/drawing/2014/main" id="{8EB7DD1F-E556-B10E-60DC-ACE0C496117F}"/>
                </a:ext>
              </a:extLst>
            </p:cNvPr>
            <p:cNvSpPr/>
            <p:nvPr/>
          </p:nvSpPr>
          <p:spPr>
            <a:xfrm>
              <a:off x="7258550" y="2064997"/>
              <a:ext cx="140994" cy="130813"/>
            </a:xfrm>
            <a:custGeom>
              <a:avLst/>
              <a:gdLst/>
              <a:ahLst/>
              <a:cxnLst/>
              <a:rect l="l" t="t" r="r" b="b"/>
              <a:pathLst>
                <a:path w="983" h="912" extrusionOk="0">
                  <a:moveTo>
                    <a:pt x="0" y="1"/>
                  </a:moveTo>
                  <a:lnTo>
                    <a:pt x="0" y="912"/>
                  </a:lnTo>
                  <a:lnTo>
                    <a:pt x="983" y="912"/>
                  </a:lnTo>
                  <a:lnTo>
                    <a:pt x="98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88" name="Google Shape;1488;p50">
              <a:extLst>
                <a:ext uri="{FF2B5EF4-FFF2-40B4-BE49-F238E27FC236}">
                  <a16:creationId xmlns:a16="http://schemas.microsoft.com/office/drawing/2014/main" id="{6CCFDF36-91FC-DF75-1EF6-DAB7D6AB44A0}"/>
                </a:ext>
              </a:extLst>
            </p:cNvPr>
            <p:cNvSpPr/>
            <p:nvPr/>
          </p:nvSpPr>
          <p:spPr>
            <a:xfrm>
              <a:off x="6811896" y="2299225"/>
              <a:ext cx="561969" cy="144296"/>
            </a:xfrm>
            <a:custGeom>
              <a:avLst/>
              <a:gdLst/>
              <a:ahLst/>
              <a:cxnLst/>
              <a:rect l="l" t="t" r="r" b="b"/>
              <a:pathLst>
                <a:path w="3918" h="1006" extrusionOk="0">
                  <a:moveTo>
                    <a:pt x="0" y="1"/>
                  </a:moveTo>
                  <a:lnTo>
                    <a:pt x="0" y="1006"/>
                  </a:lnTo>
                  <a:lnTo>
                    <a:pt x="3917" y="1006"/>
                  </a:lnTo>
                  <a:lnTo>
                    <a:pt x="391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89" name="Google Shape;1489;p50">
              <a:extLst>
                <a:ext uri="{FF2B5EF4-FFF2-40B4-BE49-F238E27FC236}">
                  <a16:creationId xmlns:a16="http://schemas.microsoft.com/office/drawing/2014/main" id="{59B2F14D-3451-2ABC-6ECF-DDD3181CDCC5}"/>
                </a:ext>
              </a:extLst>
            </p:cNvPr>
            <p:cNvSpPr/>
            <p:nvPr/>
          </p:nvSpPr>
          <p:spPr>
            <a:xfrm>
              <a:off x="6719381" y="2258490"/>
              <a:ext cx="761627" cy="44178"/>
            </a:xfrm>
            <a:custGeom>
              <a:avLst/>
              <a:gdLst/>
              <a:ahLst/>
              <a:cxnLst/>
              <a:rect l="l" t="t" r="r" b="b"/>
              <a:pathLst>
                <a:path w="5310" h="308" extrusionOk="0">
                  <a:moveTo>
                    <a:pt x="0" y="0"/>
                  </a:moveTo>
                  <a:lnTo>
                    <a:pt x="0" y="307"/>
                  </a:lnTo>
                  <a:lnTo>
                    <a:pt x="5310" y="307"/>
                  </a:lnTo>
                  <a:lnTo>
                    <a:pt x="53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90" name="Google Shape;1490;p50">
              <a:extLst>
                <a:ext uri="{FF2B5EF4-FFF2-40B4-BE49-F238E27FC236}">
                  <a16:creationId xmlns:a16="http://schemas.microsoft.com/office/drawing/2014/main" id="{2DF75A28-761B-E83C-0EBC-BDE0E1B70858}"/>
                </a:ext>
              </a:extLst>
            </p:cNvPr>
            <p:cNvSpPr/>
            <p:nvPr/>
          </p:nvSpPr>
          <p:spPr>
            <a:xfrm>
              <a:off x="6811896" y="2399199"/>
              <a:ext cx="561969" cy="44321"/>
            </a:xfrm>
            <a:custGeom>
              <a:avLst/>
              <a:gdLst/>
              <a:ahLst/>
              <a:cxnLst/>
              <a:rect l="l" t="t" r="r" b="b"/>
              <a:pathLst>
                <a:path w="3918" h="309" extrusionOk="0">
                  <a:moveTo>
                    <a:pt x="0" y="1"/>
                  </a:moveTo>
                  <a:lnTo>
                    <a:pt x="0" y="309"/>
                  </a:lnTo>
                  <a:lnTo>
                    <a:pt x="3917" y="309"/>
                  </a:lnTo>
                  <a:lnTo>
                    <a:pt x="39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91" name="Google Shape;1491;p50">
              <a:extLst>
                <a:ext uri="{FF2B5EF4-FFF2-40B4-BE49-F238E27FC236}">
                  <a16:creationId xmlns:a16="http://schemas.microsoft.com/office/drawing/2014/main" id="{1D185022-5CCA-506D-5D80-949EE37797DB}"/>
                </a:ext>
              </a:extLst>
            </p:cNvPr>
            <p:cNvSpPr/>
            <p:nvPr/>
          </p:nvSpPr>
          <p:spPr>
            <a:xfrm>
              <a:off x="7089297" y="2302811"/>
              <a:ext cx="42169" cy="53932"/>
            </a:xfrm>
            <a:custGeom>
              <a:avLst/>
              <a:gdLst/>
              <a:ahLst/>
              <a:cxnLst/>
              <a:rect l="l" t="t" r="r" b="b"/>
              <a:pathLst>
                <a:path w="294" h="376" extrusionOk="0">
                  <a:moveTo>
                    <a:pt x="1" y="0"/>
                  </a:moveTo>
                  <a:lnTo>
                    <a:pt x="1" y="230"/>
                  </a:lnTo>
                  <a:cubicBezTo>
                    <a:pt x="1" y="310"/>
                    <a:pt x="67" y="376"/>
                    <a:pt x="147" y="376"/>
                  </a:cubicBezTo>
                  <a:cubicBezTo>
                    <a:pt x="227" y="376"/>
                    <a:pt x="293" y="310"/>
                    <a:pt x="294" y="230"/>
                  </a:cubicBezTo>
                  <a:lnTo>
                    <a:pt x="2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92" name="Google Shape;1492;p50">
              <a:extLst>
                <a:ext uri="{FF2B5EF4-FFF2-40B4-BE49-F238E27FC236}">
                  <a16:creationId xmlns:a16="http://schemas.microsoft.com/office/drawing/2014/main" id="{12BB5065-BFCF-0D73-6141-C5F55AF03292}"/>
                </a:ext>
              </a:extLst>
            </p:cNvPr>
            <p:cNvSpPr/>
            <p:nvPr/>
          </p:nvSpPr>
          <p:spPr>
            <a:xfrm>
              <a:off x="6332395" y="1861321"/>
              <a:ext cx="295328" cy="601136"/>
            </a:xfrm>
            <a:custGeom>
              <a:avLst/>
              <a:gdLst/>
              <a:ahLst/>
              <a:cxnLst/>
              <a:rect l="l" t="t" r="r" b="b"/>
              <a:pathLst>
                <a:path w="2059" h="4191" extrusionOk="0">
                  <a:moveTo>
                    <a:pt x="1" y="1"/>
                  </a:moveTo>
                  <a:lnTo>
                    <a:pt x="1" y="4190"/>
                  </a:lnTo>
                  <a:lnTo>
                    <a:pt x="2059" y="4190"/>
                  </a:lnTo>
                  <a:lnTo>
                    <a:pt x="20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93" name="Google Shape;1493;p50">
              <a:extLst>
                <a:ext uri="{FF2B5EF4-FFF2-40B4-BE49-F238E27FC236}">
                  <a16:creationId xmlns:a16="http://schemas.microsoft.com/office/drawing/2014/main" id="{288B2686-967E-6904-B2DC-588E41DF25EF}"/>
                </a:ext>
              </a:extLst>
            </p:cNvPr>
            <p:cNvSpPr/>
            <p:nvPr/>
          </p:nvSpPr>
          <p:spPr>
            <a:xfrm>
              <a:off x="6376573" y="2031003"/>
              <a:ext cx="207260" cy="227631"/>
            </a:xfrm>
            <a:custGeom>
              <a:avLst/>
              <a:gdLst/>
              <a:ahLst/>
              <a:cxnLst/>
              <a:rect l="l" t="t" r="r" b="b"/>
              <a:pathLst>
                <a:path w="1445" h="1587" extrusionOk="0">
                  <a:moveTo>
                    <a:pt x="1" y="1"/>
                  </a:moveTo>
                  <a:lnTo>
                    <a:pt x="1" y="1586"/>
                  </a:lnTo>
                  <a:lnTo>
                    <a:pt x="1444" y="1586"/>
                  </a:lnTo>
                  <a:lnTo>
                    <a:pt x="14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94" name="Google Shape;1494;p50">
              <a:extLst>
                <a:ext uri="{FF2B5EF4-FFF2-40B4-BE49-F238E27FC236}">
                  <a16:creationId xmlns:a16="http://schemas.microsoft.com/office/drawing/2014/main" id="{DA8F9705-C19E-E97F-3005-F8E5F24490E1}"/>
                </a:ext>
              </a:extLst>
            </p:cNvPr>
            <p:cNvSpPr/>
            <p:nvPr/>
          </p:nvSpPr>
          <p:spPr>
            <a:xfrm>
              <a:off x="6403682" y="2095405"/>
              <a:ext cx="153042" cy="33994"/>
            </a:xfrm>
            <a:custGeom>
              <a:avLst/>
              <a:gdLst/>
              <a:ahLst/>
              <a:cxnLst/>
              <a:rect l="l" t="t" r="r" b="b"/>
              <a:pathLst>
                <a:path w="1067" h="237" extrusionOk="0">
                  <a:moveTo>
                    <a:pt x="1" y="1"/>
                  </a:moveTo>
                  <a:lnTo>
                    <a:pt x="1" y="237"/>
                  </a:lnTo>
                  <a:lnTo>
                    <a:pt x="1067" y="237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95" name="Google Shape;1495;p50">
              <a:extLst>
                <a:ext uri="{FF2B5EF4-FFF2-40B4-BE49-F238E27FC236}">
                  <a16:creationId xmlns:a16="http://schemas.microsoft.com/office/drawing/2014/main" id="{955BB357-4461-17C0-150B-20825B53D8A5}"/>
                </a:ext>
              </a:extLst>
            </p:cNvPr>
            <p:cNvSpPr/>
            <p:nvPr/>
          </p:nvSpPr>
          <p:spPr>
            <a:xfrm>
              <a:off x="6418312" y="2129256"/>
              <a:ext cx="29404" cy="34281"/>
            </a:xfrm>
            <a:custGeom>
              <a:avLst/>
              <a:gdLst/>
              <a:ahLst/>
              <a:cxnLst/>
              <a:rect l="l" t="t" r="r" b="b"/>
              <a:pathLst>
                <a:path w="205" h="239" extrusionOk="0">
                  <a:moveTo>
                    <a:pt x="0" y="1"/>
                  </a:moveTo>
                  <a:lnTo>
                    <a:pt x="0" y="238"/>
                  </a:lnTo>
                  <a:lnTo>
                    <a:pt x="205" y="238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96" name="Google Shape;1496;p50">
              <a:extLst>
                <a:ext uri="{FF2B5EF4-FFF2-40B4-BE49-F238E27FC236}">
                  <a16:creationId xmlns:a16="http://schemas.microsoft.com/office/drawing/2014/main" id="{071D55EF-23C4-DDCF-28DF-DE391CADFAFD}"/>
                </a:ext>
              </a:extLst>
            </p:cNvPr>
            <p:cNvSpPr/>
            <p:nvPr/>
          </p:nvSpPr>
          <p:spPr>
            <a:xfrm>
              <a:off x="6512262" y="2129256"/>
              <a:ext cx="29547" cy="34281"/>
            </a:xfrm>
            <a:custGeom>
              <a:avLst/>
              <a:gdLst/>
              <a:ahLst/>
              <a:cxnLst/>
              <a:rect l="l" t="t" r="r" b="b"/>
              <a:pathLst>
                <a:path w="20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205" y="238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97" name="Google Shape;1497;p50">
              <a:extLst>
                <a:ext uri="{FF2B5EF4-FFF2-40B4-BE49-F238E27FC236}">
                  <a16:creationId xmlns:a16="http://schemas.microsoft.com/office/drawing/2014/main" id="{03364881-2EE7-EBD7-E8B3-158E45F5BC14}"/>
                </a:ext>
              </a:extLst>
            </p:cNvPr>
            <p:cNvSpPr/>
            <p:nvPr/>
          </p:nvSpPr>
          <p:spPr>
            <a:xfrm>
              <a:off x="6376573" y="1971622"/>
              <a:ext cx="207260" cy="59526"/>
            </a:xfrm>
            <a:custGeom>
              <a:avLst/>
              <a:gdLst/>
              <a:ahLst/>
              <a:cxnLst/>
              <a:rect l="l" t="t" r="r" b="b"/>
              <a:pathLst>
                <a:path w="1445" h="415" extrusionOk="0">
                  <a:moveTo>
                    <a:pt x="1" y="1"/>
                  </a:moveTo>
                  <a:lnTo>
                    <a:pt x="1" y="415"/>
                  </a:lnTo>
                  <a:lnTo>
                    <a:pt x="1444" y="415"/>
                  </a:lnTo>
                  <a:lnTo>
                    <a:pt x="14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98" name="Google Shape;1498;p50">
              <a:extLst>
                <a:ext uri="{FF2B5EF4-FFF2-40B4-BE49-F238E27FC236}">
                  <a16:creationId xmlns:a16="http://schemas.microsoft.com/office/drawing/2014/main" id="{8658E355-09CE-DCEC-215F-2E4100A7B8C2}"/>
                </a:ext>
              </a:extLst>
            </p:cNvPr>
            <p:cNvSpPr/>
            <p:nvPr/>
          </p:nvSpPr>
          <p:spPr>
            <a:xfrm>
              <a:off x="6376573" y="1912096"/>
              <a:ext cx="207260" cy="59669"/>
            </a:xfrm>
            <a:custGeom>
              <a:avLst/>
              <a:gdLst/>
              <a:ahLst/>
              <a:cxnLst/>
              <a:rect l="l" t="t" r="r" b="b"/>
              <a:pathLst>
                <a:path w="1445" h="416" extrusionOk="0">
                  <a:moveTo>
                    <a:pt x="1" y="1"/>
                  </a:moveTo>
                  <a:lnTo>
                    <a:pt x="1" y="416"/>
                  </a:lnTo>
                  <a:lnTo>
                    <a:pt x="1444" y="416"/>
                  </a:lnTo>
                  <a:lnTo>
                    <a:pt x="14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99" name="Google Shape;1499;p50">
              <a:extLst>
                <a:ext uri="{FF2B5EF4-FFF2-40B4-BE49-F238E27FC236}">
                  <a16:creationId xmlns:a16="http://schemas.microsoft.com/office/drawing/2014/main" id="{2DB7D3B7-AA9D-CDD6-42B1-649E6BF52F8F}"/>
                </a:ext>
              </a:extLst>
            </p:cNvPr>
            <p:cNvSpPr/>
            <p:nvPr/>
          </p:nvSpPr>
          <p:spPr>
            <a:xfrm>
              <a:off x="6332395" y="2319593"/>
              <a:ext cx="295328" cy="142861"/>
            </a:xfrm>
            <a:custGeom>
              <a:avLst/>
              <a:gdLst/>
              <a:ahLst/>
              <a:cxnLst/>
              <a:rect l="l" t="t" r="r" b="b"/>
              <a:pathLst>
                <a:path w="2059" h="996" extrusionOk="0">
                  <a:moveTo>
                    <a:pt x="1" y="1"/>
                  </a:moveTo>
                  <a:lnTo>
                    <a:pt x="1" y="995"/>
                  </a:lnTo>
                  <a:lnTo>
                    <a:pt x="2059" y="995"/>
                  </a:lnTo>
                  <a:lnTo>
                    <a:pt x="2059" y="1"/>
                  </a:ln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00" name="Google Shape;1500;p50">
              <a:extLst>
                <a:ext uri="{FF2B5EF4-FFF2-40B4-BE49-F238E27FC236}">
                  <a16:creationId xmlns:a16="http://schemas.microsoft.com/office/drawing/2014/main" id="{5C74D243-03CF-A334-4EB8-628C04822748}"/>
                </a:ext>
              </a:extLst>
            </p:cNvPr>
            <p:cNvSpPr/>
            <p:nvPr/>
          </p:nvSpPr>
          <p:spPr>
            <a:xfrm>
              <a:off x="6332395" y="2703136"/>
              <a:ext cx="1348266" cy="161364"/>
            </a:xfrm>
            <a:custGeom>
              <a:avLst/>
              <a:gdLst/>
              <a:ahLst/>
              <a:cxnLst/>
              <a:rect l="l" t="t" r="r" b="b"/>
              <a:pathLst>
                <a:path w="9400" h="1125" extrusionOk="0">
                  <a:moveTo>
                    <a:pt x="1" y="0"/>
                  </a:moveTo>
                  <a:lnTo>
                    <a:pt x="1" y="1124"/>
                  </a:lnTo>
                  <a:lnTo>
                    <a:pt x="9400" y="1124"/>
                  </a:lnTo>
                  <a:lnTo>
                    <a:pt x="940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01" name="Google Shape;1501;p50">
              <a:extLst>
                <a:ext uri="{FF2B5EF4-FFF2-40B4-BE49-F238E27FC236}">
                  <a16:creationId xmlns:a16="http://schemas.microsoft.com/office/drawing/2014/main" id="{D2CE9222-8828-5933-B952-1ED071C05711}"/>
                </a:ext>
              </a:extLst>
            </p:cNvPr>
            <p:cNvSpPr/>
            <p:nvPr/>
          </p:nvSpPr>
          <p:spPr>
            <a:xfrm>
              <a:off x="6332395" y="2864356"/>
              <a:ext cx="1348266" cy="161221"/>
            </a:xfrm>
            <a:custGeom>
              <a:avLst/>
              <a:gdLst/>
              <a:ahLst/>
              <a:cxnLst/>
              <a:rect l="l" t="t" r="r" b="b"/>
              <a:pathLst>
                <a:path w="9400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9400" y="1124"/>
                  </a:lnTo>
                  <a:lnTo>
                    <a:pt x="94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02" name="Google Shape;1502;p50">
              <a:extLst>
                <a:ext uri="{FF2B5EF4-FFF2-40B4-BE49-F238E27FC236}">
                  <a16:creationId xmlns:a16="http://schemas.microsoft.com/office/drawing/2014/main" id="{BC194126-66E7-1577-4B6B-15573123F980}"/>
                </a:ext>
              </a:extLst>
            </p:cNvPr>
            <p:cNvSpPr/>
            <p:nvPr/>
          </p:nvSpPr>
          <p:spPr>
            <a:xfrm>
              <a:off x="6332395" y="2832083"/>
              <a:ext cx="861742" cy="116756"/>
            </a:xfrm>
            <a:custGeom>
              <a:avLst/>
              <a:gdLst/>
              <a:ahLst/>
              <a:cxnLst/>
              <a:rect l="l" t="t" r="r" b="b"/>
              <a:pathLst>
                <a:path w="6008" h="814" extrusionOk="0">
                  <a:moveTo>
                    <a:pt x="1" y="1"/>
                  </a:moveTo>
                  <a:lnTo>
                    <a:pt x="1" y="813"/>
                  </a:lnTo>
                  <a:lnTo>
                    <a:pt x="6008" y="813"/>
                  </a:lnTo>
                  <a:lnTo>
                    <a:pt x="60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03" name="Google Shape;1503;p50">
              <a:extLst>
                <a:ext uri="{FF2B5EF4-FFF2-40B4-BE49-F238E27FC236}">
                  <a16:creationId xmlns:a16="http://schemas.microsoft.com/office/drawing/2014/main" id="{19F33E64-9E5F-3ACF-7630-40A2A0F8F134}"/>
                </a:ext>
              </a:extLst>
            </p:cNvPr>
            <p:cNvSpPr/>
            <p:nvPr/>
          </p:nvSpPr>
          <p:spPr>
            <a:xfrm>
              <a:off x="7483168" y="2864356"/>
              <a:ext cx="197507" cy="161221"/>
            </a:xfrm>
            <a:custGeom>
              <a:avLst/>
              <a:gdLst/>
              <a:ahLst/>
              <a:cxnLst/>
              <a:rect l="l" t="t" r="r" b="b"/>
              <a:pathLst>
                <a:path w="1377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1377" y="1124"/>
                  </a:lnTo>
                  <a:lnTo>
                    <a:pt x="1377" y="0"/>
                  </a:lnTo>
                  <a:close/>
                </a:path>
              </a:pathLst>
            </a:custGeom>
            <a:solidFill>
              <a:srgbClr val="50CCFF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04" name="Google Shape;1504;p50">
              <a:extLst>
                <a:ext uri="{FF2B5EF4-FFF2-40B4-BE49-F238E27FC236}">
                  <a16:creationId xmlns:a16="http://schemas.microsoft.com/office/drawing/2014/main" id="{A0BB069D-A78E-7A80-8804-C5AF49D85603}"/>
                </a:ext>
              </a:extLst>
            </p:cNvPr>
            <p:cNvSpPr/>
            <p:nvPr/>
          </p:nvSpPr>
          <p:spPr>
            <a:xfrm>
              <a:off x="7483168" y="2703136"/>
              <a:ext cx="49341" cy="161364"/>
            </a:xfrm>
            <a:custGeom>
              <a:avLst/>
              <a:gdLst/>
              <a:ahLst/>
              <a:cxnLst/>
              <a:rect l="l" t="t" r="r" b="b"/>
              <a:pathLst>
                <a:path w="344" h="1125" extrusionOk="0">
                  <a:moveTo>
                    <a:pt x="1" y="0"/>
                  </a:moveTo>
                  <a:lnTo>
                    <a:pt x="1" y="1124"/>
                  </a:lnTo>
                  <a:lnTo>
                    <a:pt x="344" y="1124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05" name="Google Shape;1505;p50">
              <a:extLst>
                <a:ext uri="{FF2B5EF4-FFF2-40B4-BE49-F238E27FC236}">
                  <a16:creationId xmlns:a16="http://schemas.microsoft.com/office/drawing/2014/main" id="{162BDA7B-97A3-1227-E1E2-E133BBFE5D0B}"/>
                </a:ext>
              </a:extLst>
            </p:cNvPr>
            <p:cNvSpPr/>
            <p:nvPr/>
          </p:nvSpPr>
          <p:spPr>
            <a:xfrm>
              <a:off x="7532366" y="2703136"/>
              <a:ext cx="49484" cy="161364"/>
            </a:xfrm>
            <a:custGeom>
              <a:avLst/>
              <a:gdLst/>
              <a:ahLst/>
              <a:cxnLst/>
              <a:rect l="l" t="t" r="r" b="b"/>
              <a:pathLst>
                <a:path w="345" h="1125" extrusionOk="0">
                  <a:moveTo>
                    <a:pt x="1" y="0"/>
                  </a:moveTo>
                  <a:lnTo>
                    <a:pt x="1" y="1124"/>
                  </a:lnTo>
                  <a:lnTo>
                    <a:pt x="344" y="1124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06" name="Google Shape;1506;p50">
              <a:extLst>
                <a:ext uri="{FF2B5EF4-FFF2-40B4-BE49-F238E27FC236}">
                  <a16:creationId xmlns:a16="http://schemas.microsoft.com/office/drawing/2014/main" id="{65D208F2-2E04-6E03-ED22-FDD0C8F7797E}"/>
                </a:ext>
              </a:extLst>
            </p:cNvPr>
            <p:cNvSpPr/>
            <p:nvPr/>
          </p:nvSpPr>
          <p:spPr>
            <a:xfrm>
              <a:off x="7581994" y="2703136"/>
              <a:ext cx="49341" cy="161364"/>
            </a:xfrm>
            <a:custGeom>
              <a:avLst/>
              <a:gdLst/>
              <a:ahLst/>
              <a:cxnLst/>
              <a:rect l="l" t="t" r="r" b="b"/>
              <a:pathLst>
                <a:path w="344" h="1125" extrusionOk="0">
                  <a:moveTo>
                    <a:pt x="0" y="0"/>
                  </a:moveTo>
                  <a:lnTo>
                    <a:pt x="0" y="1124"/>
                  </a:lnTo>
                  <a:lnTo>
                    <a:pt x="344" y="1124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07" name="Google Shape;1507;p50">
              <a:extLst>
                <a:ext uri="{FF2B5EF4-FFF2-40B4-BE49-F238E27FC236}">
                  <a16:creationId xmlns:a16="http://schemas.microsoft.com/office/drawing/2014/main" id="{DFC2A1F9-AEDC-9C16-3910-C3D68C4DCAA0}"/>
                </a:ext>
              </a:extLst>
            </p:cNvPr>
            <p:cNvSpPr/>
            <p:nvPr/>
          </p:nvSpPr>
          <p:spPr>
            <a:xfrm>
              <a:off x="7631192" y="2703136"/>
              <a:ext cx="49341" cy="161364"/>
            </a:xfrm>
            <a:custGeom>
              <a:avLst/>
              <a:gdLst/>
              <a:ahLst/>
              <a:cxnLst/>
              <a:rect l="l" t="t" r="r" b="b"/>
              <a:pathLst>
                <a:path w="344" h="1125" extrusionOk="0">
                  <a:moveTo>
                    <a:pt x="1" y="0"/>
                  </a:moveTo>
                  <a:lnTo>
                    <a:pt x="1" y="1124"/>
                  </a:lnTo>
                  <a:lnTo>
                    <a:pt x="344" y="1124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08" name="Google Shape;1508;p50">
              <a:extLst>
                <a:ext uri="{FF2B5EF4-FFF2-40B4-BE49-F238E27FC236}">
                  <a16:creationId xmlns:a16="http://schemas.microsoft.com/office/drawing/2014/main" id="{1732CBDC-C3B0-55B3-B6A6-042A0FFBEE88}"/>
                </a:ext>
              </a:extLst>
            </p:cNvPr>
            <p:cNvSpPr/>
            <p:nvPr/>
          </p:nvSpPr>
          <p:spPr>
            <a:xfrm>
              <a:off x="7483168" y="2864356"/>
              <a:ext cx="49341" cy="161221"/>
            </a:xfrm>
            <a:custGeom>
              <a:avLst/>
              <a:gdLst/>
              <a:ahLst/>
              <a:cxnLst/>
              <a:rect l="l" t="t" r="r" b="b"/>
              <a:pathLst>
                <a:path w="344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344" y="1124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09" name="Google Shape;1509;p50">
              <a:extLst>
                <a:ext uri="{FF2B5EF4-FFF2-40B4-BE49-F238E27FC236}">
                  <a16:creationId xmlns:a16="http://schemas.microsoft.com/office/drawing/2014/main" id="{8B3879CF-A01D-5701-8D4C-2284E48417F4}"/>
                </a:ext>
              </a:extLst>
            </p:cNvPr>
            <p:cNvSpPr/>
            <p:nvPr/>
          </p:nvSpPr>
          <p:spPr>
            <a:xfrm>
              <a:off x="7532366" y="2864356"/>
              <a:ext cx="49484" cy="161221"/>
            </a:xfrm>
            <a:custGeom>
              <a:avLst/>
              <a:gdLst/>
              <a:ahLst/>
              <a:cxnLst/>
              <a:rect l="l" t="t" r="r" b="b"/>
              <a:pathLst>
                <a:path w="345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344" y="1124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10" name="Google Shape;1510;p50">
              <a:extLst>
                <a:ext uri="{FF2B5EF4-FFF2-40B4-BE49-F238E27FC236}">
                  <a16:creationId xmlns:a16="http://schemas.microsoft.com/office/drawing/2014/main" id="{A7C9CDFA-C06B-CBCE-95C5-C9ADD2019958}"/>
                </a:ext>
              </a:extLst>
            </p:cNvPr>
            <p:cNvSpPr/>
            <p:nvPr/>
          </p:nvSpPr>
          <p:spPr>
            <a:xfrm>
              <a:off x="7581994" y="2864356"/>
              <a:ext cx="49341" cy="161221"/>
            </a:xfrm>
            <a:custGeom>
              <a:avLst/>
              <a:gdLst/>
              <a:ahLst/>
              <a:cxnLst/>
              <a:rect l="l" t="t" r="r" b="b"/>
              <a:pathLst>
                <a:path w="344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344" y="1124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11" name="Google Shape;1511;p50">
              <a:extLst>
                <a:ext uri="{FF2B5EF4-FFF2-40B4-BE49-F238E27FC236}">
                  <a16:creationId xmlns:a16="http://schemas.microsoft.com/office/drawing/2014/main" id="{4748AC55-B4CD-8D87-B7DD-67DCCB9F899E}"/>
                </a:ext>
              </a:extLst>
            </p:cNvPr>
            <p:cNvSpPr/>
            <p:nvPr/>
          </p:nvSpPr>
          <p:spPr>
            <a:xfrm>
              <a:off x="7631192" y="2864356"/>
              <a:ext cx="49341" cy="161221"/>
            </a:xfrm>
            <a:custGeom>
              <a:avLst/>
              <a:gdLst/>
              <a:ahLst/>
              <a:cxnLst/>
              <a:rect l="l" t="t" r="r" b="b"/>
              <a:pathLst>
                <a:path w="344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344" y="1124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12" name="Google Shape;1512;p50">
              <a:extLst>
                <a:ext uri="{FF2B5EF4-FFF2-40B4-BE49-F238E27FC236}">
                  <a16:creationId xmlns:a16="http://schemas.microsoft.com/office/drawing/2014/main" id="{310A8260-EBE9-32ED-7644-57E61E8EB8D8}"/>
                </a:ext>
              </a:extLst>
            </p:cNvPr>
            <p:cNvSpPr/>
            <p:nvPr/>
          </p:nvSpPr>
          <p:spPr>
            <a:xfrm>
              <a:off x="7492491" y="2810712"/>
              <a:ext cx="26965" cy="27109"/>
            </a:xfrm>
            <a:custGeom>
              <a:avLst/>
              <a:gdLst/>
              <a:ahLst/>
              <a:cxnLst/>
              <a:rect l="l" t="t" r="r" b="b"/>
              <a:pathLst>
                <a:path w="188" h="189" extrusionOk="0">
                  <a:moveTo>
                    <a:pt x="95" y="1"/>
                  </a:moveTo>
                  <a:cubicBezTo>
                    <a:pt x="43" y="1"/>
                    <a:pt x="1" y="44"/>
                    <a:pt x="1" y="95"/>
                  </a:cubicBezTo>
                  <a:cubicBezTo>
                    <a:pt x="1" y="146"/>
                    <a:pt x="43" y="188"/>
                    <a:pt x="95" y="188"/>
                  </a:cubicBezTo>
                  <a:cubicBezTo>
                    <a:pt x="146" y="188"/>
                    <a:pt x="188" y="146"/>
                    <a:pt x="188" y="95"/>
                  </a:cubicBezTo>
                  <a:cubicBezTo>
                    <a:pt x="188" y="44"/>
                    <a:pt x="146" y="1"/>
                    <a:pt x="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13" name="Google Shape;1513;p50">
              <a:extLst>
                <a:ext uri="{FF2B5EF4-FFF2-40B4-BE49-F238E27FC236}">
                  <a16:creationId xmlns:a16="http://schemas.microsoft.com/office/drawing/2014/main" id="{08EB38B8-9800-9060-82E4-C3D2A6EE8C49}"/>
                </a:ext>
              </a:extLst>
            </p:cNvPr>
            <p:cNvSpPr/>
            <p:nvPr/>
          </p:nvSpPr>
          <p:spPr>
            <a:xfrm>
              <a:off x="7543841" y="2810712"/>
              <a:ext cx="26965" cy="27109"/>
            </a:xfrm>
            <a:custGeom>
              <a:avLst/>
              <a:gdLst/>
              <a:ahLst/>
              <a:cxnLst/>
              <a:rect l="l" t="t" r="r" b="b"/>
              <a:pathLst>
                <a:path w="188" h="189" extrusionOk="0">
                  <a:moveTo>
                    <a:pt x="93" y="1"/>
                  </a:moveTo>
                  <a:cubicBezTo>
                    <a:pt x="42" y="1"/>
                    <a:pt x="0" y="44"/>
                    <a:pt x="0" y="95"/>
                  </a:cubicBezTo>
                  <a:cubicBezTo>
                    <a:pt x="0" y="146"/>
                    <a:pt x="42" y="188"/>
                    <a:pt x="93" y="188"/>
                  </a:cubicBezTo>
                  <a:cubicBezTo>
                    <a:pt x="145" y="188"/>
                    <a:pt x="187" y="146"/>
                    <a:pt x="187" y="95"/>
                  </a:cubicBezTo>
                  <a:cubicBezTo>
                    <a:pt x="187" y="44"/>
                    <a:pt x="145" y="1"/>
                    <a:pt x="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14" name="Google Shape;1514;p50">
              <a:extLst>
                <a:ext uri="{FF2B5EF4-FFF2-40B4-BE49-F238E27FC236}">
                  <a16:creationId xmlns:a16="http://schemas.microsoft.com/office/drawing/2014/main" id="{E79842AC-CAE6-29FF-5832-DF239F52D566}"/>
                </a:ext>
              </a:extLst>
            </p:cNvPr>
            <p:cNvSpPr/>
            <p:nvPr/>
          </p:nvSpPr>
          <p:spPr>
            <a:xfrm>
              <a:off x="7593038" y="2810712"/>
              <a:ext cx="26965" cy="27109"/>
            </a:xfrm>
            <a:custGeom>
              <a:avLst/>
              <a:gdLst/>
              <a:ahLst/>
              <a:cxnLst/>
              <a:rect l="l" t="t" r="r" b="b"/>
              <a:pathLst>
                <a:path w="188" h="189" extrusionOk="0">
                  <a:moveTo>
                    <a:pt x="94" y="1"/>
                  </a:moveTo>
                  <a:cubicBezTo>
                    <a:pt x="42" y="1"/>
                    <a:pt x="0" y="44"/>
                    <a:pt x="0" y="95"/>
                  </a:cubicBezTo>
                  <a:cubicBezTo>
                    <a:pt x="0" y="146"/>
                    <a:pt x="43" y="188"/>
                    <a:pt x="94" y="188"/>
                  </a:cubicBezTo>
                  <a:cubicBezTo>
                    <a:pt x="146" y="188"/>
                    <a:pt x="187" y="146"/>
                    <a:pt x="187" y="95"/>
                  </a:cubicBezTo>
                  <a:cubicBezTo>
                    <a:pt x="187" y="44"/>
                    <a:pt x="146" y="1"/>
                    <a:pt x="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15" name="Google Shape;1515;p50">
              <a:extLst>
                <a:ext uri="{FF2B5EF4-FFF2-40B4-BE49-F238E27FC236}">
                  <a16:creationId xmlns:a16="http://schemas.microsoft.com/office/drawing/2014/main" id="{0A98C47A-004C-D605-102C-0BD3383A1A55}"/>
                </a:ext>
              </a:extLst>
            </p:cNvPr>
            <p:cNvSpPr/>
            <p:nvPr/>
          </p:nvSpPr>
          <p:spPr>
            <a:xfrm>
              <a:off x="7642380" y="2810712"/>
              <a:ext cx="26965" cy="27109"/>
            </a:xfrm>
            <a:custGeom>
              <a:avLst/>
              <a:gdLst/>
              <a:ahLst/>
              <a:cxnLst/>
              <a:rect l="l" t="t" r="r" b="b"/>
              <a:pathLst>
                <a:path w="188" h="189" extrusionOk="0">
                  <a:moveTo>
                    <a:pt x="95" y="1"/>
                  </a:moveTo>
                  <a:cubicBezTo>
                    <a:pt x="42" y="1"/>
                    <a:pt x="1" y="44"/>
                    <a:pt x="1" y="95"/>
                  </a:cubicBezTo>
                  <a:cubicBezTo>
                    <a:pt x="1" y="146"/>
                    <a:pt x="42" y="188"/>
                    <a:pt x="95" y="188"/>
                  </a:cubicBezTo>
                  <a:cubicBezTo>
                    <a:pt x="147" y="188"/>
                    <a:pt x="188" y="146"/>
                    <a:pt x="188" y="95"/>
                  </a:cubicBezTo>
                  <a:cubicBezTo>
                    <a:pt x="188" y="44"/>
                    <a:pt x="147" y="1"/>
                    <a:pt x="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16" name="Google Shape;1516;p50">
              <a:extLst>
                <a:ext uri="{FF2B5EF4-FFF2-40B4-BE49-F238E27FC236}">
                  <a16:creationId xmlns:a16="http://schemas.microsoft.com/office/drawing/2014/main" id="{FEC48D8E-B597-655D-2A80-FFF211925706}"/>
                </a:ext>
              </a:extLst>
            </p:cNvPr>
            <p:cNvSpPr/>
            <p:nvPr/>
          </p:nvSpPr>
          <p:spPr>
            <a:xfrm>
              <a:off x="7642380" y="2971932"/>
              <a:ext cx="26965" cy="26966"/>
            </a:xfrm>
            <a:custGeom>
              <a:avLst/>
              <a:gdLst/>
              <a:ahLst/>
              <a:cxnLst/>
              <a:rect l="l" t="t" r="r" b="b"/>
              <a:pathLst>
                <a:path w="188" h="188" extrusionOk="0">
                  <a:moveTo>
                    <a:pt x="95" y="1"/>
                  </a:moveTo>
                  <a:cubicBezTo>
                    <a:pt x="44" y="3"/>
                    <a:pt x="1" y="44"/>
                    <a:pt x="1" y="95"/>
                  </a:cubicBezTo>
                  <a:cubicBezTo>
                    <a:pt x="1" y="145"/>
                    <a:pt x="42" y="188"/>
                    <a:pt x="95" y="188"/>
                  </a:cubicBezTo>
                  <a:cubicBezTo>
                    <a:pt x="145" y="188"/>
                    <a:pt x="188" y="147"/>
                    <a:pt x="188" y="95"/>
                  </a:cubicBezTo>
                  <a:cubicBezTo>
                    <a:pt x="188" y="43"/>
                    <a:pt x="147" y="1"/>
                    <a:pt x="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17" name="Google Shape;1517;p50">
              <a:extLst>
                <a:ext uri="{FF2B5EF4-FFF2-40B4-BE49-F238E27FC236}">
                  <a16:creationId xmlns:a16="http://schemas.microsoft.com/office/drawing/2014/main" id="{491AFF48-3B02-0368-EC00-51CABBFB9CDD}"/>
                </a:ext>
              </a:extLst>
            </p:cNvPr>
            <p:cNvSpPr/>
            <p:nvPr/>
          </p:nvSpPr>
          <p:spPr>
            <a:xfrm>
              <a:off x="7591461" y="2971932"/>
              <a:ext cx="26965" cy="26966"/>
            </a:xfrm>
            <a:custGeom>
              <a:avLst/>
              <a:gdLst/>
              <a:ahLst/>
              <a:cxnLst/>
              <a:rect l="l" t="t" r="r" b="b"/>
              <a:pathLst>
                <a:path w="188" h="188" extrusionOk="0">
                  <a:moveTo>
                    <a:pt x="95" y="1"/>
                  </a:moveTo>
                  <a:cubicBezTo>
                    <a:pt x="42" y="3"/>
                    <a:pt x="1" y="44"/>
                    <a:pt x="1" y="95"/>
                  </a:cubicBezTo>
                  <a:cubicBezTo>
                    <a:pt x="1" y="145"/>
                    <a:pt x="42" y="188"/>
                    <a:pt x="95" y="188"/>
                  </a:cubicBezTo>
                  <a:cubicBezTo>
                    <a:pt x="145" y="188"/>
                    <a:pt x="188" y="147"/>
                    <a:pt x="188" y="95"/>
                  </a:cubicBezTo>
                  <a:cubicBezTo>
                    <a:pt x="188" y="43"/>
                    <a:pt x="146" y="1"/>
                    <a:pt x="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18" name="Google Shape;1518;p50">
              <a:extLst>
                <a:ext uri="{FF2B5EF4-FFF2-40B4-BE49-F238E27FC236}">
                  <a16:creationId xmlns:a16="http://schemas.microsoft.com/office/drawing/2014/main" id="{FF450028-0355-6434-DBA9-EE87D638330A}"/>
                </a:ext>
              </a:extLst>
            </p:cNvPr>
            <p:cNvSpPr/>
            <p:nvPr/>
          </p:nvSpPr>
          <p:spPr>
            <a:xfrm>
              <a:off x="7542263" y="2971932"/>
              <a:ext cx="26965" cy="26966"/>
            </a:xfrm>
            <a:custGeom>
              <a:avLst/>
              <a:gdLst/>
              <a:ahLst/>
              <a:cxnLst/>
              <a:rect l="l" t="t" r="r" b="b"/>
              <a:pathLst>
                <a:path w="188" h="188" extrusionOk="0">
                  <a:moveTo>
                    <a:pt x="93" y="1"/>
                  </a:moveTo>
                  <a:cubicBezTo>
                    <a:pt x="42" y="3"/>
                    <a:pt x="0" y="44"/>
                    <a:pt x="0" y="95"/>
                  </a:cubicBezTo>
                  <a:cubicBezTo>
                    <a:pt x="0" y="145"/>
                    <a:pt x="42" y="188"/>
                    <a:pt x="93" y="188"/>
                  </a:cubicBezTo>
                  <a:cubicBezTo>
                    <a:pt x="145" y="188"/>
                    <a:pt x="187" y="147"/>
                    <a:pt x="187" y="95"/>
                  </a:cubicBezTo>
                  <a:cubicBezTo>
                    <a:pt x="187" y="43"/>
                    <a:pt x="146" y="1"/>
                    <a:pt x="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19" name="Google Shape;1519;p50">
              <a:extLst>
                <a:ext uri="{FF2B5EF4-FFF2-40B4-BE49-F238E27FC236}">
                  <a16:creationId xmlns:a16="http://schemas.microsoft.com/office/drawing/2014/main" id="{C07B9081-4564-C580-D031-9F07C47E565A}"/>
                </a:ext>
              </a:extLst>
            </p:cNvPr>
            <p:cNvSpPr/>
            <p:nvPr/>
          </p:nvSpPr>
          <p:spPr>
            <a:xfrm>
              <a:off x="7492634" y="2971932"/>
              <a:ext cx="27109" cy="26966"/>
            </a:xfrm>
            <a:custGeom>
              <a:avLst/>
              <a:gdLst/>
              <a:ahLst/>
              <a:cxnLst/>
              <a:rect l="l" t="t" r="r" b="b"/>
              <a:pathLst>
                <a:path w="189" h="188" extrusionOk="0">
                  <a:moveTo>
                    <a:pt x="95" y="1"/>
                  </a:moveTo>
                  <a:cubicBezTo>
                    <a:pt x="43" y="3"/>
                    <a:pt x="1" y="44"/>
                    <a:pt x="1" y="95"/>
                  </a:cubicBezTo>
                  <a:cubicBezTo>
                    <a:pt x="1" y="145"/>
                    <a:pt x="43" y="188"/>
                    <a:pt x="95" y="188"/>
                  </a:cubicBezTo>
                  <a:cubicBezTo>
                    <a:pt x="145" y="188"/>
                    <a:pt x="188" y="147"/>
                    <a:pt x="188" y="95"/>
                  </a:cubicBezTo>
                  <a:cubicBezTo>
                    <a:pt x="188" y="43"/>
                    <a:pt x="147" y="1"/>
                    <a:pt x="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20" name="Google Shape;1520;p50">
              <a:extLst>
                <a:ext uri="{FF2B5EF4-FFF2-40B4-BE49-F238E27FC236}">
                  <a16:creationId xmlns:a16="http://schemas.microsoft.com/office/drawing/2014/main" id="{4518BE5C-2E8C-926C-E240-DD65FA124547}"/>
                </a:ext>
              </a:extLst>
            </p:cNvPr>
            <p:cNvSpPr/>
            <p:nvPr/>
          </p:nvSpPr>
          <p:spPr>
            <a:xfrm>
              <a:off x="6546255" y="2563861"/>
              <a:ext cx="937045" cy="600849"/>
            </a:xfrm>
            <a:custGeom>
              <a:avLst/>
              <a:gdLst/>
              <a:ahLst/>
              <a:cxnLst/>
              <a:rect l="l" t="t" r="r" b="b"/>
              <a:pathLst>
                <a:path w="6533" h="4189" extrusionOk="0">
                  <a:moveTo>
                    <a:pt x="0" y="0"/>
                  </a:moveTo>
                  <a:lnTo>
                    <a:pt x="0" y="4189"/>
                  </a:lnTo>
                  <a:lnTo>
                    <a:pt x="6533" y="4189"/>
                  </a:lnTo>
                  <a:lnTo>
                    <a:pt x="65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21" name="Google Shape;1521;p50">
              <a:extLst>
                <a:ext uri="{FF2B5EF4-FFF2-40B4-BE49-F238E27FC236}">
                  <a16:creationId xmlns:a16="http://schemas.microsoft.com/office/drawing/2014/main" id="{477BB135-1BBE-EDA2-F664-9A1902F23B5B}"/>
                </a:ext>
              </a:extLst>
            </p:cNvPr>
            <p:cNvSpPr/>
            <p:nvPr/>
          </p:nvSpPr>
          <p:spPr>
            <a:xfrm>
              <a:off x="7045120" y="2832083"/>
              <a:ext cx="85486" cy="33994"/>
            </a:xfrm>
            <a:custGeom>
              <a:avLst/>
              <a:gdLst/>
              <a:ahLst/>
              <a:cxnLst/>
              <a:rect l="l" t="t" r="r" b="b"/>
              <a:pathLst>
                <a:path w="596" h="237" extrusionOk="0">
                  <a:moveTo>
                    <a:pt x="1" y="1"/>
                  </a:moveTo>
                  <a:lnTo>
                    <a:pt x="1" y="237"/>
                  </a:lnTo>
                  <a:lnTo>
                    <a:pt x="595" y="237"/>
                  </a:lnTo>
                  <a:lnTo>
                    <a:pt x="5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22" name="Google Shape;1522;p50">
              <a:extLst>
                <a:ext uri="{FF2B5EF4-FFF2-40B4-BE49-F238E27FC236}">
                  <a16:creationId xmlns:a16="http://schemas.microsoft.com/office/drawing/2014/main" id="{F81175DB-8FC0-926D-71AC-7776539A9FC1}"/>
                </a:ext>
              </a:extLst>
            </p:cNvPr>
            <p:cNvSpPr/>
            <p:nvPr/>
          </p:nvSpPr>
          <p:spPr>
            <a:xfrm>
              <a:off x="7071368" y="2865934"/>
              <a:ext cx="29404" cy="34138"/>
            </a:xfrm>
            <a:custGeom>
              <a:avLst/>
              <a:gdLst/>
              <a:ahLst/>
              <a:cxnLst/>
              <a:rect l="l" t="t" r="r" b="b"/>
              <a:pathLst>
                <a:path w="205" h="238" extrusionOk="0">
                  <a:moveTo>
                    <a:pt x="1" y="1"/>
                  </a:moveTo>
                  <a:lnTo>
                    <a:pt x="1" y="237"/>
                  </a:lnTo>
                  <a:lnTo>
                    <a:pt x="205" y="237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23" name="Google Shape;1523;p50">
              <a:extLst>
                <a:ext uri="{FF2B5EF4-FFF2-40B4-BE49-F238E27FC236}">
                  <a16:creationId xmlns:a16="http://schemas.microsoft.com/office/drawing/2014/main" id="{1E01850F-2445-136C-1FCC-59B44FC80136}"/>
                </a:ext>
              </a:extLst>
            </p:cNvPr>
            <p:cNvSpPr/>
            <p:nvPr/>
          </p:nvSpPr>
          <p:spPr>
            <a:xfrm>
              <a:off x="6812469" y="2832083"/>
              <a:ext cx="85629" cy="33994"/>
            </a:xfrm>
            <a:custGeom>
              <a:avLst/>
              <a:gdLst/>
              <a:ahLst/>
              <a:cxnLst/>
              <a:rect l="l" t="t" r="r" b="b"/>
              <a:pathLst>
                <a:path w="597" h="237" extrusionOk="0">
                  <a:moveTo>
                    <a:pt x="1" y="1"/>
                  </a:moveTo>
                  <a:lnTo>
                    <a:pt x="1" y="237"/>
                  </a:lnTo>
                  <a:lnTo>
                    <a:pt x="596" y="237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24" name="Google Shape;1524;p50">
              <a:extLst>
                <a:ext uri="{FF2B5EF4-FFF2-40B4-BE49-F238E27FC236}">
                  <a16:creationId xmlns:a16="http://schemas.microsoft.com/office/drawing/2014/main" id="{B9074375-C11E-D55C-11B7-9674151F48D8}"/>
                </a:ext>
              </a:extLst>
            </p:cNvPr>
            <p:cNvSpPr/>
            <p:nvPr/>
          </p:nvSpPr>
          <p:spPr>
            <a:xfrm>
              <a:off x="6838718" y="2865934"/>
              <a:ext cx="29547" cy="34138"/>
            </a:xfrm>
            <a:custGeom>
              <a:avLst/>
              <a:gdLst/>
              <a:ahLst/>
              <a:cxnLst/>
              <a:rect l="l" t="t" r="r" b="b"/>
              <a:pathLst>
                <a:path w="206" h="238" extrusionOk="0">
                  <a:moveTo>
                    <a:pt x="0" y="1"/>
                  </a:moveTo>
                  <a:lnTo>
                    <a:pt x="0" y="237"/>
                  </a:lnTo>
                  <a:lnTo>
                    <a:pt x="206" y="237"/>
                  </a:lnTo>
                  <a:lnTo>
                    <a:pt x="2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25" name="Google Shape;1525;p50">
              <a:extLst>
                <a:ext uri="{FF2B5EF4-FFF2-40B4-BE49-F238E27FC236}">
                  <a16:creationId xmlns:a16="http://schemas.microsoft.com/office/drawing/2014/main" id="{17D08CE3-3AC7-FA4F-0188-DBF113D0384A}"/>
                </a:ext>
              </a:extLst>
            </p:cNvPr>
            <p:cNvSpPr/>
            <p:nvPr/>
          </p:nvSpPr>
          <p:spPr>
            <a:xfrm>
              <a:off x="6577811" y="2832083"/>
              <a:ext cx="85629" cy="33994"/>
            </a:xfrm>
            <a:custGeom>
              <a:avLst/>
              <a:gdLst/>
              <a:ahLst/>
              <a:cxnLst/>
              <a:rect l="l" t="t" r="r" b="b"/>
              <a:pathLst>
                <a:path w="597" h="237" extrusionOk="0">
                  <a:moveTo>
                    <a:pt x="0" y="1"/>
                  </a:moveTo>
                  <a:lnTo>
                    <a:pt x="0" y="237"/>
                  </a:lnTo>
                  <a:lnTo>
                    <a:pt x="596" y="237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26" name="Google Shape;1526;p50">
              <a:extLst>
                <a:ext uri="{FF2B5EF4-FFF2-40B4-BE49-F238E27FC236}">
                  <a16:creationId xmlns:a16="http://schemas.microsoft.com/office/drawing/2014/main" id="{E2721602-7094-5CC5-301F-3E5DDC2FAA52}"/>
                </a:ext>
              </a:extLst>
            </p:cNvPr>
            <p:cNvSpPr/>
            <p:nvPr/>
          </p:nvSpPr>
          <p:spPr>
            <a:xfrm>
              <a:off x="6603916" y="2865934"/>
              <a:ext cx="29404" cy="34138"/>
            </a:xfrm>
            <a:custGeom>
              <a:avLst/>
              <a:gdLst/>
              <a:ahLst/>
              <a:cxnLst/>
              <a:rect l="l" t="t" r="r" b="b"/>
              <a:pathLst>
                <a:path w="205" h="238" extrusionOk="0">
                  <a:moveTo>
                    <a:pt x="0" y="1"/>
                  </a:moveTo>
                  <a:lnTo>
                    <a:pt x="0" y="237"/>
                  </a:lnTo>
                  <a:lnTo>
                    <a:pt x="204" y="237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27" name="Google Shape;1527;p50">
              <a:extLst>
                <a:ext uri="{FF2B5EF4-FFF2-40B4-BE49-F238E27FC236}">
                  <a16:creationId xmlns:a16="http://schemas.microsoft.com/office/drawing/2014/main" id="{AF1E6D8B-B44F-CB2F-6CA2-E31264897301}"/>
                </a:ext>
              </a:extLst>
            </p:cNvPr>
            <p:cNvSpPr/>
            <p:nvPr/>
          </p:nvSpPr>
          <p:spPr>
            <a:xfrm>
              <a:off x="7162592" y="2563861"/>
              <a:ext cx="31555" cy="600849"/>
            </a:xfrm>
            <a:custGeom>
              <a:avLst/>
              <a:gdLst/>
              <a:ahLst/>
              <a:cxnLst/>
              <a:rect l="l" t="t" r="r" b="b"/>
              <a:pathLst>
                <a:path w="220" h="4189" extrusionOk="0">
                  <a:moveTo>
                    <a:pt x="1" y="0"/>
                  </a:moveTo>
                  <a:lnTo>
                    <a:pt x="1" y="4189"/>
                  </a:lnTo>
                  <a:lnTo>
                    <a:pt x="220" y="4189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28" name="Google Shape;1528;p50">
              <a:extLst>
                <a:ext uri="{FF2B5EF4-FFF2-40B4-BE49-F238E27FC236}">
                  <a16:creationId xmlns:a16="http://schemas.microsoft.com/office/drawing/2014/main" id="{32F6F7F2-2CEC-957C-A68F-BE5317D1AE4F}"/>
                </a:ext>
              </a:extLst>
            </p:cNvPr>
            <p:cNvSpPr/>
            <p:nvPr/>
          </p:nvSpPr>
          <p:spPr>
            <a:xfrm>
              <a:off x="6983300" y="2563861"/>
              <a:ext cx="31555" cy="600849"/>
            </a:xfrm>
            <a:custGeom>
              <a:avLst/>
              <a:gdLst/>
              <a:ahLst/>
              <a:cxnLst/>
              <a:rect l="l" t="t" r="r" b="b"/>
              <a:pathLst>
                <a:path w="220" h="4189" extrusionOk="0">
                  <a:moveTo>
                    <a:pt x="1" y="0"/>
                  </a:moveTo>
                  <a:lnTo>
                    <a:pt x="1" y="4189"/>
                  </a:lnTo>
                  <a:lnTo>
                    <a:pt x="220" y="4189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29" name="Google Shape;1529;p50">
              <a:extLst>
                <a:ext uri="{FF2B5EF4-FFF2-40B4-BE49-F238E27FC236}">
                  <a16:creationId xmlns:a16="http://schemas.microsoft.com/office/drawing/2014/main" id="{E0DAB5DC-CB05-B3C2-5AB5-526826280AF2}"/>
                </a:ext>
              </a:extLst>
            </p:cNvPr>
            <p:cNvSpPr/>
            <p:nvPr/>
          </p:nvSpPr>
          <p:spPr>
            <a:xfrm>
              <a:off x="6694280" y="2563861"/>
              <a:ext cx="31555" cy="600849"/>
            </a:xfrm>
            <a:custGeom>
              <a:avLst/>
              <a:gdLst/>
              <a:ahLst/>
              <a:cxnLst/>
              <a:rect l="l" t="t" r="r" b="b"/>
              <a:pathLst>
                <a:path w="220" h="4189" extrusionOk="0">
                  <a:moveTo>
                    <a:pt x="0" y="0"/>
                  </a:moveTo>
                  <a:lnTo>
                    <a:pt x="0" y="4189"/>
                  </a:lnTo>
                  <a:lnTo>
                    <a:pt x="219" y="4189"/>
                  </a:lnTo>
                  <a:lnTo>
                    <a:pt x="21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30" name="Google Shape;1530;p50">
              <a:extLst>
                <a:ext uri="{FF2B5EF4-FFF2-40B4-BE49-F238E27FC236}">
                  <a16:creationId xmlns:a16="http://schemas.microsoft.com/office/drawing/2014/main" id="{C7A4F328-8606-CB21-3615-EA30F5462E25}"/>
                </a:ext>
              </a:extLst>
            </p:cNvPr>
            <p:cNvSpPr/>
            <p:nvPr/>
          </p:nvSpPr>
          <p:spPr>
            <a:xfrm>
              <a:off x="7381330" y="3075922"/>
              <a:ext cx="55508" cy="52354"/>
            </a:xfrm>
            <a:custGeom>
              <a:avLst/>
              <a:gdLst/>
              <a:ahLst/>
              <a:cxnLst/>
              <a:rect l="l" t="t" r="r" b="b"/>
              <a:pathLst>
                <a:path w="387" h="365" extrusionOk="0">
                  <a:moveTo>
                    <a:pt x="324" y="1"/>
                  </a:moveTo>
                  <a:lnTo>
                    <a:pt x="1" y="324"/>
                  </a:lnTo>
                  <a:cubicBezTo>
                    <a:pt x="41" y="351"/>
                    <a:pt x="87" y="364"/>
                    <a:pt x="132" y="364"/>
                  </a:cubicBezTo>
                  <a:cubicBezTo>
                    <a:pt x="192" y="364"/>
                    <a:pt x="251" y="341"/>
                    <a:pt x="297" y="296"/>
                  </a:cubicBezTo>
                  <a:cubicBezTo>
                    <a:pt x="377" y="216"/>
                    <a:pt x="387" y="91"/>
                    <a:pt x="3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31" name="Google Shape;1531;p50">
              <a:extLst>
                <a:ext uri="{FF2B5EF4-FFF2-40B4-BE49-F238E27FC236}">
                  <a16:creationId xmlns:a16="http://schemas.microsoft.com/office/drawing/2014/main" id="{ED0DD0FC-7428-65B8-E626-5FE7BCC963C5}"/>
                </a:ext>
              </a:extLst>
            </p:cNvPr>
            <p:cNvSpPr/>
            <p:nvPr/>
          </p:nvSpPr>
          <p:spPr>
            <a:xfrm>
              <a:off x="7363831" y="3061435"/>
              <a:ext cx="55652" cy="52354"/>
            </a:xfrm>
            <a:custGeom>
              <a:avLst/>
              <a:gdLst/>
              <a:ahLst/>
              <a:cxnLst/>
              <a:rect l="l" t="t" r="r" b="b"/>
              <a:pathLst>
                <a:path w="388" h="365" extrusionOk="0">
                  <a:moveTo>
                    <a:pt x="256" y="1"/>
                  </a:moveTo>
                  <a:cubicBezTo>
                    <a:pt x="196" y="1"/>
                    <a:pt x="136" y="23"/>
                    <a:pt x="91" y="69"/>
                  </a:cubicBezTo>
                  <a:cubicBezTo>
                    <a:pt x="10" y="149"/>
                    <a:pt x="1" y="274"/>
                    <a:pt x="64" y="365"/>
                  </a:cubicBezTo>
                  <a:lnTo>
                    <a:pt x="388" y="42"/>
                  </a:lnTo>
                  <a:cubicBezTo>
                    <a:pt x="348" y="14"/>
                    <a:pt x="302" y="1"/>
                    <a:pt x="2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32" name="Google Shape;1532;p50">
              <a:extLst>
                <a:ext uri="{FF2B5EF4-FFF2-40B4-BE49-F238E27FC236}">
                  <a16:creationId xmlns:a16="http://schemas.microsoft.com/office/drawing/2014/main" id="{9DD81E9D-07EA-996D-FD22-95B343E693C3}"/>
                </a:ext>
              </a:extLst>
            </p:cNvPr>
            <p:cNvSpPr/>
            <p:nvPr/>
          </p:nvSpPr>
          <p:spPr>
            <a:xfrm>
              <a:off x="7372867" y="3067316"/>
              <a:ext cx="55222" cy="55079"/>
            </a:xfrm>
            <a:custGeom>
              <a:avLst/>
              <a:gdLst/>
              <a:ahLst/>
              <a:cxnLst/>
              <a:rect l="l" t="t" r="r" b="b"/>
              <a:pathLst>
                <a:path w="385" h="384" extrusionOk="0">
                  <a:moveTo>
                    <a:pt x="325" y="1"/>
                  </a:moveTo>
                  <a:lnTo>
                    <a:pt x="1" y="324"/>
                  </a:lnTo>
                  <a:cubicBezTo>
                    <a:pt x="8" y="336"/>
                    <a:pt x="18" y="346"/>
                    <a:pt x="28" y="357"/>
                  </a:cubicBezTo>
                  <a:cubicBezTo>
                    <a:pt x="38" y="368"/>
                    <a:pt x="49" y="376"/>
                    <a:pt x="61" y="384"/>
                  </a:cubicBezTo>
                  <a:lnTo>
                    <a:pt x="385" y="61"/>
                  </a:lnTo>
                  <a:cubicBezTo>
                    <a:pt x="376" y="49"/>
                    <a:pt x="369" y="38"/>
                    <a:pt x="358" y="28"/>
                  </a:cubicBezTo>
                  <a:cubicBezTo>
                    <a:pt x="347" y="17"/>
                    <a:pt x="336" y="8"/>
                    <a:pt x="3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33" name="Google Shape;1533;p50">
              <a:extLst>
                <a:ext uri="{FF2B5EF4-FFF2-40B4-BE49-F238E27FC236}">
                  <a16:creationId xmlns:a16="http://schemas.microsoft.com/office/drawing/2014/main" id="{FDCBFD00-8AFE-046B-21F9-E9A0AEDB89A8}"/>
                </a:ext>
              </a:extLst>
            </p:cNvPr>
            <p:cNvSpPr/>
            <p:nvPr/>
          </p:nvSpPr>
          <p:spPr>
            <a:xfrm>
              <a:off x="7315493" y="2608900"/>
              <a:ext cx="55652" cy="52354"/>
            </a:xfrm>
            <a:custGeom>
              <a:avLst/>
              <a:gdLst/>
              <a:ahLst/>
              <a:cxnLst/>
              <a:rect l="l" t="t" r="r" b="b"/>
              <a:pathLst>
                <a:path w="388" h="365" extrusionOk="0">
                  <a:moveTo>
                    <a:pt x="325" y="1"/>
                  </a:moveTo>
                  <a:lnTo>
                    <a:pt x="1" y="324"/>
                  </a:lnTo>
                  <a:cubicBezTo>
                    <a:pt x="41" y="351"/>
                    <a:pt x="88" y="364"/>
                    <a:pt x="134" y="364"/>
                  </a:cubicBezTo>
                  <a:cubicBezTo>
                    <a:pt x="194" y="364"/>
                    <a:pt x="253" y="342"/>
                    <a:pt x="298" y="296"/>
                  </a:cubicBezTo>
                  <a:cubicBezTo>
                    <a:pt x="378" y="216"/>
                    <a:pt x="388" y="91"/>
                    <a:pt x="3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34" name="Google Shape;1534;p50">
              <a:extLst>
                <a:ext uri="{FF2B5EF4-FFF2-40B4-BE49-F238E27FC236}">
                  <a16:creationId xmlns:a16="http://schemas.microsoft.com/office/drawing/2014/main" id="{F36E1F8C-FF46-7133-479F-38429B6A820C}"/>
                </a:ext>
              </a:extLst>
            </p:cNvPr>
            <p:cNvSpPr/>
            <p:nvPr/>
          </p:nvSpPr>
          <p:spPr>
            <a:xfrm>
              <a:off x="7297994" y="2594413"/>
              <a:ext cx="55795" cy="52210"/>
            </a:xfrm>
            <a:custGeom>
              <a:avLst/>
              <a:gdLst/>
              <a:ahLst/>
              <a:cxnLst/>
              <a:rect l="l" t="t" r="r" b="b"/>
              <a:pathLst>
                <a:path w="389" h="364" extrusionOk="0">
                  <a:moveTo>
                    <a:pt x="257" y="0"/>
                  </a:moveTo>
                  <a:cubicBezTo>
                    <a:pt x="197" y="0"/>
                    <a:pt x="136" y="23"/>
                    <a:pt x="91" y="69"/>
                  </a:cubicBezTo>
                  <a:cubicBezTo>
                    <a:pt x="11" y="149"/>
                    <a:pt x="1" y="274"/>
                    <a:pt x="64" y="364"/>
                  </a:cubicBezTo>
                  <a:lnTo>
                    <a:pt x="388" y="40"/>
                  </a:lnTo>
                  <a:cubicBezTo>
                    <a:pt x="349" y="13"/>
                    <a:pt x="303" y="0"/>
                    <a:pt x="2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35" name="Google Shape;1535;p50">
              <a:extLst>
                <a:ext uri="{FF2B5EF4-FFF2-40B4-BE49-F238E27FC236}">
                  <a16:creationId xmlns:a16="http://schemas.microsoft.com/office/drawing/2014/main" id="{5B34C9A0-8A60-58DA-7D58-731AE7B03187}"/>
                </a:ext>
              </a:extLst>
            </p:cNvPr>
            <p:cNvSpPr/>
            <p:nvPr/>
          </p:nvSpPr>
          <p:spPr>
            <a:xfrm>
              <a:off x="7307174" y="2600294"/>
              <a:ext cx="55078" cy="55079"/>
            </a:xfrm>
            <a:custGeom>
              <a:avLst/>
              <a:gdLst/>
              <a:ahLst/>
              <a:cxnLst/>
              <a:rect l="l" t="t" r="r" b="b"/>
              <a:pathLst>
                <a:path w="384" h="384" extrusionOk="0">
                  <a:moveTo>
                    <a:pt x="324" y="1"/>
                  </a:moveTo>
                  <a:lnTo>
                    <a:pt x="0" y="324"/>
                  </a:lnTo>
                  <a:cubicBezTo>
                    <a:pt x="9" y="336"/>
                    <a:pt x="17" y="346"/>
                    <a:pt x="27" y="357"/>
                  </a:cubicBezTo>
                  <a:cubicBezTo>
                    <a:pt x="37" y="368"/>
                    <a:pt x="48" y="376"/>
                    <a:pt x="61" y="384"/>
                  </a:cubicBezTo>
                  <a:lnTo>
                    <a:pt x="384" y="61"/>
                  </a:lnTo>
                  <a:cubicBezTo>
                    <a:pt x="376" y="49"/>
                    <a:pt x="368" y="38"/>
                    <a:pt x="357" y="28"/>
                  </a:cubicBezTo>
                  <a:cubicBezTo>
                    <a:pt x="347" y="17"/>
                    <a:pt x="335" y="8"/>
                    <a:pt x="3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36" name="Google Shape;1536;p50">
              <a:extLst>
                <a:ext uri="{FF2B5EF4-FFF2-40B4-BE49-F238E27FC236}">
                  <a16:creationId xmlns:a16="http://schemas.microsoft.com/office/drawing/2014/main" id="{3A432451-488A-019A-4A42-A1077A7D3243}"/>
                </a:ext>
              </a:extLst>
            </p:cNvPr>
            <p:cNvSpPr/>
            <p:nvPr/>
          </p:nvSpPr>
          <p:spPr>
            <a:xfrm>
              <a:off x="7249944" y="3075922"/>
              <a:ext cx="55508" cy="52354"/>
            </a:xfrm>
            <a:custGeom>
              <a:avLst/>
              <a:gdLst/>
              <a:ahLst/>
              <a:cxnLst/>
              <a:rect l="l" t="t" r="r" b="b"/>
              <a:pathLst>
                <a:path w="387" h="365" extrusionOk="0">
                  <a:moveTo>
                    <a:pt x="323" y="1"/>
                  </a:moveTo>
                  <a:lnTo>
                    <a:pt x="0" y="324"/>
                  </a:lnTo>
                  <a:cubicBezTo>
                    <a:pt x="40" y="351"/>
                    <a:pt x="86" y="364"/>
                    <a:pt x="132" y="364"/>
                  </a:cubicBezTo>
                  <a:cubicBezTo>
                    <a:pt x="192" y="364"/>
                    <a:pt x="251" y="341"/>
                    <a:pt x="296" y="296"/>
                  </a:cubicBezTo>
                  <a:cubicBezTo>
                    <a:pt x="377" y="216"/>
                    <a:pt x="386" y="91"/>
                    <a:pt x="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37" name="Google Shape;1537;p50">
              <a:extLst>
                <a:ext uri="{FF2B5EF4-FFF2-40B4-BE49-F238E27FC236}">
                  <a16:creationId xmlns:a16="http://schemas.microsoft.com/office/drawing/2014/main" id="{9636594F-BABB-F786-6975-CC9AA4B65F3B}"/>
                </a:ext>
              </a:extLst>
            </p:cNvPr>
            <p:cNvSpPr/>
            <p:nvPr/>
          </p:nvSpPr>
          <p:spPr>
            <a:xfrm>
              <a:off x="7232445" y="3061435"/>
              <a:ext cx="55508" cy="52354"/>
            </a:xfrm>
            <a:custGeom>
              <a:avLst/>
              <a:gdLst/>
              <a:ahLst/>
              <a:cxnLst/>
              <a:rect l="l" t="t" r="r" b="b"/>
              <a:pathLst>
                <a:path w="387" h="365" extrusionOk="0">
                  <a:moveTo>
                    <a:pt x="254" y="1"/>
                  </a:moveTo>
                  <a:cubicBezTo>
                    <a:pt x="195" y="1"/>
                    <a:pt x="135" y="23"/>
                    <a:pt x="90" y="69"/>
                  </a:cubicBezTo>
                  <a:cubicBezTo>
                    <a:pt x="10" y="149"/>
                    <a:pt x="0" y="274"/>
                    <a:pt x="63" y="365"/>
                  </a:cubicBezTo>
                  <a:lnTo>
                    <a:pt x="386" y="42"/>
                  </a:lnTo>
                  <a:cubicBezTo>
                    <a:pt x="347" y="14"/>
                    <a:pt x="300" y="1"/>
                    <a:pt x="2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38" name="Google Shape;1538;p50">
              <a:extLst>
                <a:ext uri="{FF2B5EF4-FFF2-40B4-BE49-F238E27FC236}">
                  <a16:creationId xmlns:a16="http://schemas.microsoft.com/office/drawing/2014/main" id="{AC6FBC73-C406-BC66-49B0-151DE438B164}"/>
                </a:ext>
              </a:extLst>
            </p:cNvPr>
            <p:cNvSpPr/>
            <p:nvPr/>
          </p:nvSpPr>
          <p:spPr>
            <a:xfrm>
              <a:off x="7241338" y="3067316"/>
              <a:ext cx="55222" cy="55079"/>
            </a:xfrm>
            <a:custGeom>
              <a:avLst/>
              <a:gdLst/>
              <a:ahLst/>
              <a:cxnLst/>
              <a:rect l="l" t="t" r="r" b="b"/>
              <a:pathLst>
                <a:path w="385" h="384" extrusionOk="0">
                  <a:moveTo>
                    <a:pt x="324" y="1"/>
                  </a:moveTo>
                  <a:lnTo>
                    <a:pt x="0" y="324"/>
                  </a:lnTo>
                  <a:cubicBezTo>
                    <a:pt x="9" y="336"/>
                    <a:pt x="19" y="346"/>
                    <a:pt x="27" y="357"/>
                  </a:cubicBezTo>
                  <a:cubicBezTo>
                    <a:pt x="38" y="368"/>
                    <a:pt x="48" y="376"/>
                    <a:pt x="61" y="384"/>
                  </a:cubicBezTo>
                  <a:lnTo>
                    <a:pt x="384" y="61"/>
                  </a:lnTo>
                  <a:cubicBezTo>
                    <a:pt x="377" y="49"/>
                    <a:pt x="368" y="38"/>
                    <a:pt x="357" y="28"/>
                  </a:cubicBezTo>
                  <a:cubicBezTo>
                    <a:pt x="347" y="17"/>
                    <a:pt x="335" y="8"/>
                    <a:pt x="3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39" name="Google Shape;1539;p50">
              <a:extLst>
                <a:ext uri="{FF2B5EF4-FFF2-40B4-BE49-F238E27FC236}">
                  <a16:creationId xmlns:a16="http://schemas.microsoft.com/office/drawing/2014/main" id="{A2C5EFDD-8577-2BAA-16D5-62B5493D2A59}"/>
                </a:ext>
              </a:extLst>
            </p:cNvPr>
            <p:cNvSpPr/>
            <p:nvPr/>
          </p:nvSpPr>
          <p:spPr>
            <a:xfrm>
              <a:off x="7070651" y="3075922"/>
              <a:ext cx="55508" cy="52354"/>
            </a:xfrm>
            <a:custGeom>
              <a:avLst/>
              <a:gdLst/>
              <a:ahLst/>
              <a:cxnLst/>
              <a:rect l="l" t="t" r="r" b="b"/>
              <a:pathLst>
                <a:path w="387" h="365" extrusionOk="0">
                  <a:moveTo>
                    <a:pt x="323" y="1"/>
                  </a:moveTo>
                  <a:lnTo>
                    <a:pt x="0" y="324"/>
                  </a:lnTo>
                  <a:cubicBezTo>
                    <a:pt x="40" y="351"/>
                    <a:pt x="85" y="364"/>
                    <a:pt x="131" y="364"/>
                  </a:cubicBezTo>
                  <a:cubicBezTo>
                    <a:pt x="191" y="364"/>
                    <a:pt x="250" y="341"/>
                    <a:pt x="296" y="296"/>
                  </a:cubicBezTo>
                  <a:cubicBezTo>
                    <a:pt x="377" y="216"/>
                    <a:pt x="386" y="91"/>
                    <a:pt x="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40" name="Google Shape;1540;p50">
              <a:extLst>
                <a:ext uri="{FF2B5EF4-FFF2-40B4-BE49-F238E27FC236}">
                  <a16:creationId xmlns:a16="http://schemas.microsoft.com/office/drawing/2014/main" id="{3989FC72-4AD8-EDF0-CFD6-50B2C4B36BBB}"/>
                </a:ext>
              </a:extLst>
            </p:cNvPr>
            <p:cNvSpPr/>
            <p:nvPr/>
          </p:nvSpPr>
          <p:spPr>
            <a:xfrm>
              <a:off x="7053152" y="3061435"/>
              <a:ext cx="55508" cy="52354"/>
            </a:xfrm>
            <a:custGeom>
              <a:avLst/>
              <a:gdLst/>
              <a:ahLst/>
              <a:cxnLst/>
              <a:rect l="l" t="t" r="r" b="b"/>
              <a:pathLst>
                <a:path w="387" h="365" extrusionOk="0">
                  <a:moveTo>
                    <a:pt x="254" y="1"/>
                  </a:moveTo>
                  <a:cubicBezTo>
                    <a:pt x="194" y="1"/>
                    <a:pt x="135" y="23"/>
                    <a:pt x="90" y="69"/>
                  </a:cubicBezTo>
                  <a:cubicBezTo>
                    <a:pt x="10" y="149"/>
                    <a:pt x="0" y="274"/>
                    <a:pt x="63" y="365"/>
                  </a:cubicBezTo>
                  <a:lnTo>
                    <a:pt x="386" y="42"/>
                  </a:lnTo>
                  <a:cubicBezTo>
                    <a:pt x="346" y="14"/>
                    <a:pt x="300" y="1"/>
                    <a:pt x="2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41" name="Google Shape;1541;p50">
              <a:extLst>
                <a:ext uri="{FF2B5EF4-FFF2-40B4-BE49-F238E27FC236}">
                  <a16:creationId xmlns:a16="http://schemas.microsoft.com/office/drawing/2014/main" id="{0ABA2813-1229-27F3-A708-A5B36A15AE27}"/>
                </a:ext>
              </a:extLst>
            </p:cNvPr>
            <p:cNvSpPr/>
            <p:nvPr/>
          </p:nvSpPr>
          <p:spPr>
            <a:xfrm>
              <a:off x="7062045" y="3067316"/>
              <a:ext cx="55078" cy="55079"/>
            </a:xfrm>
            <a:custGeom>
              <a:avLst/>
              <a:gdLst/>
              <a:ahLst/>
              <a:cxnLst/>
              <a:rect l="l" t="t" r="r" b="b"/>
              <a:pathLst>
                <a:path w="384" h="384" extrusionOk="0">
                  <a:moveTo>
                    <a:pt x="323" y="1"/>
                  </a:moveTo>
                  <a:lnTo>
                    <a:pt x="0" y="324"/>
                  </a:lnTo>
                  <a:cubicBezTo>
                    <a:pt x="8" y="336"/>
                    <a:pt x="16" y="346"/>
                    <a:pt x="27" y="357"/>
                  </a:cubicBezTo>
                  <a:cubicBezTo>
                    <a:pt x="37" y="368"/>
                    <a:pt x="48" y="376"/>
                    <a:pt x="60" y="384"/>
                  </a:cubicBezTo>
                  <a:lnTo>
                    <a:pt x="383" y="61"/>
                  </a:lnTo>
                  <a:cubicBezTo>
                    <a:pt x="376" y="49"/>
                    <a:pt x="366" y="38"/>
                    <a:pt x="356" y="28"/>
                  </a:cubicBezTo>
                  <a:cubicBezTo>
                    <a:pt x="346" y="17"/>
                    <a:pt x="335" y="8"/>
                    <a:pt x="3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42" name="Google Shape;1542;p50">
              <a:extLst>
                <a:ext uri="{FF2B5EF4-FFF2-40B4-BE49-F238E27FC236}">
                  <a16:creationId xmlns:a16="http://schemas.microsoft.com/office/drawing/2014/main" id="{209CCC11-FF00-7633-5EB3-BC919D8877E5}"/>
                </a:ext>
              </a:extLst>
            </p:cNvPr>
            <p:cNvSpPr/>
            <p:nvPr/>
          </p:nvSpPr>
          <p:spPr>
            <a:xfrm>
              <a:off x="7070651" y="2608900"/>
              <a:ext cx="55508" cy="52354"/>
            </a:xfrm>
            <a:custGeom>
              <a:avLst/>
              <a:gdLst/>
              <a:ahLst/>
              <a:cxnLst/>
              <a:rect l="l" t="t" r="r" b="b"/>
              <a:pathLst>
                <a:path w="387" h="365" extrusionOk="0">
                  <a:moveTo>
                    <a:pt x="323" y="1"/>
                  </a:moveTo>
                  <a:lnTo>
                    <a:pt x="0" y="324"/>
                  </a:lnTo>
                  <a:cubicBezTo>
                    <a:pt x="40" y="351"/>
                    <a:pt x="86" y="364"/>
                    <a:pt x="132" y="364"/>
                  </a:cubicBezTo>
                  <a:cubicBezTo>
                    <a:pt x="191" y="364"/>
                    <a:pt x="251" y="342"/>
                    <a:pt x="296" y="296"/>
                  </a:cubicBezTo>
                  <a:cubicBezTo>
                    <a:pt x="377" y="216"/>
                    <a:pt x="386" y="91"/>
                    <a:pt x="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43" name="Google Shape;1543;p50">
              <a:extLst>
                <a:ext uri="{FF2B5EF4-FFF2-40B4-BE49-F238E27FC236}">
                  <a16:creationId xmlns:a16="http://schemas.microsoft.com/office/drawing/2014/main" id="{82D18D5E-B112-332D-68CE-5D961847E91E}"/>
                </a:ext>
              </a:extLst>
            </p:cNvPr>
            <p:cNvSpPr/>
            <p:nvPr/>
          </p:nvSpPr>
          <p:spPr>
            <a:xfrm>
              <a:off x="7053152" y="2594413"/>
              <a:ext cx="55508" cy="52210"/>
            </a:xfrm>
            <a:custGeom>
              <a:avLst/>
              <a:gdLst/>
              <a:ahLst/>
              <a:cxnLst/>
              <a:rect l="l" t="t" r="r" b="b"/>
              <a:pathLst>
                <a:path w="387" h="364" extrusionOk="0">
                  <a:moveTo>
                    <a:pt x="255" y="0"/>
                  </a:moveTo>
                  <a:cubicBezTo>
                    <a:pt x="195" y="0"/>
                    <a:pt x="136" y="23"/>
                    <a:pt x="90" y="69"/>
                  </a:cubicBezTo>
                  <a:cubicBezTo>
                    <a:pt x="10" y="149"/>
                    <a:pt x="0" y="274"/>
                    <a:pt x="63" y="364"/>
                  </a:cubicBezTo>
                  <a:lnTo>
                    <a:pt x="386" y="40"/>
                  </a:lnTo>
                  <a:cubicBezTo>
                    <a:pt x="347" y="13"/>
                    <a:pt x="301" y="0"/>
                    <a:pt x="2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44" name="Google Shape;1544;p50">
              <a:extLst>
                <a:ext uri="{FF2B5EF4-FFF2-40B4-BE49-F238E27FC236}">
                  <a16:creationId xmlns:a16="http://schemas.microsoft.com/office/drawing/2014/main" id="{951500AC-C916-F83F-B934-71C96746B7CB}"/>
                </a:ext>
              </a:extLst>
            </p:cNvPr>
            <p:cNvSpPr/>
            <p:nvPr/>
          </p:nvSpPr>
          <p:spPr>
            <a:xfrm>
              <a:off x="7062045" y="2600294"/>
              <a:ext cx="55078" cy="55079"/>
            </a:xfrm>
            <a:custGeom>
              <a:avLst/>
              <a:gdLst/>
              <a:ahLst/>
              <a:cxnLst/>
              <a:rect l="l" t="t" r="r" b="b"/>
              <a:pathLst>
                <a:path w="384" h="384" extrusionOk="0">
                  <a:moveTo>
                    <a:pt x="323" y="1"/>
                  </a:moveTo>
                  <a:lnTo>
                    <a:pt x="0" y="324"/>
                  </a:lnTo>
                  <a:cubicBezTo>
                    <a:pt x="8" y="336"/>
                    <a:pt x="16" y="346"/>
                    <a:pt x="27" y="357"/>
                  </a:cubicBezTo>
                  <a:cubicBezTo>
                    <a:pt x="37" y="368"/>
                    <a:pt x="48" y="376"/>
                    <a:pt x="60" y="384"/>
                  </a:cubicBezTo>
                  <a:lnTo>
                    <a:pt x="383" y="61"/>
                  </a:lnTo>
                  <a:cubicBezTo>
                    <a:pt x="376" y="49"/>
                    <a:pt x="366" y="38"/>
                    <a:pt x="356" y="28"/>
                  </a:cubicBezTo>
                  <a:cubicBezTo>
                    <a:pt x="346" y="17"/>
                    <a:pt x="335" y="8"/>
                    <a:pt x="3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45" name="Google Shape;1545;p50">
              <a:extLst>
                <a:ext uri="{FF2B5EF4-FFF2-40B4-BE49-F238E27FC236}">
                  <a16:creationId xmlns:a16="http://schemas.microsoft.com/office/drawing/2014/main" id="{F53282A3-1259-8233-9949-B76B16EA9643}"/>
                </a:ext>
              </a:extLst>
            </p:cNvPr>
            <p:cNvSpPr/>
            <p:nvPr/>
          </p:nvSpPr>
          <p:spPr>
            <a:xfrm>
              <a:off x="6601478" y="3075922"/>
              <a:ext cx="55508" cy="52354"/>
            </a:xfrm>
            <a:custGeom>
              <a:avLst/>
              <a:gdLst/>
              <a:ahLst/>
              <a:cxnLst/>
              <a:rect l="l" t="t" r="r" b="b"/>
              <a:pathLst>
                <a:path w="387" h="365" extrusionOk="0">
                  <a:moveTo>
                    <a:pt x="324" y="1"/>
                  </a:moveTo>
                  <a:lnTo>
                    <a:pt x="0" y="324"/>
                  </a:lnTo>
                  <a:cubicBezTo>
                    <a:pt x="40" y="351"/>
                    <a:pt x="86" y="364"/>
                    <a:pt x="132" y="364"/>
                  </a:cubicBezTo>
                  <a:cubicBezTo>
                    <a:pt x="192" y="364"/>
                    <a:pt x="252" y="341"/>
                    <a:pt x="297" y="296"/>
                  </a:cubicBezTo>
                  <a:cubicBezTo>
                    <a:pt x="378" y="216"/>
                    <a:pt x="386" y="91"/>
                    <a:pt x="3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46" name="Google Shape;1546;p50">
              <a:extLst>
                <a:ext uri="{FF2B5EF4-FFF2-40B4-BE49-F238E27FC236}">
                  <a16:creationId xmlns:a16="http://schemas.microsoft.com/office/drawing/2014/main" id="{B0EE6026-E2C4-B665-84C4-E04A59F7E976}"/>
                </a:ext>
              </a:extLst>
            </p:cNvPr>
            <p:cNvSpPr/>
            <p:nvPr/>
          </p:nvSpPr>
          <p:spPr>
            <a:xfrm>
              <a:off x="6583979" y="3061435"/>
              <a:ext cx="55652" cy="52354"/>
            </a:xfrm>
            <a:custGeom>
              <a:avLst/>
              <a:gdLst/>
              <a:ahLst/>
              <a:cxnLst/>
              <a:rect l="l" t="t" r="r" b="b"/>
              <a:pathLst>
                <a:path w="388" h="365" extrusionOk="0">
                  <a:moveTo>
                    <a:pt x="255" y="1"/>
                  </a:moveTo>
                  <a:cubicBezTo>
                    <a:pt x="195" y="1"/>
                    <a:pt x="136" y="23"/>
                    <a:pt x="90" y="69"/>
                  </a:cubicBezTo>
                  <a:cubicBezTo>
                    <a:pt x="10" y="149"/>
                    <a:pt x="0" y="274"/>
                    <a:pt x="63" y="365"/>
                  </a:cubicBezTo>
                  <a:lnTo>
                    <a:pt x="387" y="42"/>
                  </a:lnTo>
                  <a:cubicBezTo>
                    <a:pt x="347" y="14"/>
                    <a:pt x="301" y="1"/>
                    <a:pt x="2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47" name="Google Shape;1547;p50">
              <a:extLst>
                <a:ext uri="{FF2B5EF4-FFF2-40B4-BE49-F238E27FC236}">
                  <a16:creationId xmlns:a16="http://schemas.microsoft.com/office/drawing/2014/main" id="{855618AD-6079-84C1-DCAB-DF881B87A610}"/>
                </a:ext>
              </a:extLst>
            </p:cNvPr>
            <p:cNvSpPr/>
            <p:nvPr/>
          </p:nvSpPr>
          <p:spPr>
            <a:xfrm>
              <a:off x="6593015" y="3067316"/>
              <a:ext cx="55222" cy="55079"/>
            </a:xfrm>
            <a:custGeom>
              <a:avLst/>
              <a:gdLst/>
              <a:ahLst/>
              <a:cxnLst/>
              <a:rect l="l" t="t" r="r" b="b"/>
              <a:pathLst>
                <a:path w="385" h="384" extrusionOk="0">
                  <a:moveTo>
                    <a:pt x="324" y="1"/>
                  </a:moveTo>
                  <a:lnTo>
                    <a:pt x="0" y="324"/>
                  </a:lnTo>
                  <a:cubicBezTo>
                    <a:pt x="9" y="336"/>
                    <a:pt x="16" y="346"/>
                    <a:pt x="27" y="357"/>
                  </a:cubicBezTo>
                  <a:cubicBezTo>
                    <a:pt x="38" y="368"/>
                    <a:pt x="48" y="376"/>
                    <a:pt x="60" y="384"/>
                  </a:cubicBezTo>
                  <a:lnTo>
                    <a:pt x="384" y="61"/>
                  </a:lnTo>
                  <a:cubicBezTo>
                    <a:pt x="376" y="49"/>
                    <a:pt x="367" y="38"/>
                    <a:pt x="357" y="28"/>
                  </a:cubicBezTo>
                  <a:cubicBezTo>
                    <a:pt x="347" y="17"/>
                    <a:pt x="335" y="8"/>
                    <a:pt x="3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48" name="Google Shape;1548;p50">
              <a:extLst>
                <a:ext uri="{FF2B5EF4-FFF2-40B4-BE49-F238E27FC236}">
                  <a16:creationId xmlns:a16="http://schemas.microsoft.com/office/drawing/2014/main" id="{AB2425BC-D61F-7501-C163-877AABBF58E7}"/>
                </a:ext>
              </a:extLst>
            </p:cNvPr>
            <p:cNvSpPr/>
            <p:nvPr/>
          </p:nvSpPr>
          <p:spPr>
            <a:xfrm>
              <a:off x="6601478" y="2609043"/>
              <a:ext cx="55508" cy="52354"/>
            </a:xfrm>
            <a:custGeom>
              <a:avLst/>
              <a:gdLst/>
              <a:ahLst/>
              <a:cxnLst/>
              <a:rect l="l" t="t" r="r" b="b"/>
              <a:pathLst>
                <a:path w="387" h="365" extrusionOk="0">
                  <a:moveTo>
                    <a:pt x="324" y="1"/>
                  </a:moveTo>
                  <a:lnTo>
                    <a:pt x="0" y="325"/>
                  </a:lnTo>
                  <a:cubicBezTo>
                    <a:pt x="40" y="351"/>
                    <a:pt x="86" y="364"/>
                    <a:pt x="132" y="364"/>
                  </a:cubicBezTo>
                  <a:cubicBezTo>
                    <a:pt x="192" y="364"/>
                    <a:pt x="252" y="341"/>
                    <a:pt x="297" y="296"/>
                  </a:cubicBezTo>
                  <a:cubicBezTo>
                    <a:pt x="378" y="216"/>
                    <a:pt x="386" y="91"/>
                    <a:pt x="3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49" name="Google Shape;1549;p50">
              <a:extLst>
                <a:ext uri="{FF2B5EF4-FFF2-40B4-BE49-F238E27FC236}">
                  <a16:creationId xmlns:a16="http://schemas.microsoft.com/office/drawing/2014/main" id="{F0CAB187-2961-8139-9051-24EA2D3C6C4A}"/>
                </a:ext>
              </a:extLst>
            </p:cNvPr>
            <p:cNvSpPr/>
            <p:nvPr/>
          </p:nvSpPr>
          <p:spPr>
            <a:xfrm>
              <a:off x="6583979" y="2594556"/>
              <a:ext cx="55652" cy="52210"/>
            </a:xfrm>
            <a:custGeom>
              <a:avLst/>
              <a:gdLst/>
              <a:ahLst/>
              <a:cxnLst/>
              <a:rect l="l" t="t" r="r" b="b"/>
              <a:pathLst>
                <a:path w="388" h="364" extrusionOk="0">
                  <a:moveTo>
                    <a:pt x="255" y="0"/>
                  </a:moveTo>
                  <a:cubicBezTo>
                    <a:pt x="195" y="0"/>
                    <a:pt x="136" y="23"/>
                    <a:pt x="90" y="69"/>
                  </a:cubicBezTo>
                  <a:cubicBezTo>
                    <a:pt x="10" y="149"/>
                    <a:pt x="0" y="274"/>
                    <a:pt x="63" y="364"/>
                  </a:cubicBezTo>
                  <a:lnTo>
                    <a:pt x="387" y="41"/>
                  </a:lnTo>
                  <a:cubicBezTo>
                    <a:pt x="347" y="14"/>
                    <a:pt x="301" y="0"/>
                    <a:pt x="2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50" name="Google Shape;1550;p50">
              <a:extLst>
                <a:ext uri="{FF2B5EF4-FFF2-40B4-BE49-F238E27FC236}">
                  <a16:creationId xmlns:a16="http://schemas.microsoft.com/office/drawing/2014/main" id="{03B1D582-C85C-48FA-57BA-7353DF0322C1}"/>
                </a:ext>
              </a:extLst>
            </p:cNvPr>
            <p:cNvSpPr/>
            <p:nvPr/>
          </p:nvSpPr>
          <p:spPr>
            <a:xfrm>
              <a:off x="6593015" y="2600294"/>
              <a:ext cx="55222" cy="55079"/>
            </a:xfrm>
            <a:custGeom>
              <a:avLst/>
              <a:gdLst/>
              <a:ahLst/>
              <a:cxnLst/>
              <a:rect l="l" t="t" r="r" b="b"/>
              <a:pathLst>
                <a:path w="385" h="384" extrusionOk="0">
                  <a:moveTo>
                    <a:pt x="324" y="1"/>
                  </a:moveTo>
                  <a:lnTo>
                    <a:pt x="0" y="324"/>
                  </a:lnTo>
                  <a:cubicBezTo>
                    <a:pt x="9" y="336"/>
                    <a:pt x="16" y="346"/>
                    <a:pt x="27" y="357"/>
                  </a:cubicBezTo>
                  <a:cubicBezTo>
                    <a:pt x="38" y="368"/>
                    <a:pt x="48" y="376"/>
                    <a:pt x="60" y="384"/>
                  </a:cubicBezTo>
                  <a:lnTo>
                    <a:pt x="384" y="61"/>
                  </a:lnTo>
                  <a:cubicBezTo>
                    <a:pt x="376" y="49"/>
                    <a:pt x="367" y="38"/>
                    <a:pt x="357" y="28"/>
                  </a:cubicBezTo>
                  <a:cubicBezTo>
                    <a:pt x="347" y="18"/>
                    <a:pt x="335" y="8"/>
                    <a:pt x="3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51" name="Google Shape;1551;p50">
              <a:extLst>
                <a:ext uri="{FF2B5EF4-FFF2-40B4-BE49-F238E27FC236}">
                  <a16:creationId xmlns:a16="http://schemas.microsoft.com/office/drawing/2014/main" id="{8280291F-00C4-CE49-BBF7-FBA3BC8C8432}"/>
                </a:ext>
              </a:extLst>
            </p:cNvPr>
            <p:cNvSpPr/>
            <p:nvPr/>
          </p:nvSpPr>
          <p:spPr>
            <a:xfrm>
              <a:off x="7226277" y="2757928"/>
              <a:ext cx="197937" cy="197223"/>
            </a:xfrm>
            <a:custGeom>
              <a:avLst/>
              <a:gdLst/>
              <a:ahLst/>
              <a:cxnLst/>
              <a:rect l="l" t="t" r="r" b="b"/>
              <a:pathLst>
                <a:path w="1380" h="1375" extrusionOk="0">
                  <a:moveTo>
                    <a:pt x="676" y="0"/>
                  </a:moveTo>
                  <a:cubicBezTo>
                    <a:pt x="297" y="41"/>
                    <a:pt x="1" y="363"/>
                    <a:pt x="1" y="753"/>
                  </a:cubicBezTo>
                  <a:cubicBezTo>
                    <a:pt x="1" y="1011"/>
                    <a:pt x="129" y="1238"/>
                    <a:pt x="325" y="1374"/>
                  </a:cubicBezTo>
                  <a:cubicBezTo>
                    <a:pt x="239" y="1251"/>
                    <a:pt x="190" y="1102"/>
                    <a:pt x="190" y="942"/>
                  </a:cubicBezTo>
                  <a:cubicBezTo>
                    <a:pt x="190" y="524"/>
                    <a:pt x="530" y="186"/>
                    <a:pt x="948" y="186"/>
                  </a:cubicBezTo>
                  <a:cubicBezTo>
                    <a:pt x="1108" y="186"/>
                    <a:pt x="1257" y="236"/>
                    <a:pt x="1380" y="321"/>
                  </a:cubicBezTo>
                  <a:cubicBezTo>
                    <a:pt x="1258" y="145"/>
                    <a:pt x="1062" y="25"/>
                    <a:pt x="840" y="0"/>
                  </a:cubicBezTo>
                  <a:lnTo>
                    <a:pt x="840" y="94"/>
                  </a:lnTo>
                  <a:cubicBezTo>
                    <a:pt x="840" y="139"/>
                    <a:pt x="804" y="175"/>
                    <a:pt x="759" y="175"/>
                  </a:cubicBezTo>
                  <a:cubicBezTo>
                    <a:pt x="713" y="175"/>
                    <a:pt x="676" y="139"/>
                    <a:pt x="676" y="94"/>
                  </a:cubicBezTo>
                  <a:lnTo>
                    <a:pt x="676" y="0"/>
                  </a:lnTo>
                  <a:close/>
                </a:path>
              </a:pathLst>
            </a:custGeom>
            <a:solidFill>
              <a:srgbClr val="1B8FBF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52" name="Google Shape;1552;p50">
              <a:extLst>
                <a:ext uri="{FF2B5EF4-FFF2-40B4-BE49-F238E27FC236}">
                  <a16:creationId xmlns:a16="http://schemas.microsoft.com/office/drawing/2014/main" id="{5C4F366E-A984-AC27-637D-0459F9C27A8A}"/>
                </a:ext>
              </a:extLst>
            </p:cNvPr>
            <p:cNvSpPr/>
            <p:nvPr/>
          </p:nvSpPr>
          <p:spPr>
            <a:xfrm>
              <a:off x="7253386" y="2784607"/>
              <a:ext cx="190191" cy="189478"/>
            </a:xfrm>
            <a:custGeom>
              <a:avLst/>
              <a:gdLst/>
              <a:ahLst/>
              <a:cxnLst/>
              <a:rect l="l" t="t" r="r" b="b"/>
              <a:pathLst>
                <a:path w="1326" h="1321" extrusionOk="0">
                  <a:moveTo>
                    <a:pt x="759" y="0"/>
                  </a:moveTo>
                  <a:cubicBezTo>
                    <a:pt x="341" y="0"/>
                    <a:pt x="1" y="339"/>
                    <a:pt x="1" y="758"/>
                  </a:cubicBezTo>
                  <a:cubicBezTo>
                    <a:pt x="1" y="919"/>
                    <a:pt x="52" y="1066"/>
                    <a:pt x="137" y="1189"/>
                  </a:cubicBezTo>
                  <a:cubicBezTo>
                    <a:pt x="238" y="1261"/>
                    <a:pt x="357" y="1306"/>
                    <a:pt x="486" y="1321"/>
                  </a:cubicBezTo>
                  <a:lnTo>
                    <a:pt x="486" y="1227"/>
                  </a:lnTo>
                  <a:cubicBezTo>
                    <a:pt x="486" y="1182"/>
                    <a:pt x="523" y="1145"/>
                    <a:pt x="568" y="1145"/>
                  </a:cubicBezTo>
                  <a:cubicBezTo>
                    <a:pt x="614" y="1145"/>
                    <a:pt x="650" y="1182"/>
                    <a:pt x="650" y="1227"/>
                  </a:cubicBezTo>
                  <a:lnTo>
                    <a:pt x="650" y="1321"/>
                  </a:lnTo>
                  <a:cubicBezTo>
                    <a:pt x="1031" y="1279"/>
                    <a:pt x="1326" y="957"/>
                    <a:pt x="1326" y="567"/>
                  </a:cubicBezTo>
                  <a:cubicBezTo>
                    <a:pt x="1326" y="406"/>
                    <a:pt x="1275" y="258"/>
                    <a:pt x="1191" y="135"/>
                  </a:cubicBezTo>
                  <a:cubicBezTo>
                    <a:pt x="1068" y="49"/>
                    <a:pt x="919" y="0"/>
                    <a:pt x="759" y="0"/>
                  </a:cubicBezTo>
                  <a:close/>
                </a:path>
              </a:pathLst>
            </a:custGeom>
            <a:solidFill>
              <a:srgbClr val="24BFFF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53" name="Google Shape;1553;p50">
              <a:extLst>
                <a:ext uri="{FF2B5EF4-FFF2-40B4-BE49-F238E27FC236}">
                  <a16:creationId xmlns:a16="http://schemas.microsoft.com/office/drawing/2014/main" id="{9F9A35B4-CB4C-2EDC-96A0-4138205F60BB}"/>
                </a:ext>
              </a:extLst>
            </p:cNvPr>
            <p:cNvSpPr/>
            <p:nvPr/>
          </p:nvSpPr>
          <p:spPr>
            <a:xfrm>
              <a:off x="7323239" y="2948839"/>
              <a:ext cx="23523" cy="25818"/>
            </a:xfrm>
            <a:custGeom>
              <a:avLst/>
              <a:gdLst/>
              <a:ahLst/>
              <a:cxnLst/>
              <a:rect l="l" t="t" r="r" b="b"/>
              <a:pathLst>
                <a:path w="164" h="180" extrusionOk="0">
                  <a:moveTo>
                    <a:pt x="81" y="0"/>
                  </a:moveTo>
                  <a:cubicBezTo>
                    <a:pt x="36" y="0"/>
                    <a:pt x="0" y="37"/>
                    <a:pt x="0" y="81"/>
                  </a:cubicBezTo>
                  <a:lnTo>
                    <a:pt x="0" y="175"/>
                  </a:lnTo>
                  <a:cubicBezTo>
                    <a:pt x="27" y="177"/>
                    <a:pt x="54" y="180"/>
                    <a:pt x="83" y="180"/>
                  </a:cubicBezTo>
                  <a:cubicBezTo>
                    <a:pt x="110" y="180"/>
                    <a:pt x="137" y="178"/>
                    <a:pt x="164" y="176"/>
                  </a:cubicBezTo>
                  <a:lnTo>
                    <a:pt x="164" y="82"/>
                  </a:lnTo>
                  <a:cubicBezTo>
                    <a:pt x="164" y="37"/>
                    <a:pt x="128" y="0"/>
                    <a:pt x="83" y="0"/>
                  </a:cubicBezTo>
                  <a:cubicBezTo>
                    <a:pt x="82" y="0"/>
                    <a:pt x="81" y="0"/>
                    <a:pt x="81" y="0"/>
                  </a:cubicBezTo>
                  <a:close/>
                </a:path>
              </a:pathLst>
            </a:custGeom>
            <a:solidFill>
              <a:srgbClr val="D0F1FF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54" name="Google Shape;1554;p50">
              <a:extLst>
                <a:ext uri="{FF2B5EF4-FFF2-40B4-BE49-F238E27FC236}">
                  <a16:creationId xmlns:a16="http://schemas.microsoft.com/office/drawing/2014/main" id="{2975D921-8C93-A8B2-D284-2E310D924DD2}"/>
                </a:ext>
              </a:extLst>
            </p:cNvPr>
            <p:cNvSpPr/>
            <p:nvPr/>
          </p:nvSpPr>
          <p:spPr>
            <a:xfrm>
              <a:off x="7323239" y="2757211"/>
              <a:ext cx="23523" cy="25962"/>
            </a:xfrm>
            <a:custGeom>
              <a:avLst/>
              <a:gdLst/>
              <a:ahLst/>
              <a:cxnLst/>
              <a:rect l="l" t="t" r="r" b="b"/>
              <a:pathLst>
                <a:path w="164" h="181" extrusionOk="0">
                  <a:moveTo>
                    <a:pt x="83" y="1"/>
                  </a:moveTo>
                  <a:cubicBezTo>
                    <a:pt x="54" y="1"/>
                    <a:pt x="27" y="2"/>
                    <a:pt x="0" y="5"/>
                  </a:cubicBezTo>
                  <a:lnTo>
                    <a:pt x="0" y="99"/>
                  </a:lnTo>
                  <a:cubicBezTo>
                    <a:pt x="0" y="144"/>
                    <a:pt x="37" y="180"/>
                    <a:pt x="83" y="180"/>
                  </a:cubicBezTo>
                  <a:cubicBezTo>
                    <a:pt x="127" y="180"/>
                    <a:pt x="164" y="144"/>
                    <a:pt x="164" y="99"/>
                  </a:cubicBezTo>
                  <a:lnTo>
                    <a:pt x="164" y="5"/>
                  </a:lnTo>
                  <a:cubicBezTo>
                    <a:pt x="137" y="3"/>
                    <a:pt x="110" y="1"/>
                    <a:pt x="83" y="1"/>
                  </a:cubicBezTo>
                  <a:close/>
                </a:path>
              </a:pathLst>
            </a:custGeom>
            <a:solidFill>
              <a:srgbClr val="D0F1FF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55" name="Google Shape;1555;p50">
              <a:extLst>
                <a:ext uri="{FF2B5EF4-FFF2-40B4-BE49-F238E27FC236}">
                  <a16:creationId xmlns:a16="http://schemas.microsoft.com/office/drawing/2014/main" id="{7121E7B8-C0E1-E57C-2A1C-0242ED39B974}"/>
                </a:ext>
              </a:extLst>
            </p:cNvPr>
            <p:cNvSpPr/>
            <p:nvPr/>
          </p:nvSpPr>
          <p:spPr>
            <a:xfrm>
              <a:off x="7227855" y="2882716"/>
              <a:ext cx="15634" cy="41453"/>
            </a:xfrm>
            <a:custGeom>
              <a:avLst/>
              <a:gdLst/>
              <a:ahLst/>
              <a:cxnLst/>
              <a:rect l="l" t="t" r="r" b="b"/>
              <a:pathLst>
                <a:path w="109" h="289" extrusionOk="0">
                  <a:moveTo>
                    <a:pt x="0" y="0"/>
                  </a:moveTo>
                  <a:cubicBezTo>
                    <a:pt x="16" y="104"/>
                    <a:pt x="54" y="203"/>
                    <a:pt x="108" y="288"/>
                  </a:cubicBezTo>
                  <a:lnTo>
                    <a:pt x="108" y="0"/>
                  </a:lnTo>
                  <a:close/>
                </a:path>
              </a:pathLst>
            </a:custGeom>
            <a:solidFill>
              <a:srgbClr val="D0F1FF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56" name="Google Shape;1556;p50">
              <a:extLst>
                <a:ext uri="{FF2B5EF4-FFF2-40B4-BE49-F238E27FC236}">
                  <a16:creationId xmlns:a16="http://schemas.microsoft.com/office/drawing/2014/main" id="{8D815295-D8AF-ADBE-9C20-DA12254573A8}"/>
                </a:ext>
              </a:extLst>
            </p:cNvPr>
            <p:cNvSpPr/>
            <p:nvPr/>
          </p:nvSpPr>
          <p:spPr>
            <a:xfrm>
              <a:off x="7227855" y="2806839"/>
              <a:ext cx="15634" cy="41309"/>
            </a:xfrm>
            <a:custGeom>
              <a:avLst/>
              <a:gdLst/>
              <a:ahLst/>
              <a:cxnLst/>
              <a:rect l="l" t="t" r="r" b="b"/>
              <a:pathLst>
                <a:path w="109" h="288" extrusionOk="0">
                  <a:moveTo>
                    <a:pt x="108" y="0"/>
                  </a:moveTo>
                  <a:cubicBezTo>
                    <a:pt x="54" y="86"/>
                    <a:pt x="16" y="183"/>
                    <a:pt x="0" y="288"/>
                  </a:cubicBezTo>
                  <a:lnTo>
                    <a:pt x="108" y="288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D0F1FF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57" name="Google Shape;1557;p50">
              <a:extLst>
                <a:ext uri="{FF2B5EF4-FFF2-40B4-BE49-F238E27FC236}">
                  <a16:creationId xmlns:a16="http://schemas.microsoft.com/office/drawing/2014/main" id="{670D3A34-581C-FFCF-F5C5-0F4EEA886AF9}"/>
                </a:ext>
              </a:extLst>
            </p:cNvPr>
            <p:cNvSpPr/>
            <p:nvPr/>
          </p:nvSpPr>
          <p:spPr>
            <a:xfrm>
              <a:off x="7426655" y="2806839"/>
              <a:ext cx="15634" cy="41309"/>
            </a:xfrm>
            <a:custGeom>
              <a:avLst/>
              <a:gdLst/>
              <a:ahLst/>
              <a:cxnLst/>
              <a:rect l="l" t="t" r="r" b="b"/>
              <a:pathLst>
                <a:path w="109" h="288" extrusionOk="0">
                  <a:moveTo>
                    <a:pt x="0" y="0"/>
                  </a:moveTo>
                  <a:lnTo>
                    <a:pt x="0" y="288"/>
                  </a:lnTo>
                  <a:lnTo>
                    <a:pt x="108" y="288"/>
                  </a:lnTo>
                  <a:cubicBezTo>
                    <a:pt x="92" y="183"/>
                    <a:pt x="55" y="86"/>
                    <a:pt x="0" y="0"/>
                  </a:cubicBezTo>
                  <a:close/>
                </a:path>
              </a:pathLst>
            </a:custGeom>
            <a:solidFill>
              <a:srgbClr val="A1E4FF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58" name="Google Shape;1558;p50">
              <a:extLst>
                <a:ext uri="{FF2B5EF4-FFF2-40B4-BE49-F238E27FC236}">
                  <a16:creationId xmlns:a16="http://schemas.microsoft.com/office/drawing/2014/main" id="{5F811F29-A774-0D39-8288-6B19C939F492}"/>
                </a:ext>
              </a:extLst>
            </p:cNvPr>
            <p:cNvSpPr/>
            <p:nvPr/>
          </p:nvSpPr>
          <p:spPr>
            <a:xfrm>
              <a:off x="7426655" y="2882716"/>
              <a:ext cx="15634" cy="41453"/>
            </a:xfrm>
            <a:custGeom>
              <a:avLst/>
              <a:gdLst/>
              <a:ahLst/>
              <a:cxnLst/>
              <a:rect l="l" t="t" r="r" b="b"/>
              <a:pathLst>
                <a:path w="109" h="289" extrusionOk="0">
                  <a:moveTo>
                    <a:pt x="0" y="0"/>
                  </a:moveTo>
                  <a:lnTo>
                    <a:pt x="0" y="288"/>
                  </a:lnTo>
                  <a:cubicBezTo>
                    <a:pt x="55" y="203"/>
                    <a:pt x="92" y="104"/>
                    <a:pt x="108" y="0"/>
                  </a:cubicBezTo>
                  <a:close/>
                </a:path>
              </a:pathLst>
            </a:custGeom>
            <a:solidFill>
              <a:srgbClr val="A1E4FF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59" name="Google Shape;1559;p50">
              <a:extLst>
                <a:ext uri="{FF2B5EF4-FFF2-40B4-BE49-F238E27FC236}">
                  <a16:creationId xmlns:a16="http://schemas.microsoft.com/office/drawing/2014/main" id="{816E9283-7121-57DC-2499-829D31C78E05}"/>
                </a:ext>
              </a:extLst>
            </p:cNvPr>
            <p:cNvSpPr/>
            <p:nvPr/>
          </p:nvSpPr>
          <p:spPr>
            <a:xfrm>
              <a:off x="7323239" y="2854172"/>
              <a:ext cx="23523" cy="23523"/>
            </a:xfrm>
            <a:custGeom>
              <a:avLst/>
              <a:gdLst/>
              <a:ahLst/>
              <a:cxnLst/>
              <a:rect l="l" t="t" r="r" b="b"/>
              <a:pathLst>
                <a:path w="164" h="164" extrusionOk="0">
                  <a:moveTo>
                    <a:pt x="83" y="1"/>
                  </a:moveTo>
                  <a:cubicBezTo>
                    <a:pt x="37" y="1"/>
                    <a:pt x="0" y="36"/>
                    <a:pt x="0" y="82"/>
                  </a:cubicBezTo>
                  <a:cubicBezTo>
                    <a:pt x="0" y="127"/>
                    <a:pt x="37" y="163"/>
                    <a:pt x="83" y="163"/>
                  </a:cubicBezTo>
                  <a:cubicBezTo>
                    <a:pt x="128" y="163"/>
                    <a:pt x="164" y="127"/>
                    <a:pt x="164" y="82"/>
                  </a:cubicBezTo>
                  <a:cubicBezTo>
                    <a:pt x="164" y="36"/>
                    <a:pt x="127" y="1"/>
                    <a:pt x="83" y="1"/>
                  </a:cubicBezTo>
                  <a:close/>
                </a:path>
              </a:pathLst>
            </a:custGeom>
            <a:solidFill>
              <a:srgbClr val="1B8FBF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60" name="Google Shape;1560;p50">
              <a:extLst>
                <a:ext uri="{FF2B5EF4-FFF2-40B4-BE49-F238E27FC236}">
                  <a16:creationId xmlns:a16="http://schemas.microsoft.com/office/drawing/2014/main" id="{F47F7772-C066-091B-36EB-8202AE2FFB44}"/>
                </a:ext>
              </a:extLst>
            </p:cNvPr>
            <p:cNvSpPr/>
            <p:nvPr/>
          </p:nvSpPr>
          <p:spPr>
            <a:xfrm>
              <a:off x="7274614" y="2850586"/>
              <a:ext cx="30408" cy="30552"/>
            </a:xfrm>
            <a:custGeom>
              <a:avLst/>
              <a:gdLst/>
              <a:ahLst/>
              <a:cxnLst/>
              <a:rect l="l" t="t" r="r" b="b"/>
              <a:pathLst>
                <a:path w="212" h="213" extrusionOk="0">
                  <a:moveTo>
                    <a:pt x="106" y="1"/>
                  </a:moveTo>
                  <a:cubicBezTo>
                    <a:pt x="47" y="1"/>
                    <a:pt x="0" y="49"/>
                    <a:pt x="0" y="107"/>
                  </a:cubicBezTo>
                  <a:cubicBezTo>
                    <a:pt x="0" y="166"/>
                    <a:pt x="48" y="213"/>
                    <a:pt x="106" y="213"/>
                  </a:cubicBezTo>
                  <a:cubicBezTo>
                    <a:pt x="165" y="213"/>
                    <a:pt x="211" y="165"/>
                    <a:pt x="211" y="107"/>
                  </a:cubicBezTo>
                  <a:cubicBezTo>
                    <a:pt x="211" y="49"/>
                    <a:pt x="163" y="1"/>
                    <a:pt x="106" y="1"/>
                  </a:cubicBezTo>
                  <a:close/>
                </a:path>
              </a:pathLst>
            </a:custGeom>
            <a:solidFill>
              <a:srgbClr val="26313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61" name="Google Shape;1561;p50">
              <a:extLst>
                <a:ext uri="{FF2B5EF4-FFF2-40B4-BE49-F238E27FC236}">
                  <a16:creationId xmlns:a16="http://schemas.microsoft.com/office/drawing/2014/main" id="{9895C8B7-EB38-13EC-3DF0-9174690F1DE7}"/>
                </a:ext>
              </a:extLst>
            </p:cNvPr>
            <p:cNvSpPr/>
            <p:nvPr/>
          </p:nvSpPr>
          <p:spPr>
            <a:xfrm>
              <a:off x="7364978" y="2850586"/>
              <a:ext cx="30264" cy="30552"/>
            </a:xfrm>
            <a:custGeom>
              <a:avLst/>
              <a:gdLst/>
              <a:ahLst/>
              <a:cxnLst/>
              <a:rect l="l" t="t" r="r" b="b"/>
              <a:pathLst>
                <a:path w="211" h="213" extrusionOk="0">
                  <a:moveTo>
                    <a:pt x="105" y="1"/>
                  </a:moveTo>
                  <a:cubicBezTo>
                    <a:pt x="46" y="1"/>
                    <a:pt x="0" y="49"/>
                    <a:pt x="0" y="107"/>
                  </a:cubicBezTo>
                  <a:cubicBezTo>
                    <a:pt x="0" y="166"/>
                    <a:pt x="48" y="213"/>
                    <a:pt x="105" y="213"/>
                  </a:cubicBezTo>
                  <a:cubicBezTo>
                    <a:pt x="164" y="213"/>
                    <a:pt x="211" y="165"/>
                    <a:pt x="211" y="107"/>
                  </a:cubicBezTo>
                  <a:cubicBezTo>
                    <a:pt x="211" y="49"/>
                    <a:pt x="164" y="1"/>
                    <a:pt x="105" y="1"/>
                  </a:cubicBezTo>
                  <a:close/>
                </a:path>
              </a:pathLst>
            </a:custGeom>
            <a:solidFill>
              <a:srgbClr val="26313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62" name="Google Shape;1562;p50">
              <a:extLst>
                <a:ext uri="{FF2B5EF4-FFF2-40B4-BE49-F238E27FC236}">
                  <a16:creationId xmlns:a16="http://schemas.microsoft.com/office/drawing/2014/main" id="{FD989118-5373-5D7B-CC1A-D56F1D44C096}"/>
                </a:ext>
              </a:extLst>
            </p:cNvPr>
            <p:cNvSpPr/>
            <p:nvPr/>
          </p:nvSpPr>
          <p:spPr>
            <a:xfrm>
              <a:off x="7323239" y="2750900"/>
              <a:ext cx="126938" cy="229639"/>
            </a:xfrm>
            <a:custGeom>
              <a:avLst/>
              <a:gdLst/>
              <a:ahLst/>
              <a:cxnLst/>
              <a:rect l="l" t="t" r="r" b="b"/>
              <a:pathLst>
                <a:path w="885" h="1601" extrusionOk="0">
                  <a:moveTo>
                    <a:pt x="164" y="1"/>
                  </a:moveTo>
                  <a:lnTo>
                    <a:pt x="164" y="49"/>
                  </a:lnTo>
                  <a:cubicBezTo>
                    <a:pt x="541" y="90"/>
                    <a:pt x="838" y="410"/>
                    <a:pt x="838" y="799"/>
                  </a:cubicBezTo>
                  <a:cubicBezTo>
                    <a:pt x="838" y="1188"/>
                    <a:pt x="541" y="1509"/>
                    <a:pt x="164" y="1548"/>
                  </a:cubicBezTo>
                  <a:cubicBezTo>
                    <a:pt x="137" y="1551"/>
                    <a:pt x="110" y="1552"/>
                    <a:pt x="83" y="1552"/>
                  </a:cubicBezTo>
                  <a:cubicBezTo>
                    <a:pt x="54" y="1552"/>
                    <a:pt x="27" y="1551"/>
                    <a:pt x="0" y="1548"/>
                  </a:cubicBezTo>
                  <a:lnTo>
                    <a:pt x="0" y="1596"/>
                  </a:lnTo>
                  <a:cubicBezTo>
                    <a:pt x="27" y="1600"/>
                    <a:pt x="54" y="1601"/>
                    <a:pt x="83" y="1601"/>
                  </a:cubicBezTo>
                  <a:cubicBezTo>
                    <a:pt x="110" y="1601"/>
                    <a:pt x="137" y="1600"/>
                    <a:pt x="164" y="1596"/>
                  </a:cubicBezTo>
                  <a:cubicBezTo>
                    <a:pt x="567" y="1556"/>
                    <a:pt x="885" y="1214"/>
                    <a:pt x="885" y="799"/>
                  </a:cubicBezTo>
                  <a:cubicBezTo>
                    <a:pt x="885" y="385"/>
                    <a:pt x="567" y="43"/>
                    <a:pt x="164" y="1"/>
                  </a:cubicBezTo>
                  <a:close/>
                </a:path>
              </a:pathLst>
            </a:custGeom>
            <a:solidFill>
              <a:srgbClr val="A1E4FF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63" name="Google Shape;1563;p50">
              <a:extLst>
                <a:ext uri="{FF2B5EF4-FFF2-40B4-BE49-F238E27FC236}">
                  <a16:creationId xmlns:a16="http://schemas.microsoft.com/office/drawing/2014/main" id="{84F5C5C4-9C5A-B905-F880-2D379F77F250}"/>
                </a:ext>
              </a:extLst>
            </p:cNvPr>
            <p:cNvSpPr/>
            <p:nvPr/>
          </p:nvSpPr>
          <p:spPr>
            <a:xfrm>
              <a:off x="7219966" y="2750326"/>
              <a:ext cx="126794" cy="229783"/>
            </a:xfrm>
            <a:custGeom>
              <a:avLst/>
              <a:gdLst/>
              <a:ahLst/>
              <a:cxnLst/>
              <a:rect l="l" t="t" r="r" b="b"/>
              <a:pathLst>
                <a:path w="884" h="1602" extrusionOk="0">
                  <a:moveTo>
                    <a:pt x="803" y="1"/>
                  </a:moveTo>
                  <a:cubicBezTo>
                    <a:pt x="774" y="1"/>
                    <a:pt x="747" y="3"/>
                    <a:pt x="720" y="5"/>
                  </a:cubicBezTo>
                  <a:cubicBezTo>
                    <a:pt x="317" y="47"/>
                    <a:pt x="1" y="389"/>
                    <a:pt x="1" y="803"/>
                  </a:cubicBezTo>
                  <a:cubicBezTo>
                    <a:pt x="1" y="1218"/>
                    <a:pt x="317" y="1560"/>
                    <a:pt x="720" y="1601"/>
                  </a:cubicBezTo>
                  <a:lnTo>
                    <a:pt x="720" y="1553"/>
                  </a:lnTo>
                  <a:cubicBezTo>
                    <a:pt x="343" y="1513"/>
                    <a:pt x="47" y="1192"/>
                    <a:pt x="47" y="803"/>
                  </a:cubicBezTo>
                  <a:cubicBezTo>
                    <a:pt x="47" y="414"/>
                    <a:pt x="343" y="94"/>
                    <a:pt x="720" y="53"/>
                  </a:cubicBezTo>
                  <a:cubicBezTo>
                    <a:pt x="747" y="51"/>
                    <a:pt x="774" y="49"/>
                    <a:pt x="803" y="49"/>
                  </a:cubicBezTo>
                  <a:cubicBezTo>
                    <a:pt x="830" y="49"/>
                    <a:pt x="857" y="51"/>
                    <a:pt x="884" y="53"/>
                  </a:cubicBezTo>
                  <a:lnTo>
                    <a:pt x="884" y="5"/>
                  </a:lnTo>
                  <a:cubicBezTo>
                    <a:pt x="857" y="3"/>
                    <a:pt x="829" y="1"/>
                    <a:pt x="803" y="1"/>
                  </a:cubicBezTo>
                  <a:close/>
                </a:path>
              </a:pathLst>
            </a:custGeom>
            <a:solidFill>
              <a:srgbClr val="ECF9FF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64" name="Google Shape;1564;p50">
              <a:extLst>
                <a:ext uri="{FF2B5EF4-FFF2-40B4-BE49-F238E27FC236}">
                  <a16:creationId xmlns:a16="http://schemas.microsoft.com/office/drawing/2014/main" id="{3C488A2D-BA2F-49CD-74FD-E014055E92E5}"/>
                </a:ext>
              </a:extLst>
            </p:cNvPr>
            <p:cNvSpPr/>
            <p:nvPr/>
          </p:nvSpPr>
          <p:spPr>
            <a:xfrm>
              <a:off x="7326394" y="2858188"/>
              <a:ext cx="16064" cy="16065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26" y="0"/>
                  </a:moveTo>
                  <a:lnTo>
                    <a:pt x="1" y="26"/>
                  </a:lnTo>
                  <a:lnTo>
                    <a:pt x="85" y="112"/>
                  </a:lnTo>
                  <a:lnTo>
                    <a:pt x="112" y="8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146B8F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65" name="Google Shape;1565;p50">
              <a:extLst>
                <a:ext uri="{FF2B5EF4-FFF2-40B4-BE49-F238E27FC236}">
                  <a16:creationId xmlns:a16="http://schemas.microsoft.com/office/drawing/2014/main" id="{E7BC4906-EDE1-4189-D767-1AF23C6F0338}"/>
                </a:ext>
              </a:extLst>
            </p:cNvPr>
            <p:cNvSpPr/>
            <p:nvPr/>
          </p:nvSpPr>
          <p:spPr>
            <a:xfrm>
              <a:off x="6546255" y="3025433"/>
              <a:ext cx="937045" cy="18503"/>
            </a:xfrm>
            <a:custGeom>
              <a:avLst/>
              <a:gdLst/>
              <a:ahLst/>
              <a:cxnLst/>
              <a:rect l="l" t="t" r="r" b="b"/>
              <a:pathLst>
                <a:path w="6533" h="129" extrusionOk="0">
                  <a:moveTo>
                    <a:pt x="0" y="1"/>
                  </a:moveTo>
                  <a:lnTo>
                    <a:pt x="0" y="128"/>
                  </a:lnTo>
                  <a:lnTo>
                    <a:pt x="6533" y="128"/>
                  </a:lnTo>
                  <a:lnTo>
                    <a:pt x="65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66" name="Google Shape;1566;p50">
              <a:extLst>
                <a:ext uri="{FF2B5EF4-FFF2-40B4-BE49-F238E27FC236}">
                  <a16:creationId xmlns:a16="http://schemas.microsoft.com/office/drawing/2014/main" id="{7288F7DA-D97E-BBC2-EBAC-14202799991D}"/>
                </a:ext>
              </a:extLst>
            </p:cNvPr>
            <p:cNvSpPr/>
            <p:nvPr/>
          </p:nvSpPr>
          <p:spPr>
            <a:xfrm>
              <a:off x="6985451" y="2443377"/>
              <a:ext cx="27252" cy="120629"/>
            </a:xfrm>
            <a:custGeom>
              <a:avLst/>
              <a:gdLst/>
              <a:ahLst/>
              <a:cxnLst/>
              <a:rect l="l" t="t" r="r" b="b"/>
              <a:pathLst>
                <a:path w="190" h="841" extrusionOk="0">
                  <a:moveTo>
                    <a:pt x="1" y="1"/>
                  </a:moveTo>
                  <a:lnTo>
                    <a:pt x="1" y="840"/>
                  </a:lnTo>
                  <a:lnTo>
                    <a:pt x="190" y="840"/>
                  </a:lnTo>
                  <a:lnTo>
                    <a:pt x="19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67" name="Google Shape;1567;p50">
              <a:extLst>
                <a:ext uri="{FF2B5EF4-FFF2-40B4-BE49-F238E27FC236}">
                  <a16:creationId xmlns:a16="http://schemas.microsoft.com/office/drawing/2014/main" id="{E2531678-2598-5965-ECBD-6DF4B4BD6D7B}"/>
                </a:ext>
              </a:extLst>
            </p:cNvPr>
            <p:cNvSpPr/>
            <p:nvPr/>
          </p:nvSpPr>
          <p:spPr>
            <a:xfrm>
              <a:off x="6928938" y="2443377"/>
              <a:ext cx="27252" cy="120629"/>
            </a:xfrm>
            <a:custGeom>
              <a:avLst/>
              <a:gdLst/>
              <a:ahLst/>
              <a:cxnLst/>
              <a:rect l="l" t="t" r="r" b="b"/>
              <a:pathLst>
                <a:path w="190" h="841" extrusionOk="0">
                  <a:moveTo>
                    <a:pt x="0" y="1"/>
                  </a:moveTo>
                  <a:lnTo>
                    <a:pt x="0" y="840"/>
                  </a:lnTo>
                  <a:lnTo>
                    <a:pt x="189" y="840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68" name="Google Shape;1568;p50">
              <a:extLst>
                <a:ext uri="{FF2B5EF4-FFF2-40B4-BE49-F238E27FC236}">
                  <a16:creationId xmlns:a16="http://schemas.microsoft.com/office/drawing/2014/main" id="{8F3E00FA-8B89-5614-78EA-D2685D1A64AC}"/>
                </a:ext>
              </a:extLst>
            </p:cNvPr>
            <p:cNvSpPr/>
            <p:nvPr/>
          </p:nvSpPr>
          <p:spPr>
            <a:xfrm>
              <a:off x="6872281" y="2443377"/>
              <a:ext cx="27396" cy="120629"/>
            </a:xfrm>
            <a:custGeom>
              <a:avLst/>
              <a:gdLst/>
              <a:ahLst/>
              <a:cxnLst/>
              <a:rect l="l" t="t" r="r" b="b"/>
              <a:pathLst>
                <a:path w="191" h="841" extrusionOk="0">
                  <a:moveTo>
                    <a:pt x="1" y="1"/>
                  </a:moveTo>
                  <a:lnTo>
                    <a:pt x="1" y="840"/>
                  </a:lnTo>
                  <a:lnTo>
                    <a:pt x="191" y="840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69" name="Google Shape;1569;p50">
              <a:extLst>
                <a:ext uri="{FF2B5EF4-FFF2-40B4-BE49-F238E27FC236}">
                  <a16:creationId xmlns:a16="http://schemas.microsoft.com/office/drawing/2014/main" id="{5120CEC8-5E08-36D0-E327-64AE0D6E97D9}"/>
                </a:ext>
              </a:extLst>
            </p:cNvPr>
            <p:cNvSpPr/>
            <p:nvPr/>
          </p:nvSpPr>
          <p:spPr>
            <a:xfrm>
              <a:off x="6726552" y="1102123"/>
              <a:ext cx="697225" cy="697238"/>
            </a:xfrm>
            <a:custGeom>
              <a:avLst/>
              <a:gdLst/>
              <a:ahLst/>
              <a:cxnLst/>
              <a:rect l="l" t="t" r="r" b="b"/>
              <a:pathLst>
                <a:path w="4861" h="4861" extrusionOk="0">
                  <a:moveTo>
                    <a:pt x="3602" y="1"/>
                  </a:moveTo>
                  <a:lnTo>
                    <a:pt x="1" y="3602"/>
                  </a:lnTo>
                  <a:lnTo>
                    <a:pt x="1259" y="4861"/>
                  </a:lnTo>
                  <a:lnTo>
                    <a:pt x="4861" y="1260"/>
                  </a:lnTo>
                  <a:lnTo>
                    <a:pt x="36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70" name="Google Shape;1570;p50">
              <a:extLst>
                <a:ext uri="{FF2B5EF4-FFF2-40B4-BE49-F238E27FC236}">
                  <a16:creationId xmlns:a16="http://schemas.microsoft.com/office/drawing/2014/main" id="{DFE5308F-7FFC-BBF3-CCCF-87BC86D473AD}"/>
                </a:ext>
              </a:extLst>
            </p:cNvPr>
            <p:cNvSpPr/>
            <p:nvPr/>
          </p:nvSpPr>
          <p:spPr>
            <a:xfrm>
              <a:off x="6669035" y="1044463"/>
              <a:ext cx="812689" cy="812559"/>
            </a:xfrm>
            <a:custGeom>
              <a:avLst/>
              <a:gdLst/>
              <a:ahLst/>
              <a:cxnLst/>
              <a:rect l="l" t="t" r="r" b="b"/>
              <a:pathLst>
                <a:path w="5666" h="5665" extrusionOk="0">
                  <a:moveTo>
                    <a:pt x="4004" y="403"/>
                  </a:moveTo>
                  <a:lnTo>
                    <a:pt x="5263" y="1662"/>
                  </a:lnTo>
                  <a:lnTo>
                    <a:pt x="1662" y="5263"/>
                  </a:lnTo>
                  <a:lnTo>
                    <a:pt x="403" y="4004"/>
                  </a:lnTo>
                  <a:lnTo>
                    <a:pt x="4004" y="403"/>
                  </a:lnTo>
                  <a:close/>
                  <a:moveTo>
                    <a:pt x="4004" y="1"/>
                  </a:moveTo>
                  <a:lnTo>
                    <a:pt x="1" y="4004"/>
                  </a:lnTo>
                  <a:lnTo>
                    <a:pt x="1662" y="5665"/>
                  </a:lnTo>
                  <a:lnTo>
                    <a:pt x="5666" y="1662"/>
                  </a:lnTo>
                  <a:lnTo>
                    <a:pt x="4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71" name="Google Shape;1571;p50">
              <a:extLst>
                <a:ext uri="{FF2B5EF4-FFF2-40B4-BE49-F238E27FC236}">
                  <a16:creationId xmlns:a16="http://schemas.microsoft.com/office/drawing/2014/main" id="{4E782F23-C3E8-868F-7D4E-5E170754314F}"/>
                </a:ext>
              </a:extLst>
            </p:cNvPr>
            <p:cNvSpPr/>
            <p:nvPr/>
          </p:nvSpPr>
          <p:spPr>
            <a:xfrm>
              <a:off x="6604490" y="1618917"/>
              <a:ext cx="302929" cy="302935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451" y="0"/>
                  </a:moveTo>
                  <a:lnTo>
                    <a:pt x="1" y="450"/>
                  </a:lnTo>
                  <a:lnTo>
                    <a:pt x="1661" y="2111"/>
                  </a:lnTo>
                  <a:lnTo>
                    <a:pt x="2111" y="1661"/>
                  </a:lnTo>
                  <a:lnTo>
                    <a:pt x="45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72" name="Google Shape;1572;p50">
              <a:extLst>
                <a:ext uri="{FF2B5EF4-FFF2-40B4-BE49-F238E27FC236}">
                  <a16:creationId xmlns:a16="http://schemas.microsoft.com/office/drawing/2014/main" id="{2DC3B429-CB42-AEC8-2A67-4F75742A7DAA}"/>
                </a:ext>
              </a:extLst>
            </p:cNvPr>
            <p:cNvSpPr/>
            <p:nvPr/>
          </p:nvSpPr>
          <p:spPr>
            <a:xfrm>
              <a:off x="6609080" y="1748008"/>
              <a:ext cx="168677" cy="168680"/>
            </a:xfrm>
            <a:custGeom>
              <a:avLst/>
              <a:gdLst/>
              <a:ahLst/>
              <a:cxnLst/>
              <a:rect l="l" t="t" r="r" b="b"/>
              <a:pathLst>
                <a:path w="1176" h="1176" extrusionOk="0">
                  <a:moveTo>
                    <a:pt x="419" y="1"/>
                  </a:moveTo>
                  <a:lnTo>
                    <a:pt x="1" y="419"/>
                  </a:lnTo>
                  <a:lnTo>
                    <a:pt x="758" y="1176"/>
                  </a:lnTo>
                  <a:lnTo>
                    <a:pt x="1176" y="758"/>
                  </a:lnTo>
                  <a:lnTo>
                    <a:pt x="41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73" name="Google Shape;1573;p50">
              <a:extLst>
                <a:ext uri="{FF2B5EF4-FFF2-40B4-BE49-F238E27FC236}">
                  <a16:creationId xmlns:a16="http://schemas.microsoft.com/office/drawing/2014/main" id="{EAC4157B-6751-FE66-1315-8EF2ED9D51B5}"/>
                </a:ext>
              </a:extLst>
            </p:cNvPr>
            <p:cNvSpPr/>
            <p:nvPr/>
          </p:nvSpPr>
          <p:spPr>
            <a:xfrm>
              <a:off x="6776898" y="1540172"/>
              <a:ext cx="209268" cy="209415"/>
            </a:xfrm>
            <a:custGeom>
              <a:avLst/>
              <a:gdLst/>
              <a:ahLst/>
              <a:cxnLst/>
              <a:rect l="l" t="t" r="r" b="b"/>
              <a:pathLst>
                <a:path w="1459" h="1460" extrusionOk="0">
                  <a:moveTo>
                    <a:pt x="451" y="1"/>
                  </a:moveTo>
                  <a:lnTo>
                    <a:pt x="0" y="450"/>
                  </a:lnTo>
                  <a:lnTo>
                    <a:pt x="1009" y="1459"/>
                  </a:lnTo>
                  <a:lnTo>
                    <a:pt x="1459" y="1009"/>
                  </a:lnTo>
                  <a:lnTo>
                    <a:pt x="4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74" name="Google Shape;1574;p50">
              <a:extLst>
                <a:ext uri="{FF2B5EF4-FFF2-40B4-BE49-F238E27FC236}">
                  <a16:creationId xmlns:a16="http://schemas.microsoft.com/office/drawing/2014/main" id="{D0E2D8F4-1C48-5340-58A6-D49727211C37}"/>
                </a:ext>
              </a:extLst>
            </p:cNvPr>
            <p:cNvSpPr/>
            <p:nvPr/>
          </p:nvSpPr>
          <p:spPr>
            <a:xfrm>
              <a:off x="6874003" y="1443210"/>
              <a:ext cx="209268" cy="209415"/>
            </a:xfrm>
            <a:custGeom>
              <a:avLst/>
              <a:gdLst/>
              <a:ahLst/>
              <a:cxnLst/>
              <a:rect l="l" t="t" r="r" b="b"/>
              <a:pathLst>
                <a:path w="1459" h="1460" extrusionOk="0">
                  <a:moveTo>
                    <a:pt x="449" y="1"/>
                  </a:moveTo>
                  <a:lnTo>
                    <a:pt x="0" y="450"/>
                  </a:lnTo>
                  <a:lnTo>
                    <a:pt x="1009" y="1459"/>
                  </a:lnTo>
                  <a:lnTo>
                    <a:pt x="1459" y="1009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75" name="Google Shape;1575;p50">
              <a:extLst>
                <a:ext uri="{FF2B5EF4-FFF2-40B4-BE49-F238E27FC236}">
                  <a16:creationId xmlns:a16="http://schemas.microsoft.com/office/drawing/2014/main" id="{D5DEAD1B-7E30-CD1B-C936-B6AA4430CB19}"/>
                </a:ext>
              </a:extLst>
            </p:cNvPr>
            <p:cNvSpPr/>
            <p:nvPr/>
          </p:nvSpPr>
          <p:spPr>
            <a:xfrm>
              <a:off x="6970534" y="1346248"/>
              <a:ext cx="209411" cy="209128"/>
            </a:xfrm>
            <a:custGeom>
              <a:avLst/>
              <a:gdLst/>
              <a:ahLst/>
              <a:cxnLst/>
              <a:rect l="l" t="t" r="r" b="b"/>
              <a:pathLst>
                <a:path w="1460" h="1458" extrusionOk="0">
                  <a:moveTo>
                    <a:pt x="451" y="0"/>
                  </a:moveTo>
                  <a:lnTo>
                    <a:pt x="1" y="449"/>
                  </a:lnTo>
                  <a:lnTo>
                    <a:pt x="1009" y="1458"/>
                  </a:lnTo>
                  <a:lnTo>
                    <a:pt x="1460" y="1008"/>
                  </a:lnTo>
                  <a:lnTo>
                    <a:pt x="45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76" name="Google Shape;1576;p50">
              <a:extLst>
                <a:ext uri="{FF2B5EF4-FFF2-40B4-BE49-F238E27FC236}">
                  <a16:creationId xmlns:a16="http://schemas.microsoft.com/office/drawing/2014/main" id="{7ADF5A4D-5F6C-66FE-F547-FE9B8D76B943}"/>
                </a:ext>
              </a:extLst>
            </p:cNvPr>
            <p:cNvSpPr/>
            <p:nvPr/>
          </p:nvSpPr>
          <p:spPr>
            <a:xfrm>
              <a:off x="7067352" y="1249717"/>
              <a:ext cx="209411" cy="209272"/>
            </a:xfrm>
            <a:custGeom>
              <a:avLst/>
              <a:gdLst/>
              <a:ahLst/>
              <a:cxnLst/>
              <a:rect l="l" t="t" r="r" b="b"/>
              <a:pathLst>
                <a:path w="1460" h="1459" extrusionOk="0">
                  <a:moveTo>
                    <a:pt x="451" y="0"/>
                  </a:moveTo>
                  <a:lnTo>
                    <a:pt x="1" y="451"/>
                  </a:lnTo>
                  <a:lnTo>
                    <a:pt x="1009" y="1459"/>
                  </a:lnTo>
                  <a:lnTo>
                    <a:pt x="1459" y="1009"/>
                  </a:lnTo>
                  <a:lnTo>
                    <a:pt x="45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77" name="Google Shape;1577;p50">
              <a:extLst>
                <a:ext uri="{FF2B5EF4-FFF2-40B4-BE49-F238E27FC236}">
                  <a16:creationId xmlns:a16="http://schemas.microsoft.com/office/drawing/2014/main" id="{83CEC92D-811A-0682-3B10-A00E5993DDC5}"/>
                </a:ext>
              </a:extLst>
            </p:cNvPr>
            <p:cNvSpPr/>
            <p:nvPr/>
          </p:nvSpPr>
          <p:spPr>
            <a:xfrm>
              <a:off x="7164170" y="1152469"/>
              <a:ext cx="209411" cy="209415"/>
            </a:xfrm>
            <a:custGeom>
              <a:avLst/>
              <a:gdLst/>
              <a:ahLst/>
              <a:cxnLst/>
              <a:rect l="l" t="t" r="r" b="b"/>
              <a:pathLst>
                <a:path w="1460" h="1460" extrusionOk="0">
                  <a:moveTo>
                    <a:pt x="451" y="0"/>
                  </a:moveTo>
                  <a:lnTo>
                    <a:pt x="0" y="451"/>
                  </a:lnTo>
                  <a:lnTo>
                    <a:pt x="1009" y="1459"/>
                  </a:lnTo>
                  <a:lnTo>
                    <a:pt x="1459" y="1009"/>
                  </a:lnTo>
                  <a:lnTo>
                    <a:pt x="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78" name="Google Shape;1578;p50">
              <a:extLst>
                <a:ext uri="{FF2B5EF4-FFF2-40B4-BE49-F238E27FC236}">
                  <a16:creationId xmlns:a16="http://schemas.microsoft.com/office/drawing/2014/main" id="{D5BA413B-4203-90F3-7DD1-F463532B25A4}"/>
                </a:ext>
              </a:extLst>
            </p:cNvPr>
            <p:cNvSpPr/>
            <p:nvPr/>
          </p:nvSpPr>
          <p:spPr>
            <a:xfrm>
              <a:off x="6603486" y="1043315"/>
              <a:ext cx="704971" cy="704983"/>
            </a:xfrm>
            <a:custGeom>
              <a:avLst/>
              <a:gdLst/>
              <a:ahLst/>
              <a:cxnLst/>
              <a:rect l="l" t="t" r="r" b="b"/>
              <a:pathLst>
                <a:path w="4915" h="4915" extrusionOk="0">
                  <a:moveTo>
                    <a:pt x="4456" y="0"/>
                  </a:moveTo>
                  <a:lnTo>
                    <a:pt x="0" y="4457"/>
                  </a:lnTo>
                  <a:lnTo>
                    <a:pt x="459" y="4915"/>
                  </a:lnTo>
                  <a:lnTo>
                    <a:pt x="4915" y="459"/>
                  </a:lnTo>
                  <a:lnTo>
                    <a:pt x="44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79" name="Google Shape;1579;p50">
              <a:extLst>
                <a:ext uri="{FF2B5EF4-FFF2-40B4-BE49-F238E27FC236}">
                  <a16:creationId xmlns:a16="http://schemas.microsoft.com/office/drawing/2014/main" id="{8993E0EB-FC84-D8B6-A23D-6C798E34535E}"/>
                </a:ext>
              </a:extLst>
            </p:cNvPr>
            <p:cNvSpPr/>
            <p:nvPr/>
          </p:nvSpPr>
          <p:spPr>
            <a:xfrm>
              <a:off x="6776898" y="1216584"/>
              <a:ext cx="705114" cy="705126"/>
            </a:xfrm>
            <a:custGeom>
              <a:avLst/>
              <a:gdLst/>
              <a:ahLst/>
              <a:cxnLst/>
              <a:rect l="l" t="t" r="r" b="b"/>
              <a:pathLst>
                <a:path w="4916" h="4916" extrusionOk="0">
                  <a:moveTo>
                    <a:pt x="4456" y="0"/>
                  </a:moveTo>
                  <a:lnTo>
                    <a:pt x="0" y="4457"/>
                  </a:lnTo>
                  <a:lnTo>
                    <a:pt x="459" y="4915"/>
                  </a:lnTo>
                  <a:lnTo>
                    <a:pt x="4915" y="459"/>
                  </a:lnTo>
                  <a:lnTo>
                    <a:pt x="44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80" name="Google Shape;1580;p50">
              <a:extLst>
                <a:ext uri="{FF2B5EF4-FFF2-40B4-BE49-F238E27FC236}">
                  <a16:creationId xmlns:a16="http://schemas.microsoft.com/office/drawing/2014/main" id="{B2456E3F-78C1-7F4B-D006-3ADC90C5D21A}"/>
                </a:ext>
              </a:extLst>
            </p:cNvPr>
            <p:cNvSpPr/>
            <p:nvPr/>
          </p:nvSpPr>
          <p:spPr>
            <a:xfrm>
              <a:off x="6754092" y="504003"/>
              <a:ext cx="273526" cy="227488"/>
            </a:xfrm>
            <a:custGeom>
              <a:avLst/>
              <a:gdLst/>
              <a:ahLst/>
              <a:cxnLst/>
              <a:rect l="l" t="t" r="r" b="b"/>
              <a:pathLst>
                <a:path w="1907" h="1586" extrusionOk="0">
                  <a:moveTo>
                    <a:pt x="383" y="0"/>
                  </a:moveTo>
                  <a:lnTo>
                    <a:pt x="0" y="391"/>
                  </a:lnTo>
                  <a:lnTo>
                    <a:pt x="211" y="602"/>
                  </a:lnTo>
                  <a:lnTo>
                    <a:pt x="240" y="630"/>
                  </a:lnTo>
                  <a:lnTo>
                    <a:pt x="267" y="658"/>
                  </a:lnTo>
                  <a:lnTo>
                    <a:pt x="412" y="802"/>
                  </a:lnTo>
                  <a:cubicBezTo>
                    <a:pt x="444" y="834"/>
                    <a:pt x="486" y="851"/>
                    <a:pt x="529" y="851"/>
                  </a:cubicBezTo>
                  <a:cubicBezTo>
                    <a:pt x="571" y="851"/>
                    <a:pt x="614" y="834"/>
                    <a:pt x="646" y="802"/>
                  </a:cubicBezTo>
                  <a:lnTo>
                    <a:pt x="657" y="792"/>
                  </a:lnTo>
                  <a:lnTo>
                    <a:pt x="803" y="938"/>
                  </a:lnTo>
                  <a:lnTo>
                    <a:pt x="892" y="851"/>
                  </a:lnTo>
                  <a:lnTo>
                    <a:pt x="999" y="957"/>
                  </a:lnTo>
                  <a:lnTo>
                    <a:pt x="965" y="991"/>
                  </a:lnTo>
                  <a:cubicBezTo>
                    <a:pt x="936" y="1021"/>
                    <a:pt x="936" y="1069"/>
                    <a:pt x="965" y="1098"/>
                  </a:cubicBezTo>
                  <a:cubicBezTo>
                    <a:pt x="980" y="1112"/>
                    <a:pt x="999" y="1120"/>
                    <a:pt x="1019" y="1120"/>
                  </a:cubicBezTo>
                  <a:cubicBezTo>
                    <a:pt x="1038" y="1120"/>
                    <a:pt x="1057" y="1112"/>
                    <a:pt x="1072" y="1098"/>
                  </a:cubicBezTo>
                  <a:lnTo>
                    <a:pt x="1106" y="1064"/>
                  </a:lnTo>
                  <a:lnTo>
                    <a:pt x="1213" y="1171"/>
                  </a:lnTo>
                  <a:lnTo>
                    <a:pt x="1179" y="1204"/>
                  </a:lnTo>
                  <a:cubicBezTo>
                    <a:pt x="1150" y="1234"/>
                    <a:pt x="1150" y="1283"/>
                    <a:pt x="1179" y="1311"/>
                  </a:cubicBezTo>
                  <a:cubicBezTo>
                    <a:pt x="1193" y="1326"/>
                    <a:pt x="1213" y="1334"/>
                    <a:pt x="1232" y="1334"/>
                  </a:cubicBezTo>
                  <a:cubicBezTo>
                    <a:pt x="1252" y="1334"/>
                    <a:pt x="1271" y="1326"/>
                    <a:pt x="1285" y="1311"/>
                  </a:cubicBezTo>
                  <a:lnTo>
                    <a:pt x="1320" y="1278"/>
                  </a:lnTo>
                  <a:lnTo>
                    <a:pt x="1427" y="1385"/>
                  </a:lnTo>
                  <a:lnTo>
                    <a:pt x="1392" y="1418"/>
                  </a:lnTo>
                  <a:cubicBezTo>
                    <a:pt x="1363" y="1448"/>
                    <a:pt x="1363" y="1496"/>
                    <a:pt x="1392" y="1525"/>
                  </a:cubicBezTo>
                  <a:cubicBezTo>
                    <a:pt x="1407" y="1540"/>
                    <a:pt x="1427" y="1548"/>
                    <a:pt x="1446" y="1548"/>
                  </a:cubicBezTo>
                  <a:cubicBezTo>
                    <a:pt x="1466" y="1548"/>
                    <a:pt x="1485" y="1540"/>
                    <a:pt x="1499" y="1525"/>
                  </a:cubicBezTo>
                  <a:lnTo>
                    <a:pt x="1534" y="1492"/>
                  </a:lnTo>
                  <a:lnTo>
                    <a:pt x="1556" y="1470"/>
                  </a:lnTo>
                  <a:lnTo>
                    <a:pt x="1611" y="1524"/>
                  </a:lnTo>
                  <a:cubicBezTo>
                    <a:pt x="1652" y="1565"/>
                    <a:pt x="1705" y="1585"/>
                    <a:pt x="1759" y="1585"/>
                  </a:cubicBezTo>
                  <a:cubicBezTo>
                    <a:pt x="1812" y="1585"/>
                    <a:pt x="1866" y="1565"/>
                    <a:pt x="1907" y="1524"/>
                  </a:cubicBezTo>
                  <a:lnTo>
                    <a:pt x="383" y="0"/>
                  </a:lnTo>
                  <a:close/>
                </a:path>
              </a:pathLst>
            </a:custGeom>
            <a:solidFill>
              <a:srgbClr val="202020">
                <a:alpha val="1456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81" name="Google Shape;1581;p50">
              <a:extLst>
                <a:ext uri="{FF2B5EF4-FFF2-40B4-BE49-F238E27FC236}">
                  <a16:creationId xmlns:a16="http://schemas.microsoft.com/office/drawing/2014/main" id="{E7E699E8-1565-7A11-7F82-C9EB7F27C48A}"/>
                </a:ext>
              </a:extLst>
            </p:cNvPr>
            <p:cNvSpPr/>
            <p:nvPr/>
          </p:nvSpPr>
          <p:spPr>
            <a:xfrm>
              <a:off x="6806732" y="768209"/>
              <a:ext cx="350262" cy="434465"/>
            </a:xfrm>
            <a:custGeom>
              <a:avLst/>
              <a:gdLst/>
              <a:ahLst/>
              <a:cxnLst/>
              <a:rect l="l" t="t" r="r" b="b"/>
              <a:pathLst>
                <a:path w="2442" h="3029" extrusionOk="0">
                  <a:moveTo>
                    <a:pt x="1723" y="1"/>
                  </a:moveTo>
                  <a:lnTo>
                    <a:pt x="1563" y="159"/>
                  </a:lnTo>
                  <a:lnTo>
                    <a:pt x="1518" y="205"/>
                  </a:lnTo>
                  <a:lnTo>
                    <a:pt x="1472" y="250"/>
                  </a:lnTo>
                  <a:lnTo>
                    <a:pt x="1313" y="409"/>
                  </a:lnTo>
                  <a:cubicBezTo>
                    <a:pt x="1482" y="578"/>
                    <a:pt x="1482" y="852"/>
                    <a:pt x="1313" y="1020"/>
                  </a:cubicBezTo>
                  <a:lnTo>
                    <a:pt x="1312" y="1019"/>
                  </a:lnTo>
                  <a:lnTo>
                    <a:pt x="1077" y="1254"/>
                  </a:lnTo>
                  <a:lnTo>
                    <a:pt x="1217" y="1394"/>
                  </a:lnTo>
                  <a:lnTo>
                    <a:pt x="1045" y="1567"/>
                  </a:lnTo>
                  <a:lnTo>
                    <a:pt x="990" y="1512"/>
                  </a:lnTo>
                  <a:cubicBezTo>
                    <a:pt x="966" y="1488"/>
                    <a:pt x="935" y="1476"/>
                    <a:pt x="904" y="1476"/>
                  </a:cubicBezTo>
                  <a:cubicBezTo>
                    <a:pt x="873" y="1476"/>
                    <a:pt x="842" y="1488"/>
                    <a:pt x="818" y="1512"/>
                  </a:cubicBezTo>
                  <a:cubicBezTo>
                    <a:pt x="770" y="1560"/>
                    <a:pt x="770" y="1637"/>
                    <a:pt x="818" y="1685"/>
                  </a:cubicBezTo>
                  <a:lnTo>
                    <a:pt x="872" y="1740"/>
                  </a:lnTo>
                  <a:lnTo>
                    <a:pt x="700" y="1912"/>
                  </a:lnTo>
                  <a:lnTo>
                    <a:pt x="645" y="1857"/>
                  </a:lnTo>
                  <a:cubicBezTo>
                    <a:pt x="621" y="1833"/>
                    <a:pt x="590" y="1821"/>
                    <a:pt x="559" y="1821"/>
                  </a:cubicBezTo>
                  <a:cubicBezTo>
                    <a:pt x="528" y="1821"/>
                    <a:pt x="497" y="1833"/>
                    <a:pt x="473" y="1857"/>
                  </a:cubicBezTo>
                  <a:cubicBezTo>
                    <a:pt x="424" y="1905"/>
                    <a:pt x="424" y="1981"/>
                    <a:pt x="473" y="2029"/>
                  </a:cubicBezTo>
                  <a:lnTo>
                    <a:pt x="527" y="2084"/>
                  </a:lnTo>
                  <a:lnTo>
                    <a:pt x="355" y="2257"/>
                  </a:lnTo>
                  <a:lnTo>
                    <a:pt x="300" y="2201"/>
                  </a:lnTo>
                  <a:cubicBezTo>
                    <a:pt x="276" y="2177"/>
                    <a:pt x="245" y="2165"/>
                    <a:pt x="214" y="2165"/>
                  </a:cubicBezTo>
                  <a:cubicBezTo>
                    <a:pt x="183" y="2165"/>
                    <a:pt x="152" y="2177"/>
                    <a:pt x="128" y="2201"/>
                  </a:cubicBezTo>
                  <a:cubicBezTo>
                    <a:pt x="80" y="2250"/>
                    <a:pt x="80" y="2327"/>
                    <a:pt x="128" y="2375"/>
                  </a:cubicBezTo>
                  <a:lnTo>
                    <a:pt x="183" y="2429"/>
                  </a:lnTo>
                  <a:lnTo>
                    <a:pt x="220" y="2467"/>
                  </a:lnTo>
                  <a:lnTo>
                    <a:pt x="131" y="2554"/>
                  </a:lnTo>
                  <a:cubicBezTo>
                    <a:pt x="1" y="2686"/>
                    <a:pt x="1" y="2897"/>
                    <a:pt x="131" y="3028"/>
                  </a:cubicBezTo>
                  <a:lnTo>
                    <a:pt x="2441" y="718"/>
                  </a:lnTo>
                  <a:lnTo>
                    <a:pt x="1723" y="1"/>
                  </a:ln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82" name="Google Shape;1582;p50">
              <a:extLst>
                <a:ext uri="{FF2B5EF4-FFF2-40B4-BE49-F238E27FC236}">
                  <a16:creationId xmlns:a16="http://schemas.microsoft.com/office/drawing/2014/main" id="{875D4E98-701A-AE8E-CCC1-2ED99D48E1D8}"/>
                </a:ext>
              </a:extLst>
            </p:cNvPr>
            <p:cNvSpPr/>
            <p:nvPr/>
          </p:nvSpPr>
          <p:spPr>
            <a:xfrm>
              <a:off x="6604346" y="1044176"/>
              <a:ext cx="758471" cy="758484"/>
            </a:xfrm>
            <a:custGeom>
              <a:avLst/>
              <a:gdLst/>
              <a:ahLst/>
              <a:cxnLst/>
              <a:rect l="l" t="t" r="r" b="b"/>
              <a:pathLst>
                <a:path w="5288" h="5288" extrusionOk="0">
                  <a:moveTo>
                    <a:pt x="4456" y="1"/>
                  </a:moveTo>
                  <a:lnTo>
                    <a:pt x="0" y="4456"/>
                  </a:lnTo>
                  <a:lnTo>
                    <a:pt x="831" y="5287"/>
                  </a:lnTo>
                  <a:lnTo>
                    <a:pt x="5287" y="831"/>
                  </a:lnTo>
                  <a:lnTo>
                    <a:pt x="4456" y="1"/>
                  </a:ln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83" name="Google Shape;1583;p50">
              <a:extLst>
                <a:ext uri="{FF2B5EF4-FFF2-40B4-BE49-F238E27FC236}">
                  <a16:creationId xmlns:a16="http://schemas.microsoft.com/office/drawing/2014/main" id="{B302E548-BB7F-2AC3-F542-840346A83B7F}"/>
                </a:ext>
              </a:extLst>
            </p:cNvPr>
            <p:cNvSpPr/>
            <p:nvPr/>
          </p:nvSpPr>
          <p:spPr>
            <a:xfrm>
              <a:off x="6546255" y="2563861"/>
              <a:ext cx="937045" cy="139275"/>
            </a:xfrm>
            <a:custGeom>
              <a:avLst/>
              <a:gdLst/>
              <a:ahLst/>
              <a:cxnLst/>
              <a:rect l="l" t="t" r="r" b="b"/>
              <a:pathLst>
                <a:path w="6533" h="971" extrusionOk="0">
                  <a:moveTo>
                    <a:pt x="0" y="0"/>
                  </a:moveTo>
                  <a:lnTo>
                    <a:pt x="0" y="970"/>
                  </a:lnTo>
                  <a:lnTo>
                    <a:pt x="6533" y="970"/>
                  </a:lnTo>
                  <a:lnTo>
                    <a:pt x="6533" y="0"/>
                  </a:ln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84" name="Google Shape;1584;p50">
              <a:extLst>
                <a:ext uri="{FF2B5EF4-FFF2-40B4-BE49-F238E27FC236}">
                  <a16:creationId xmlns:a16="http://schemas.microsoft.com/office/drawing/2014/main" id="{EF3493D7-CCC0-9A4B-5DBB-81A833EBB569}"/>
                </a:ext>
              </a:extLst>
            </p:cNvPr>
            <p:cNvSpPr/>
            <p:nvPr/>
          </p:nvSpPr>
          <p:spPr>
            <a:xfrm>
              <a:off x="6546255" y="3025433"/>
              <a:ext cx="937045" cy="139419"/>
            </a:xfrm>
            <a:custGeom>
              <a:avLst/>
              <a:gdLst/>
              <a:ahLst/>
              <a:cxnLst/>
              <a:rect l="l" t="t" r="r" b="b"/>
              <a:pathLst>
                <a:path w="6533" h="972" extrusionOk="0">
                  <a:moveTo>
                    <a:pt x="0" y="1"/>
                  </a:moveTo>
                  <a:lnTo>
                    <a:pt x="0" y="972"/>
                  </a:lnTo>
                  <a:lnTo>
                    <a:pt x="6533" y="972"/>
                  </a:lnTo>
                  <a:lnTo>
                    <a:pt x="6533" y="1"/>
                  </a:lnTo>
                  <a:close/>
                </a:path>
              </a:pathLst>
            </a:custGeom>
            <a:solidFill>
              <a:srgbClr val="202020">
                <a:alpha val="1456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85" name="Google Shape;1585;p50">
              <a:extLst>
                <a:ext uri="{FF2B5EF4-FFF2-40B4-BE49-F238E27FC236}">
                  <a16:creationId xmlns:a16="http://schemas.microsoft.com/office/drawing/2014/main" id="{3F487B37-CD09-46C5-C2A9-3FAE8208DFC7}"/>
                </a:ext>
              </a:extLst>
            </p:cNvPr>
            <p:cNvSpPr/>
            <p:nvPr/>
          </p:nvSpPr>
          <p:spPr>
            <a:xfrm>
              <a:off x="6613383" y="3155097"/>
              <a:ext cx="784002" cy="665538"/>
            </a:xfrm>
            <a:custGeom>
              <a:avLst/>
              <a:gdLst/>
              <a:ahLst/>
              <a:cxnLst/>
              <a:rect l="l" t="t" r="r" b="b"/>
              <a:pathLst>
                <a:path w="5466" h="4640" extrusionOk="0">
                  <a:moveTo>
                    <a:pt x="2734" y="1"/>
                  </a:moveTo>
                  <a:cubicBezTo>
                    <a:pt x="2611" y="1"/>
                    <a:pt x="2489" y="60"/>
                    <a:pt x="2418" y="182"/>
                  </a:cubicBezTo>
                  <a:lnTo>
                    <a:pt x="142" y="4090"/>
                  </a:lnTo>
                  <a:cubicBezTo>
                    <a:pt x="1" y="4332"/>
                    <a:pt x="175" y="4639"/>
                    <a:pt x="457" y="4639"/>
                  </a:cubicBezTo>
                  <a:lnTo>
                    <a:pt x="5008" y="4639"/>
                  </a:lnTo>
                  <a:cubicBezTo>
                    <a:pt x="5290" y="4639"/>
                    <a:pt x="5466" y="4332"/>
                    <a:pt x="5324" y="4090"/>
                  </a:cubicBezTo>
                  <a:lnTo>
                    <a:pt x="3049" y="182"/>
                  </a:lnTo>
                  <a:cubicBezTo>
                    <a:pt x="2979" y="60"/>
                    <a:pt x="2857" y="1"/>
                    <a:pt x="27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86" name="Google Shape;1586;p50">
              <a:extLst>
                <a:ext uri="{FF2B5EF4-FFF2-40B4-BE49-F238E27FC236}">
                  <a16:creationId xmlns:a16="http://schemas.microsoft.com/office/drawing/2014/main" id="{90A5477A-3114-5A56-BF5C-74EA7F0B3BFE}"/>
                </a:ext>
              </a:extLst>
            </p:cNvPr>
            <p:cNvSpPr/>
            <p:nvPr/>
          </p:nvSpPr>
          <p:spPr>
            <a:xfrm>
              <a:off x="6552997" y="3087253"/>
              <a:ext cx="905059" cy="801084"/>
            </a:xfrm>
            <a:custGeom>
              <a:avLst/>
              <a:gdLst/>
              <a:ahLst/>
              <a:cxnLst/>
              <a:rect l="l" t="t" r="r" b="b"/>
              <a:pathLst>
                <a:path w="6310" h="5585" extrusionOk="0">
                  <a:moveTo>
                    <a:pt x="3155" y="474"/>
                  </a:moveTo>
                  <a:cubicBezTo>
                    <a:pt x="3278" y="474"/>
                    <a:pt x="3399" y="533"/>
                    <a:pt x="3470" y="655"/>
                  </a:cubicBezTo>
                  <a:lnTo>
                    <a:pt x="5747" y="4563"/>
                  </a:lnTo>
                  <a:cubicBezTo>
                    <a:pt x="5888" y="4805"/>
                    <a:pt x="5711" y="5112"/>
                    <a:pt x="5429" y="5112"/>
                  </a:cubicBezTo>
                  <a:lnTo>
                    <a:pt x="878" y="5112"/>
                  </a:lnTo>
                  <a:cubicBezTo>
                    <a:pt x="596" y="5112"/>
                    <a:pt x="422" y="4805"/>
                    <a:pt x="563" y="4563"/>
                  </a:cubicBezTo>
                  <a:lnTo>
                    <a:pt x="2839" y="655"/>
                  </a:lnTo>
                  <a:cubicBezTo>
                    <a:pt x="2910" y="533"/>
                    <a:pt x="3032" y="474"/>
                    <a:pt x="3155" y="474"/>
                  </a:cubicBezTo>
                  <a:close/>
                  <a:moveTo>
                    <a:pt x="3155" y="1"/>
                  </a:moveTo>
                  <a:cubicBezTo>
                    <a:pt x="2852" y="1"/>
                    <a:pt x="2583" y="156"/>
                    <a:pt x="2430" y="418"/>
                  </a:cubicBezTo>
                  <a:lnTo>
                    <a:pt x="154" y="4324"/>
                  </a:lnTo>
                  <a:cubicBezTo>
                    <a:pt x="1" y="4586"/>
                    <a:pt x="0" y="4901"/>
                    <a:pt x="151" y="5164"/>
                  </a:cubicBezTo>
                  <a:cubicBezTo>
                    <a:pt x="302" y="5428"/>
                    <a:pt x="574" y="5585"/>
                    <a:pt x="878" y="5585"/>
                  </a:cubicBezTo>
                  <a:lnTo>
                    <a:pt x="5429" y="5585"/>
                  </a:lnTo>
                  <a:cubicBezTo>
                    <a:pt x="5733" y="5585"/>
                    <a:pt x="6006" y="5428"/>
                    <a:pt x="6156" y="5164"/>
                  </a:cubicBezTo>
                  <a:cubicBezTo>
                    <a:pt x="6309" y="4901"/>
                    <a:pt x="6308" y="4586"/>
                    <a:pt x="6155" y="4324"/>
                  </a:cubicBezTo>
                  <a:lnTo>
                    <a:pt x="3879" y="418"/>
                  </a:lnTo>
                  <a:cubicBezTo>
                    <a:pt x="3727" y="157"/>
                    <a:pt x="3456" y="1"/>
                    <a:pt x="31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87" name="Google Shape;1587;p50">
              <a:extLst>
                <a:ext uri="{FF2B5EF4-FFF2-40B4-BE49-F238E27FC236}">
                  <a16:creationId xmlns:a16="http://schemas.microsoft.com/office/drawing/2014/main" id="{E5C96FCE-5FC1-D7D5-0A03-D09F751BB6DB}"/>
                </a:ext>
              </a:extLst>
            </p:cNvPr>
            <p:cNvSpPr/>
            <p:nvPr/>
          </p:nvSpPr>
          <p:spPr>
            <a:xfrm>
              <a:off x="6860090" y="3338119"/>
              <a:ext cx="253876" cy="455550"/>
            </a:xfrm>
            <a:custGeom>
              <a:avLst/>
              <a:gdLst/>
              <a:ahLst/>
              <a:cxnLst/>
              <a:rect l="l" t="t" r="r" b="b"/>
              <a:pathLst>
                <a:path w="1770" h="3176" extrusionOk="0">
                  <a:moveTo>
                    <a:pt x="529" y="0"/>
                  </a:moveTo>
                  <a:lnTo>
                    <a:pt x="20" y="1660"/>
                  </a:lnTo>
                  <a:cubicBezTo>
                    <a:pt x="0" y="1724"/>
                    <a:pt x="48" y="1789"/>
                    <a:pt x="115" y="1789"/>
                  </a:cubicBezTo>
                  <a:lnTo>
                    <a:pt x="645" y="1789"/>
                  </a:lnTo>
                  <a:lnTo>
                    <a:pt x="126" y="3097"/>
                  </a:lnTo>
                  <a:cubicBezTo>
                    <a:pt x="109" y="3139"/>
                    <a:pt x="144" y="3175"/>
                    <a:pt x="180" y="3175"/>
                  </a:cubicBezTo>
                  <a:cubicBezTo>
                    <a:pt x="196" y="3175"/>
                    <a:pt x="212" y="3168"/>
                    <a:pt x="224" y="3153"/>
                  </a:cubicBezTo>
                  <a:lnTo>
                    <a:pt x="1470" y="1561"/>
                  </a:lnTo>
                  <a:cubicBezTo>
                    <a:pt x="1522" y="1495"/>
                    <a:pt x="1475" y="1399"/>
                    <a:pt x="1391" y="1399"/>
                  </a:cubicBezTo>
                  <a:lnTo>
                    <a:pt x="932" y="1399"/>
                  </a:lnTo>
                  <a:lnTo>
                    <a:pt x="177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E89D18CF-15F3-F411-9FE9-BA4F2E6C541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275715" y="3872520"/>
            <a:ext cx="1939417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 Design a </a:t>
            </a:r>
            <a:r>
              <a:rPr kumimoji="0" lang="en-US" altLang="en-US" sz="5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±15V linear DC power supply</a:t>
            </a: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Converts standard </a:t>
            </a:r>
            <a:r>
              <a:rPr kumimoji="0" lang="en-US" altLang="en-US" sz="5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120V AC (60 Hz)</a:t>
            </a: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regulated DC output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Application: powering </a:t>
            </a:r>
            <a:r>
              <a:rPr kumimoji="0" lang="en-US" altLang="en-US" sz="5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sensitive analog and electronic systems</a:t>
            </a: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</a:t>
            </a:r>
            <a:r>
              <a:rPr kumimoji="0" lang="en-US" altLang="en-US" sz="5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ripple, stability, and accuracy</a:t>
            </a: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8027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96;p47">
            <a:extLst>
              <a:ext uri="{FF2B5EF4-FFF2-40B4-BE49-F238E27FC236}">
                <a16:creationId xmlns:a16="http://schemas.microsoft.com/office/drawing/2014/main" id="{E500A940-0CD9-E697-80A3-87FA6746A288}"/>
              </a:ext>
            </a:extLst>
          </p:cNvPr>
          <p:cNvSpPr/>
          <p:nvPr/>
        </p:nvSpPr>
        <p:spPr>
          <a:xfrm>
            <a:off x="4987846" y="8487492"/>
            <a:ext cx="1600560" cy="16005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19420" tIns="219420" rIns="219420" bIns="219420" anchor="ctr" anchorCtr="0">
            <a:noAutofit/>
          </a:bodyPr>
          <a:lstStyle/>
          <a:p>
            <a:endParaRPr sz="10752" dirty="0">
              <a:solidFill>
                <a:schemeClr val="tx1">
                  <a:lumMod val="90000"/>
                </a:schemeClr>
              </a:solidFill>
            </a:endParaRPr>
          </a:p>
        </p:txBody>
      </p:sp>
      <p:sp>
        <p:nvSpPr>
          <p:cNvPr id="1039" name="Google Shape;1096;p47">
            <a:extLst>
              <a:ext uri="{FF2B5EF4-FFF2-40B4-BE49-F238E27FC236}">
                <a16:creationId xmlns:a16="http://schemas.microsoft.com/office/drawing/2014/main" id="{FB6A53D0-331C-6291-F855-C79E9AF73CDC}"/>
              </a:ext>
            </a:extLst>
          </p:cNvPr>
          <p:cNvSpPr/>
          <p:nvPr/>
        </p:nvSpPr>
        <p:spPr>
          <a:xfrm>
            <a:off x="5070429" y="11025438"/>
            <a:ext cx="1600560" cy="16005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19420" tIns="219420" rIns="219420" bIns="219420" anchor="ctr" anchorCtr="0">
            <a:noAutofit/>
          </a:bodyPr>
          <a:lstStyle/>
          <a:p>
            <a:endParaRPr sz="10752" dirty="0">
              <a:solidFill>
                <a:schemeClr val="tx1">
                  <a:lumMod val="90000"/>
                </a:schemeClr>
              </a:solidFill>
            </a:endParaRPr>
          </a:p>
        </p:txBody>
      </p:sp>
      <p:sp>
        <p:nvSpPr>
          <p:cNvPr id="1040" name="Google Shape;1096;p47">
            <a:extLst>
              <a:ext uri="{FF2B5EF4-FFF2-40B4-BE49-F238E27FC236}">
                <a16:creationId xmlns:a16="http://schemas.microsoft.com/office/drawing/2014/main" id="{3BBFAA23-DF15-2406-5149-1B3979177740}"/>
              </a:ext>
            </a:extLst>
          </p:cNvPr>
          <p:cNvSpPr/>
          <p:nvPr/>
        </p:nvSpPr>
        <p:spPr>
          <a:xfrm>
            <a:off x="5108949" y="14119074"/>
            <a:ext cx="1600560" cy="16005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19420" tIns="219420" rIns="219420" bIns="219420" anchor="ctr" anchorCtr="0">
            <a:noAutofit/>
          </a:bodyPr>
          <a:lstStyle/>
          <a:p>
            <a:endParaRPr sz="10752" dirty="0">
              <a:solidFill>
                <a:schemeClr val="tx1">
                  <a:lumMod val="90000"/>
                </a:schemeClr>
              </a:solidFill>
            </a:endParaRPr>
          </a:p>
        </p:txBody>
      </p:sp>
      <p:sp>
        <p:nvSpPr>
          <p:cNvPr id="1041" name="Google Shape;1096;p47">
            <a:extLst>
              <a:ext uri="{FF2B5EF4-FFF2-40B4-BE49-F238E27FC236}">
                <a16:creationId xmlns:a16="http://schemas.microsoft.com/office/drawing/2014/main" id="{BDEF8802-F719-F01C-5561-E64D4025C791}"/>
              </a:ext>
            </a:extLst>
          </p:cNvPr>
          <p:cNvSpPr/>
          <p:nvPr/>
        </p:nvSpPr>
        <p:spPr>
          <a:xfrm>
            <a:off x="5192413" y="17244250"/>
            <a:ext cx="1600560" cy="16005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19420" tIns="219420" rIns="219420" bIns="219420" anchor="ctr" anchorCtr="0">
            <a:noAutofit/>
          </a:bodyPr>
          <a:lstStyle/>
          <a:p>
            <a:endParaRPr sz="10752" dirty="0">
              <a:solidFill>
                <a:schemeClr val="tx1">
                  <a:lumMod val="90000"/>
                </a:schemeClr>
              </a:solidFill>
            </a:endParaRPr>
          </a:p>
        </p:txBody>
      </p:sp>
      <p:sp>
        <p:nvSpPr>
          <p:cNvPr id="11" name="Google Shape;1096;p47">
            <a:extLst>
              <a:ext uri="{FF2B5EF4-FFF2-40B4-BE49-F238E27FC236}">
                <a16:creationId xmlns:a16="http://schemas.microsoft.com/office/drawing/2014/main" id="{64EAAB24-608E-84C8-388D-BFC5AE33172B}"/>
              </a:ext>
            </a:extLst>
          </p:cNvPr>
          <p:cNvSpPr/>
          <p:nvPr/>
        </p:nvSpPr>
        <p:spPr>
          <a:xfrm>
            <a:off x="5017276" y="6163204"/>
            <a:ext cx="1600560" cy="16005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19420" tIns="219420" rIns="219420" bIns="219420" anchor="ctr" anchorCtr="0">
            <a:noAutofit/>
          </a:bodyPr>
          <a:lstStyle/>
          <a:p>
            <a:endParaRPr sz="10752" dirty="0">
              <a:solidFill>
                <a:schemeClr val="tx1">
                  <a:lumMod val="90000"/>
                </a:schemeClr>
              </a:solidFill>
            </a:endParaRPr>
          </a:p>
        </p:txBody>
      </p:sp>
      <p:sp>
        <p:nvSpPr>
          <p:cNvPr id="1086" name="Google Shape;1086;p46"/>
          <p:cNvSpPr txBox="1">
            <a:spLocks noGrp="1"/>
          </p:cNvSpPr>
          <p:nvPr>
            <p:ph type="title"/>
          </p:nvPr>
        </p:nvSpPr>
        <p:spPr>
          <a:xfrm>
            <a:off x="874560" y="2926680"/>
            <a:ext cx="18489600" cy="1354320"/>
          </a:xfrm>
          <a:prstGeom prst="rect">
            <a:avLst/>
          </a:prstGeom>
        </p:spPr>
        <p:txBody>
          <a:bodyPr spcFirstLastPara="1" wrap="square" lIns="219420" tIns="219420" rIns="219420" bIns="219420" anchor="ctr" anchorCtr="0">
            <a:noAutofit/>
          </a:bodyPr>
          <a:lstStyle/>
          <a:p>
            <a:r>
              <a:rPr lang="en" sz="6600" dirty="0"/>
              <a:t>Requirements and Constraints</a:t>
            </a:r>
            <a:endParaRPr sz="6600" dirty="0"/>
          </a:p>
        </p:txBody>
      </p:sp>
      <p:graphicFrame>
        <p:nvGraphicFramePr>
          <p:cNvPr id="1087" name="Google Shape;1087;p46"/>
          <p:cNvGraphicFramePr/>
          <p:nvPr>
            <p:extLst>
              <p:ext uri="{D42A27DB-BD31-4B8C-83A1-F6EECF244321}">
                <p14:modId xmlns:p14="http://schemas.microsoft.com/office/powerpoint/2010/main" val="838636035"/>
              </p:ext>
            </p:extLst>
          </p:nvPr>
        </p:nvGraphicFramePr>
        <p:xfrm>
          <a:off x="7913077" y="5153952"/>
          <a:ext cx="10234246" cy="14611157"/>
        </p:xfrm>
        <a:graphic>
          <a:graphicData uri="http://schemas.openxmlformats.org/drawingml/2006/table">
            <a:tbl>
              <a:tblPr>
                <a:noFill/>
                <a:tableStyleId>{A3483F2F-5C44-4AA1-9149-040786B2DCBD}</a:tableStyleId>
              </a:tblPr>
              <a:tblGrid>
                <a:gridCol w="10234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727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 b="1" u="sng" dirty="0">
                          <a:solidFill>
                            <a:schemeClr val="tx1">
                              <a:lumMod val="90000"/>
                            </a:schemeClr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Convert 120V 60hz to +-15v</a:t>
                      </a:r>
                      <a:endParaRPr sz="4400" b="1" u="sng" dirty="0">
                        <a:solidFill>
                          <a:schemeClr val="tx1">
                            <a:lumMod val="90000"/>
                          </a:schemeClr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219420" marR="21942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412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 b="1" u="sng" dirty="0">
                          <a:solidFill>
                            <a:schemeClr val="tx1">
                              <a:lumMod val="90000"/>
                            </a:schemeClr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Output accuracy +-1%</a:t>
                      </a:r>
                      <a:endParaRPr sz="4400" b="1" u="sng" dirty="0">
                        <a:solidFill>
                          <a:schemeClr val="tx1">
                            <a:lumMod val="90000"/>
                          </a:schemeClr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219420" marR="21942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128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 b="1" u="sng" dirty="0">
                          <a:solidFill>
                            <a:schemeClr val="tx1">
                              <a:lumMod val="90000"/>
                            </a:schemeClr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Supply minimum 250mA</a:t>
                      </a:r>
                      <a:endParaRPr sz="4400" b="1" u="sng" dirty="0">
                        <a:solidFill>
                          <a:schemeClr val="tx1">
                            <a:lumMod val="90000"/>
                          </a:schemeClr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219420" marR="21942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648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 b="1" u="sng" dirty="0">
                          <a:solidFill>
                            <a:schemeClr val="tx1">
                              <a:lumMod val="90000"/>
                            </a:schemeClr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Ripple less than 0.1%</a:t>
                      </a:r>
                      <a:endParaRPr sz="4400" b="1" u="sng" dirty="0">
                        <a:solidFill>
                          <a:schemeClr val="tx1">
                            <a:lumMod val="90000"/>
                          </a:schemeClr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219420" marR="21942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19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 b="1" u="sng" dirty="0">
                          <a:solidFill>
                            <a:schemeClr val="tx1">
                              <a:lumMod val="90000"/>
                            </a:schemeClr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Stable =-0.001% for over an hour</a:t>
                      </a:r>
                      <a:endParaRPr sz="4400" b="1" u="sng" dirty="0">
                        <a:solidFill>
                          <a:schemeClr val="tx1">
                            <a:lumMod val="90000"/>
                          </a:schemeClr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219420" marR="21942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" name="Google Shape;3671;p80">
            <a:extLst>
              <a:ext uri="{FF2B5EF4-FFF2-40B4-BE49-F238E27FC236}">
                <a16:creationId xmlns:a16="http://schemas.microsoft.com/office/drawing/2014/main" id="{59E25C71-B016-9C30-B13D-CEE095DFE5BF}"/>
              </a:ext>
            </a:extLst>
          </p:cNvPr>
          <p:cNvGrpSpPr/>
          <p:nvPr/>
        </p:nvGrpSpPr>
        <p:grpSpPr>
          <a:xfrm>
            <a:off x="5365480" y="6511408"/>
            <a:ext cx="904152" cy="904152"/>
            <a:chOff x="1528092" y="3857349"/>
            <a:chExt cx="376730" cy="376730"/>
          </a:xfrm>
        </p:grpSpPr>
        <p:sp>
          <p:nvSpPr>
            <p:cNvPr id="3" name="Google Shape;3672;p80">
              <a:extLst>
                <a:ext uri="{FF2B5EF4-FFF2-40B4-BE49-F238E27FC236}">
                  <a16:creationId xmlns:a16="http://schemas.microsoft.com/office/drawing/2014/main" id="{2A30B6B7-34D9-55CF-8073-EE957AC79789}"/>
                </a:ext>
              </a:extLst>
            </p:cNvPr>
            <p:cNvSpPr/>
            <p:nvPr/>
          </p:nvSpPr>
          <p:spPr>
            <a:xfrm>
              <a:off x="1528092" y="4143110"/>
              <a:ext cx="87202" cy="87202"/>
            </a:xfrm>
            <a:custGeom>
              <a:avLst/>
              <a:gdLst/>
              <a:ahLst/>
              <a:cxnLst/>
              <a:rect l="l" t="t" r="r" b="b"/>
              <a:pathLst>
                <a:path w="2130" h="2130" extrusionOk="0">
                  <a:moveTo>
                    <a:pt x="1112" y="0"/>
                  </a:moveTo>
                  <a:cubicBezTo>
                    <a:pt x="498" y="0"/>
                    <a:pt x="1" y="497"/>
                    <a:pt x="1" y="1111"/>
                  </a:cubicBezTo>
                  <a:cubicBezTo>
                    <a:pt x="1" y="1361"/>
                    <a:pt x="84" y="1592"/>
                    <a:pt x="222" y="1777"/>
                  </a:cubicBezTo>
                  <a:cubicBezTo>
                    <a:pt x="468" y="2022"/>
                    <a:pt x="769" y="2129"/>
                    <a:pt x="1019" y="2129"/>
                  </a:cubicBezTo>
                  <a:cubicBezTo>
                    <a:pt x="1632" y="2129"/>
                    <a:pt x="2130" y="1631"/>
                    <a:pt x="2130" y="1018"/>
                  </a:cubicBezTo>
                  <a:cubicBezTo>
                    <a:pt x="2130" y="768"/>
                    <a:pt x="2066" y="511"/>
                    <a:pt x="1777" y="222"/>
                  </a:cubicBezTo>
                  <a:cubicBezTo>
                    <a:pt x="1592" y="83"/>
                    <a:pt x="1361" y="0"/>
                    <a:pt x="11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4" name="Google Shape;3673;p80">
              <a:extLst>
                <a:ext uri="{FF2B5EF4-FFF2-40B4-BE49-F238E27FC236}">
                  <a16:creationId xmlns:a16="http://schemas.microsoft.com/office/drawing/2014/main" id="{D524CDAB-71A3-E0CD-E416-C009D0A7256B}"/>
                </a:ext>
              </a:extLst>
            </p:cNvPr>
            <p:cNvSpPr/>
            <p:nvPr/>
          </p:nvSpPr>
          <p:spPr>
            <a:xfrm>
              <a:off x="1537222" y="4152158"/>
              <a:ext cx="81880" cy="81921"/>
            </a:xfrm>
            <a:custGeom>
              <a:avLst/>
              <a:gdLst/>
              <a:ahLst/>
              <a:cxnLst/>
              <a:rect l="l" t="t" r="r" b="b"/>
              <a:pathLst>
                <a:path w="2000" h="2001" extrusionOk="0">
                  <a:moveTo>
                    <a:pt x="1555" y="1"/>
                  </a:moveTo>
                  <a:cubicBezTo>
                    <a:pt x="1695" y="186"/>
                    <a:pt x="1777" y="418"/>
                    <a:pt x="1777" y="667"/>
                  </a:cubicBezTo>
                  <a:cubicBezTo>
                    <a:pt x="1777" y="1281"/>
                    <a:pt x="1280" y="1778"/>
                    <a:pt x="667" y="1778"/>
                  </a:cubicBezTo>
                  <a:cubicBezTo>
                    <a:pt x="416" y="1778"/>
                    <a:pt x="185" y="1694"/>
                    <a:pt x="0" y="1556"/>
                  </a:cubicBezTo>
                  <a:lnTo>
                    <a:pt x="0" y="1556"/>
                  </a:lnTo>
                  <a:cubicBezTo>
                    <a:pt x="204" y="1826"/>
                    <a:pt x="526" y="2000"/>
                    <a:pt x="890" y="2000"/>
                  </a:cubicBezTo>
                  <a:cubicBezTo>
                    <a:pt x="1503" y="2000"/>
                    <a:pt x="2000" y="1503"/>
                    <a:pt x="2000" y="890"/>
                  </a:cubicBezTo>
                  <a:cubicBezTo>
                    <a:pt x="1999" y="527"/>
                    <a:pt x="1824" y="204"/>
                    <a:pt x="155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5" name="Google Shape;3674;p80">
              <a:extLst>
                <a:ext uri="{FF2B5EF4-FFF2-40B4-BE49-F238E27FC236}">
                  <a16:creationId xmlns:a16="http://schemas.microsoft.com/office/drawing/2014/main" id="{F94FD619-2F61-41BC-E89D-92C8F32EDC3B}"/>
                </a:ext>
              </a:extLst>
            </p:cNvPr>
            <p:cNvSpPr/>
            <p:nvPr/>
          </p:nvSpPr>
          <p:spPr>
            <a:xfrm>
              <a:off x="1813812" y="3857349"/>
              <a:ext cx="87243" cy="87243"/>
            </a:xfrm>
            <a:custGeom>
              <a:avLst/>
              <a:gdLst/>
              <a:ahLst/>
              <a:cxnLst/>
              <a:rect l="l" t="t" r="r" b="b"/>
              <a:pathLst>
                <a:path w="2131" h="2131" extrusionOk="0">
                  <a:moveTo>
                    <a:pt x="1112" y="1"/>
                  </a:moveTo>
                  <a:cubicBezTo>
                    <a:pt x="498" y="1"/>
                    <a:pt x="1" y="498"/>
                    <a:pt x="1" y="1112"/>
                  </a:cubicBezTo>
                  <a:cubicBezTo>
                    <a:pt x="1" y="1362"/>
                    <a:pt x="84" y="1593"/>
                    <a:pt x="222" y="1778"/>
                  </a:cubicBezTo>
                  <a:cubicBezTo>
                    <a:pt x="532" y="2086"/>
                    <a:pt x="769" y="2130"/>
                    <a:pt x="1019" y="2130"/>
                  </a:cubicBezTo>
                  <a:cubicBezTo>
                    <a:pt x="1632" y="2130"/>
                    <a:pt x="2130" y="1632"/>
                    <a:pt x="2130" y="1019"/>
                  </a:cubicBezTo>
                  <a:cubicBezTo>
                    <a:pt x="2130" y="768"/>
                    <a:pt x="2126" y="571"/>
                    <a:pt x="1778" y="222"/>
                  </a:cubicBezTo>
                  <a:cubicBezTo>
                    <a:pt x="1592" y="82"/>
                    <a:pt x="1361" y="1"/>
                    <a:pt x="11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6" name="Google Shape;3675;p80">
              <a:extLst>
                <a:ext uri="{FF2B5EF4-FFF2-40B4-BE49-F238E27FC236}">
                  <a16:creationId xmlns:a16="http://schemas.microsoft.com/office/drawing/2014/main" id="{F17DDB82-5B38-9815-4C6C-639D7CE0749E}"/>
                </a:ext>
              </a:extLst>
            </p:cNvPr>
            <p:cNvSpPr/>
            <p:nvPr/>
          </p:nvSpPr>
          <p:spPr>
            <a:xfrm>
              <a:off x="1822942" y="3866438"/>
              <a:ext cx="81880" cy="81880"/>
            </a:xfrm>
            <a:custGeom>
              <a:avLst/>
              <a:gdLst/>
              <a:ahLst/>
              <a:cxnLst/>
              <a:rect l="l" t="t" r="r" b="b"/>
              <a:pathLst>
                <a:path w="2000" h="2000" extrusionOk="0">
                  <a:moveTo>
                    <a:pt x="1556" y="0"/>
                  </a:moveTo>
                  <a:lnTo>
                    <a:pt x="1556" y="0"/>
                  </a:lnTo>
                  <a:cubicBezTo>
                    <a:pt x="1696" y="186"/>
                    <a:pt x="1777" y="417"/>
                    <a:pt x="1777" y="666"/>
                  </a:cubicBezTo>
                  <a:cubicBezTo>
                    <a:pt x="1777" y="1280"/>
                    <a:pt x="1280" y="1777"/>
                    <a:pt x="667" y="1777"/>
                  </a:cubicBezTo>
                  <a:cubicBezTo>
                    <a:pt x="416" y="1777"/>
                    <a:pt x="185" y="1694"/>
                    <a:pt x="1" y="1556"/>
                  </a:cubicBezTo>
                  <a:lnTo>
                    <a:pt x="1" y="1556"/>
                  </a:lnTo>
                  <a:cubicBezTo>
                    <a:pt x="204" y="1826"/>
                    <a:pt x="526" y="2000"/>
                    <a:pt x="890" y="2000"/>
                  </a:cubicBezTo>
                  <a:cubicBezTo>
                    <a:pt x="1503" y="2000"/>
                    <a:pt x="2000" y="1503"/>
                    <a:pt x="2000" y="890"/>
                  </a:cubicBezTo>
                  <a:cubicBezTo>
                    <a:pt x="2000" y="526"/>
                    <a:pt x="1825" y="203"/>
                    <a:pt x="15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7" name="Google Shape;3676;p80">
              <a:extLst>
                <a:ext uri="{FF2B5EF4-FFF2-40B4-BE49-F238E27FC236}">
                  <a16:creationId xmlns:a16="http://schemas.microsoft.com/office/drawing/2014/main" id="{D809A7B5-6A42-BEDC-E064-4EBBBE1539A3}"/>
                </a:ext>
              </a:extLst>
            </p:cNvPr>
            <p:cNvSpPr/>
            <p:nvPr/>
          </p:nvSpPr>
          <p:spPr>
            <a:xfrm>
              <a:off x="1603708" y="3934726"/>
              <a:ext cx="225498" cy="222059"/>
            </a:xfrm>
            <a:custGeom>
              <a:avLst/>
              <a:gdLst/>
              <a:ahLst/>
              <a:cxnLst/>
              <a:rect l="l" t="t" r="r" b="b"/>
              <a:pathLst>
                <a:path w="5508" h="5424" extrusionOk="0">
                  <a:moveTo>
                    <a:pt x="5421" y="0"/>
                  </a:moveTo>
                  <a:cubicBezTo>
                    <a:pt x="5401" y="0"/>
                    <a:pt x="5381" y="9"/>
                    <a:pt x="5366" y="30"/>
                  </a:cubicBezTo>
                  <a:lnTo>
                    <a:pt x="4051" y="1952"/>
                  </a:lnTo>
                  <a:lnTo>
                    <a:pt x="3512" y="750"/>
                  </a:lnTo>
                  <a:cubicBezTo>
                    <a:pt x="3501" y="725"/>
                    <a:pt x="3477" y="712"/>
                    <a:pt x="3453" y="712"/>
                  </a:cubicBezTo>
                  <a:cubicBezTo>
                    <a:pt x="3430" y="712"/>
                    <a:pt x="3408" y="723"/>
                    <a:pt x="3396" y="746"/>
                  </a:cubicBezTo>
                  <a:lnTo>
                    <a:pt x="2051" y="3313"/>
                  </a:lnTo>
                  <a:lnTo>
                    <a:pt x="1516" y="2124"/>
                  </a:lnTo>
                  <a:cubicBezTo>
                    <a:pt x="1505" y="2099"/>
                    <a:pt x="1481" y="2086"/>
                    <a:pt x="1457" y="2086"/>
                  </a:cubicBezTo>
                  <a:cubicBezTo>
                    <a:pt x="1433" y="2086"/>
                    <a:pt x="1409" y="2099"/>
                    <a:pt x="1398" y="2125"/>
                  </a:cubicBezTo>
                  <a:lnTo>
                    <a:pt x="22" y="5329"/>
                  </a:lnTo>
                  <a:cubicBezTo>
                    <a:pt x="0" y="5381"/>
                    <a:pt x="42" y="5423"/>
                    <a:pt x="86" y="5423"/>
                  </a:cubicBezTo>
                  <a:cubicBezTo>
                    <a:pt x="106" y="5423"/>
                    <a:pt x="126" y="5414"/>
                    <a:pt x="141" y="5393"/>
                  </a:cubicBezTo>
                  <a:lnTo>
                    <a:pt x="1510" y="3223"/>
                  </a:lnTo>
                  <a:lnTo>
                    <a:pt x="2072" y="4476"/>
                  </a:lnTo>
                  <a:lnTo>
                    <a:pt x="3479" y="1791"/>
                  </a:lnTo>
                  <a:lnTo>
                    <a:pt x="4051" y="3100"/>
                  </a:lnTo>
                  <a:lnTo>
                    <a:pt x="5485" y="94"/>
                  </a:lnTo>
                  <a:cubicBezTo>
                    <a:pt x="5507" y="43"/>
                    <a:pt x="5465" y="0"/>
                    <a:pt x="54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 dirty="0"/>
            </a:p>
          </p:txBody>
        </p:sp>
        <p:sp>
          <p:nvSpPr>
            <p:cNvPr id="8" name="Google Shape;3677;p80">
              <a:extLst>
                <a:ext uri="{FF2B5EF4-FFF2-40B4-BE49-F238E27FC236}">
                  <a16:creationId xmlns:a16="http://schemas.microsoft.com/office/drawing/2014/main" id="{72A39969-4D4B-CB29-BFA8-B7EC7EF82701}"/>
                </a:ext>
              </a:extLst>
            </p:cNvPr>
            <p:cNvSpPr/>
            <p:nvPr/>
          </p:nvSpPr>
          <p:spPr>
            <a:xfrm>
              <a:off x="1609481" y="3938533"/>
              <a:ext cx="218824" cy="216941"/>
            </a:xfrm>
            <a:custGeom>
              <a:avLst/>
              <a:gdLst/>
              <a:ahLst/>
              <a:cxnLst/>
              <a:rect l="l" t="t" r="r" b="b"/>
              <a:pathLst>
                <a:path w="5345" h="5299" extrusionOk="0">
                  <a:moveTo>
                    <a:pt x="5344" y="0"/>
                  </a:moveTo>
                  <a:lnTo>
                    <a:pt x="3932" y="2707"/>
                  </a:lnTo>
                  <a:lnTo>
                    <a:pt x="3392" y="1504"/>
                  </a:lnTo>
                  <a:cubicBezTo>
                    <a:pt x="3381" y="1478"/>
                    <a:pt x="3357" y="1465"/>
                    <a:pt x="3333" y="1465"/>
                  </a:cubicBezTo>
                  <a:cubicBezTo>
                    <a:pt x="3310" y="1465"/>
                    <a:pt x="3288" y="1477"/>
                    <a:pt x="3276" y="1500"/>
                  </a:cubicBezTo>
                  <a:lnTo>
                    <a:pt x="1931" y="4068"/>
                  </a:lnTo>
                  <a:lnTo>
                    <a:pt x="1435" y="2962"/>
                  </a:lnTo>
                  <a:cubicBezTo>
                    <a:pt x="1424" y="2937"/>
                    <a:pt x="1400" y="2924"/>
                    <a:pt x="1376" y="2924"/>
                  </a:cubicBezTo>
                  <a:cubicBezTo>
                    <a:pt x="1355" y="2924"/>
                    <a:pt x="1333" y="2935"/>
                    <a:pt x="1320" y="2956"/>
                  </a:cubicBezTo>
                  <a:lnTo>
                    <a:pt x="0" y="5299"/>
                  </a:lnTo>
                  <a:lnTo>
                    <a:pt x="0" y="5299"/>
                  </a:lnTo>
                  <a:lnTo>
                    <a:pt x="1315" y="3377"/>
                  </a:lnTo>
                  <a:lnTo>
                    <a:pt x="1854" y="4579"/>
                  </a:lnTo>
                  <a:cubicBezTo>
                    <a:pt x="1866" y="4605"/>
                    <a:pt x="1890" y="4618"/>
                    <a:pt x="1914" y="4618"/>
                  </a:cubicBezTo>
                  <a:cubicBezTo>
                    <a:pt x="1936" y="4618"/>
                    <a:pt x="1959" y="4606"/>
                    <a:pt x="1970" y="4584"/>
                  </a:cubicBezTo>
                  <a:lnTo>
                    <a:pt x="3315" y="2016"/>
                  </a:lnTo>
                  <a:lnTo>
                    <a:pt x="3850" y="3205"/>
                  </a:lnTo>
                  <a:cubicBezTo>
                    <a:pt x="3862" y="3230"/>
                    <a:pt x="3886" y="3243"/>
                    <a:pt x="3909" y="3243"/>
                  </a:cubicBezTo>
                  <a:cubicBezTo>
                    <a:pt x="3933" y="3243"/>
                    <a:pt x="3957" y="3230"/>
                    <a:pt x="3968" y="3204"/>
                  </a:cubicBezTo>
                  <a:lnTo>
                    <a:pt x="534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9" name="Google Shape;3678;p80">
              <a:extLst>
                <a:ext uri="{FF2B5EF4-FFF2-40B4-BE49-F238E27FC236}">
                  <a16:creationId xmlns:a16="http://schemas.microsoft.com/office/drawing/2014/main" id="{35B1C91E-0A0F-8665-C663-130822C965ED}"/>
                </a:ext>
              </a:extLst>
            </p:cNvPr>
            <p:cNvSpPr/>
            <p:nvPr/>
          </p:nvSpPr>
          <p:spPr>
            <a:xfrm>
              <a:off x="1553393" y="4168739"/>
              <a:ext cx="40367" cy="40285"/>
            </a:xfrm>
            <a:custGeom>
              <a:avLst/>
              <a:gdLst/>
              <a:ahLst/>
              <a:cxnLst/>
              <a:rect l="l" t="t" r="r" b="b"/>
              <a:pathLst>
                <a:path w="986" h="984" extrusionOk="0">
                  <a:moveTo>
                    <a:pt x="491" y="1"/>
                  </a:moveTo>
                  <a:cubicBezTo>
                    <a:pt x="491" y="1"/>
                    <a:pt x="490" y="1"/>
                    <a:pt x="489" y="1"/>
                  </a:cubicBezTo>
                  <a:cubicBezTo>
                    <a:pt x="416" y="3"/>
                    <a:pt x="359" y="68"/>
                    <a:pt x="359" y="142"/>
                  </a:cubicBezTo>
                  <a:lnTo>
                    <a:pt x="359" y="356"/>
                  </a:lnTo>
                  <a:lnTo>
                    <a:pt x="137" y="356"/>
                  </a:lnTo>
                  <a:cubicBezTo>
                    <a:pt x="62" y="356"/>
                    <a:pt x="1" y="419"/>
                    <a:pt x="3" y="496"/>
                  </a:cubicBezTo>
                  <a:cubicBezTo>
                    <a:pt x="5" y="571"/>
                    <a:pt x="69" y="628"/>
                    <a:pt x="143" y="628"/>
                  </a:cubicBezTo>
                  <a:lnTo>
                    <a:pt x="359" y="628"/>
                  </a:lnTo>
                  <a:lnTo>
                    <a:pt x="359" y="842"/>
                  </a:lnTo>
                  <a:cubicBezTo>
                    <a:pt x="359" y="917"/>
                    <a:pt x="417" y="982"/>
                    <a:pt x="489" y="983"/>
                  </a:cubicBezTo>
                  <a:cubicBezTo>
                    <a:pt x="491" y="983"/>
                    <a:pt x="493" y="983"/>
                    <a:pt x="495" y="983"/>
                  </a:cubicBezTo>
                  <a:cubicBezTo>
                    <a:pt x="568" y="983"/>
                    <a:pt x="628" y="922"/>
                    <a:pt x="628" y="849"/>
                  </a:cubicBezTo>
                  <a:lnTo>
                    <a:pt x="628" y="628"/>
                  </a:lnTo>
                  <a:lnTo>
                    <a:pt x="849" y="628"/>
                  </a:lnTo>
                  <a:cubicBezTo>
                    <a:pt x="924" y="628"/>
                    <a:pt x="985" y="565"/>
                    <a:pt x="984" y="488"/>
                  </a:cubicBezTo>
                  <a:cubicBezTo>
                    <a:pt x="981" y="413"/>
                    <a:pt x="917" y="356"/>
                    <a:pt x="843" y="356"/>
                  </a:cubicBezTo>
                  <a:lnTo>
                    <a:pt x="628" y="356"/>
                  </a:lnTo>
                  <a:lnTo>
                    <a:pt x="628" y="135"/>
                  </a:lnTo>
                  <a:cubicBezTo>
                    <a:pt x="628" y="61"/>
                    <a:pt x="566" y="1"/>
                    <a:pt x="4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" name="Google Shape;3679;p80">
              <a:extLst>
                <a:ext uri="{FF2B5EF4-FFF2-40B4-BE49-F238E27FC236}">
                  <a16:creationId xmlns:a16="http://schemas.microsoft.com/office/drawing/2014/main" id="{DBF76675-4BBA-AD69-AF79-F378B0B61E56}"/>
                </a:ext>
              </a:extLst>
            </p:cNvPr>
            <p:cNvSpPr/>
            <p:nvPr/>
          </p:nvSpPr>
          <p:spPr>
            <a:xfrm>
              <a:off x="1839973" y="3897143"/>
              <a:ext cx="40367" cy="11095"/>
            </a:xfrm>
            <a:custGeom>
              <a:avLst/>
              <a:gdLst/>
              <a:ahLst/>
              <a:cxnLst/>
              <a:rect l="l" t="t" r="r" b="b"/>
              <a:pathLst>
                <a:path w="986" h="271" extrusionOk="0">
                  <a:moveTo>
                    <a:pt x="136" y="1"/>
                  </a:moveTo>
                  <a:cubicBezTo>
                    <a:pt x="61" y="1"/>
                    <a:pt x="0" y="63"/>
                    <a:pt x="1" y="139"/>
                  </a:cubicBezTo>
                  <a:cubicBezTo>
                    <a:pt x="4" y="215"/>
                    <a:pt x="69" y="271"/>
                    <a:pt x="143" y="271"/>
                  </a:cubicBezTo>
                  <a:lnTo>
                    <a:pt x="848" y="271"/>
                  </a:lnTo>
                  <a:cubicBezTo>
                    <a:pt x="924" y="271"/>
                    <a:pt x="986" y="210"/>
                    <a:pt x="982" y="133"/>
                  </a:cubicBezTo>
                  <a:cubicBezTo>
                    <a:pt x="980" y="58"/>
                    <a:pt x="916" y="1"/>
                    <a:pt x="8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</p:grpSp>
      <p:grpSp>
        <p:nvGrpSpPr>
          <p:cNvPr id="12" name="Google Shape;3043;p80">
            <a:extLst>
              <a:ext uri="{FF2B5EF4-FFF2-40B4-BE49-F238E27FC236}">
                <a16:creationId xmlns:a16="http://schemas.microsoft.com/office/drawing/2014/main" id="{BEB62B5F-1F51-118A-B5FF-4EB65A14A2EE}"/>
              </a:ext>
            </a:extLst>
          </p:cNvPr>
          <p:cNvGrpSpPr/>
          <p:nvPr/>
        </p:nvGrpSpPr>
        <p:grpSpPr>
          <a:xfrm>
            <a:off x="5304508" y="8797794"/>
            <a:ext cx="914861" cy="904349"/>
            <a:chOff x="8042710" y="2049275"/>
            <a:chExt cx="381192" cy="376812"/>
          </a:xfrm>
        </p:grpSpPr>
        <p:sp>
          <p:nvSpPr>
            <p:cNvPr id="13" name="Google Shape;3044;p80">
              <a:extLst>
                <a:ext uri="{FF2B5EF4-FFF2-40B4-BE49-F238E27FC236}">
                  <a16:creationId xmlns:a16="http://schemas.microsoft.com/office/drawing/2014/main" id="{5C122827-0D9F-A76D-1C4B-79182665675E}"/>
                </a:ext>
              </a:extLst>
            </p:cNvPr>
            <p:cNvSpPr/>
            <p:nvPr/>
          </p:nvSpPr>
          <p:spPr>
            <a:xfrm>
              <a:off x="8191978" y="2354769"/>
              <a:ext cx="99075" cy="15230"/>
            </a:xfrm>
            <a:custGeom>
              <a:avLst/>
              <a:gdLst/>
              <a:ahLst/>
              <a:cxnLst/>
              <a:rect l="l" t="t" r="r" b="b"/>
              <a:pathLst>
                <a:path w="2420" h="372" extrusionOk="0">
                  <a:moveTo>
                    <a:pt x="696" y="0"/>
                  </a:moveTo>
                  <a:cubicBezTo>
                    <a:pt x="467" y="0"/>
                    <a:pt x="0" y="202"/>
                    <a:pt x="0" y="280"/>
                  </a:cubicBezTo>
                  <a:lnTo>
                    <a:pt x="2420" y="372"/>
                  </a:lnTo>
                  <a:lnTo>
                    <a:pt x="23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" name="Google Shape;3045;p80">
              <a:extLst>
                <a:ext uri="{FF2B5EF4-FFF2-40B4-BE49-F238E27FC236}">
                  <a16:creationId xmlns:a16="http://schemas.microsoft.com/office/drawing/2014/main" id="{4AD07A29-2F34-C018-CAFF-69BABEBA4B41}"/>
                </a:ext>
              </a:extLst>
            </p:cNvPr>
            <p:cNvSpPr/>
            <p:nvPr/>
          </p:nvSpPr>
          <p:spPr>
            <a:xfrm>
              <a:off x="8191978" y="2354769"/>
              <a:ext cx="114427" cy="22804"/>
            </a:xfrm>
            <a:custGeom>
              <a:avLst/>
              <a:gdLst/>
              <a:ahLst/>
              <a:cxnLst/>
              <a:rect l="l" t="t" r="r" b="b"/>
              <a:pathLst>
                <a:path w="2795" h="557" extrusionOk="0">
                  <a:moveTo>
                    <a:pt x="2326" y="0"/>
                  </a:moveTo>
                  <a:lnTo>
                    <a:pt x="2326" y="204"/>
                  </a:lnTo>
                  <a:cubicBezTo>
                    <a:pt x="2326" y="240"/>
                    <a:pt x="2296" y="269"/>
                    <a:pt x="2261" y="269"/>
                  </a:cubicBezTo>
                  <a:lnTo>
                    <a:pt x="0" y="269"/>
                  </a:lnTo>
                  <a:cubicBezTo>
                    <a:pt x="0" y="348"/>
                    <a:pt x="467" y="556"/>
                    <a:pt x="696" y="556"/>
                  </a:cubicBezTo>
                  <a:lnTo>
                    <a:pt x="2794" y="556"/>
                  </a:lnTo>
                  <a:lnTo>
                    <a:pt x="27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" name="Google Shape;3046;p80">
              <a:extLst>
                <a:ext uri="{FF2B5EF4-FFF2-40B4-BE49-F238E27FC236}">
                  <a16:creationId xmlns:a16="http://schemas.microsoft.com/office/drawing/2014/main" id="{17312D6D-FF07-1110-99D9-87D631D88E52}"/>
                </a:ext>
              </a:extLst>
            </p:cNvPr>
            <p:cNvSpPr/>
            <p:nvPr/>
          </p:nvSpPr>
          <p:spPr>
            <a:xfrm>
              <a:off x="8298913" y="2329468"/>
              <a:ext cx="30541" cy="64399"/>
            </a:xfrm>
            <a:custGeom>
              <a:avLst/>
              <a:gdLst/>
              <a:ahLst/>
              <a:cxnLst/>
              <a:rect l="l" t="t" r="r" b="b"/>
              <a:pathLst>
                <a:path w="746" h="1573" extrusionOk="0">
                  <a:moveTo>
                    <a:pt x="142" y="1"/>
                  </a:moveTo>
                  <a:cubicBezTo>
                    <a:pt x="65" y="1"/>
                    <a:pt x="1" y="62"/>
                    <a:pt x="1" y="140"/>
                  </a:cubicBezTo>
                  <a:lnTo>
                    <a:pt x="1" y="1573"/>
                  </a:lnTo>
                  <a:cubicBezTo>
                    <a:pt x="446" y="1573"/>
                    <a:pt x="745" y="1352"/>
                    <a:pt x="745" y="751"/>
                  </a:cubicBezTo>
                  <a:cubicBezTo>
                    <a:pt x="745" y="505"/>
                    <a:pt x="664" y="240"/>
                    <a:pt x="526" y="102"/>
                  </a:cubicBezTo>
                  <a:cubicBezTo>
                    <a:pt x="419" y="33"/>
                    <a:pt x="290" y="1"/>
                    <a:pt x="1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6" name="Google Shape;3047;p80">
              <a:extLst>
                <a:ext uri="{FF2B5EF4-FFF2-40B4-BE49-F238E27FC236}">
                  <a16:creationId xmlns:a16="http://schemas.microsoft.com/office/drawing/2014/main" id="{4E70CBCF-1CDB-B76B-0646-A5065C5408D4}"/>
                </a:ext>
              </a:extLst>
            </p:cNvPr>
            <p:cNvSpPr/>
            <p:nvPr/>
          </p:nvSpPr>
          <p:spPr>
            <a:xfrm>
              <a:off x="8298872" y="2333644"/>
              <a:ext cx="34185" cy="69393"/>
            </a:xfrm>
            <a:custGeom>
              <a:avLst/>
              <a:gdLst/>
              <a:ahLst/>
              <a:cxnLst/>
              <a:rect l="l" t="t" r="r" b="b"/>
              <a:pathLst>
                <a:path w="835" h="1695" extrusionOk="0">
                  <a:moveTo>
                    <a:pt x="527" y="0"/>
                  </a:moveTo>
                  <a:lnTo>
                    <a:pt x="527" y="0"/>
                  </a:lnTo>
                  <a:cubicBezTo>
                    <a:pt x="607" y="139"/>
                    <a:pt x="653" y="328"/>
                    <a:pt x="653" y="574"/>
                  </a:cubicBezTo>
                  <a:cubicBezTo>
                    <a:pt x="653" y="603"/>
                    <a:pt x="652" y="630"/>
                    <a:pt x="649" y="656"/>
                  </a:cubicBezTo>
                  <a:lnTo>
                    <a:pt x="610" y="935"/>
                  </a:lnTo>
                  <a:cubicBezTo>
                    <a:pt x="520" y="1282"/>
                    <a:pt x="291" y="1442"/>
                    <a:pt x="1" y="1468"/>
                  </a:cubicBezTo>
                  <a:lnTo>
                    <a:pt x="1" y="1555"/>
                  </a:lnTo>
                  <a:cubicBezTo>
                    <a:pt x="1" y="1632"/>
                    <a:pt x="64" y="1695"/>
                    <a:pt x="142" y="1695"/>
                  </a:cubicBezTo>
                  <a:cubicBezTo>
                    <a:pt x="528" y="1695"/>
                    <a:pt x="795" y="1476"/>
                    <a:pt x="833" y="935"/>
                  </a:cubicBezTo>
                  <a:lnTo>
                    <a:pt x="790" y="796"/>
                  </a:lnTo>
                  <a:lnTo>
                    <a:pt x="834" y="659"/>
                  </a:lnTo>
                  <a:cubicBezTo>
                    <a:pt x="811" y="323"/>
                    <a:pt x="700" y="112"/>
                    <a:pt x="5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7" name="Google Shape;3048;p80">
              <a:extLst>
                <a:ext uri="{FF2B5EF4-FFF2-40B4-BE49-F238E27FC236}">
                  <a16:creationId xmlns:a16="http://schemas.microsoft.com/office/drawing/2014/main" id="{F251A766-9350-3564-BA52-060B1F023AAA}"/>
                </a:ext>
              </a:extLst>
            </p:cNvPr>
            <p:cNvSpPr/>
            <p:nvPr/>
          </p:nvSpPr>
          <p:spPr>
            <a:xfrm>
              <a:off x="8314593" y="2360624"/>
              <a:ext cx="12118" cy="11791"/>
            </a:xfrm>
            <a:custGeom>
              <a:avLst/>
              <a:gdLst/>
              <a:ahLst/>
              <a:cxnLst/>
              <a:rect l="l" t="t" r="r" b="b"/>
              <a:pathLst>
                <a:path w="296" h="288" extrusionOk="0">
                  <a:moveTo>
                    <a:pt x="168" y="1"/>
                  </a:moveTo>
                  <a:cubicBezTo>
                    <a:pt x="73" y="1"/>
                    <a:pt x="1" y="91"/>
                    <a:pt x="32" y="192"/>
                  </a:cubicBezTo>
                  <a:cubicBezTo>
                    <a:pt x="51" y="250"/>
                    <a:pt x="107" y="288"/>
                    <a:pt x="169" y="288"/>
                  </a:cubicBezTo>
                  <a:lnTo>
                    <a:pt x="222" y="288"/>
                  </a:lnTo>
                  <a:cubicBezTo>
                    <a:pt x="296" y="214"/>
                    <a:pt x="294" y="71"/>
                    <a:pt x="2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8" name="Google Shape;3049;p80">
              <a:extLst>
                <a:ext uri="{FF2B5EF4-FFF2-40B4-BE49-F238E27FC236}">
                  <a16:creationId xmlns:a16="http://schemas.microsoft.com/office/drawing/2014/main" id="{18B9F8B2-9399-68CF-C8FC-F9CF65272BF3}"/>
                </a:ext>
              </a:extLst>
            </p:cNvPr>
            <p:cNvSpPr/>
            <p:nvPr/>
          </p:nvSpPr>
          <p:spPr>
            <a:xfrm>
              <a:off x="8323395" y="2360624"/>
              <a:ext cx="9662" cy="11791"/>
            </a:xfrm>
            <a:custGeom>
              <a:avLst/>
              <a:gdLst/>
              <a:ahLst/>
              <a:cxnLst/>
              <a:rect l="l" t="t" r="r" b="b"/>
              <a:pathLst>
                <a:path w="236" h="288" extrusionOk="0">
                  <a:moveTo>
                    <a:pt x="42" y="1"/>
                  </a:moveTo>
                  <a:cubicBezTo>
                    <a:pt x="37" y="107"/>
                    <a:pt x="23" y="203"/>
                    <a:pt x="1" y="288"/>
                  </a:cubicBezTo>
                  <a:lnTo>
                    <a:pt x="230" y="288"/>
                  </a:lnTo>
                  <a:cubicBezTo>
                    <a:pt x="233" y="242"/>
                    <a:pt x="235" y="195"/>
                    <a:pt x="235" y="144"/>
                  </a:cubicBezTo>
                  <a:cubicBezTo>
                    <a:pt x="235" y="95"/>
                    <a:pt x="234" y="45"/>
                    <a:pt x="230" y="1"/>
                  </a:cubicBezTo>
                  <a:close/>
                </a:path>
              </a:pathLst>
            </a:custGeom>
            <a:solidFill>
              <a:srgbClr val="5F6C75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9" name="Google Shape;3050;p80">
              <a:extLst>
                <a:ext uri="{FF2B5EF4-FFF2-40B4-BE49-F238E27FC236}">
                  <a16:creationId xmlns:a16="http://schemas.microsoft.com/office/drawing/2014/main" id="{AB797441-577A-BAC0-A2B0-032586150E15}"/>
                </a:ext>
              </a:extLst>
            </p:cNvPr>
            <p:cNvSpPr/>
            <p:nvPr/>
          </p:nvSpPr>
          <p:spPr>
            <a:xfrm>
              <a:off x="8042710" y="2252051"/>
              <a:ext cx="166585" cy="167445"/>
            </a:xfrm>
            <a:custGeom>
              <a:avLst/>
              <a:gdLst/>
              <a:ahLst/>
              <a:cxnLst/>
              <a:rect l="l" t="t" r="r" b="b"/>
              <a:pathLst>
                <a:path w="4069" h="4090" extrusionOk="0">
                  <a:moveTo>
                    <a:pt x="3871" y="0"/>
                  </a:moveTo>
                  <a:lnTo>
                    <a:pt x="1401" y="2470"/>
                  </a:lnTo>
                  <a:cubicBezTo>
                    <a:pt x="1387" y="2484"/>
                    <a:pt x="1372" y="2494"/>
                    <a:pt x="1355" y="2501"/>
                  </a:cubicBezTo>
                  <a:lnTo>
                    <a:pt x="744" y="2749"/>
                  </a:lnTo>
                  <a:cubicBezTo>
                    <a:pt x="718" y="2759"/>
                    <a:pt x="696" y="2776"/>
                    <a:pt x="680" y="2799"/>
                  </a:cubicBezTo>
                  <a:lnTo>
                    <a:pt x="40" y="3739"/>
                  </a:lnTo>
                  <a:cubicBezTo>
                    <a:pt x="1" y="3794"/>
                    <a:pt x="9" y="3868"/>
                    <a:pt x="57" y="3916"/>
                  </a:cubicBezTo>
                  <a:lnTo>
                    <a:pt x="231" y="4090"/>
                  </a:lnTo>
                  <a:lnTo>
                    <a:pt x="1397" y="3456"/>
                  </a:lnTo>
                  <a:lnTo>
                    <a:pt x="1672" y="2780"/>
                  </a:lnTo>
                  <a:lnTo>
                    <a:pt x="4068" y="199"/>
                  </a:lnTo>
                  <a:lnTo>
                    <a:pt x="38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20" name="Google Shape;3051;p80">
              <a:extLst>
                <a:ext uri="{FF2B5EF4-FFF2-40B4-BE49-F238E27FC236}">
                  <a16:creationId xmlns:a16="http://schemas.microsoft.com/office/drawing/2014/main" id="{11A71947-D958-7267-F8F3-8E20917B2255}"/>
                </a:ext>
              </a:extLst>
            </p:cNvPr>
            <p:cNvSpPr/>
            <p:nvPr/>
          </p:nvSpPr>
          <p:spPr>
            <a:xfrm>
              <a:off x="8052249" y="2260157"/>
              <a:ext cx="165070" cy="165930"/>
            </a:xfrm>
            <a:custGeom>
              <a:avLst/>
              <a:gdLst/>
              <a:ahLst/>
              <a:cxnLst/>
              <a:rect l="l" t="t" r="r" b="b"/>
              <a:pathLst>
                <a:path w="4032" h="4053" extrusionOk="0">
                  <a:moveTo>
                    <a:pt x="3835" y="1"/>
                  </a:moveTo>
                  <a:lnTo>
                    <a:pt x="1365" y="2470"/>
                  </a:lnTo>
                  <a:cubicBezTo>
                    <a:pt x="1353" y="2483"/>
                    <a:pt x="1342" y="2499"/>
                    <a:pt x="1335" y="2517"/>
                  </a:cubicBezTo>
                  <a:lnTo>
                    <a:pt x="1087" y="3127"/>
                  </a:lnTo>
                  <a:cubicBezTo>
                    <a:pt x="1076" y="3152"/>
                    <a:pt x="1059" y="3174"/>
                    <a:pt x="1037" y="3190"/>
                  </a:cubicBezTo>
                  <a:lnTo>
                    <a:pt x="0" y="3896"/>
                  </a:lnTo>
                  <a:lnTo>
                    <a:pt x="116" y="4012"/>
                  </a:lnTo>
                  <a:cubicBezTo>
                    <a:pt x="143" y="4039"/>
                    <a:pt x="179" y="4053"/>
                    <a:pt x="215" y="4053"/>
                  </a:cubicBezTo>
                  <a:cubicBezTo>
                    <a:pt x="242" y="4053"/>
                    <a:pt x="269" y="4045"/>
                    <a:pt x="293" y="4029"/>
                  </a:cubicBezTo>
                  <a:lnTo>
                    <a:pt x="1233" y="3388"/>
                  </a:lnTo>
                  <a:cubicBezTo>
                    <a:pt x="1256" y="3373"/>
                    <a:pt x="1275" y="3351"/>
                    <a:pt x="1284" y="3325"/>
                  </a:cubicBezTo>
                  <a:lnTo>
                    <a:pt x="1532" y="2714"/>
                  </a:lnTo>
                  <a:cubicBezTo>
                    <a:pt x="1538" y="2697"/>
                    <a:pt x="1549" y="2681"/>
                    <a:pt x="1562" y="2668"/>
                  </a:cubicBezTo>
                  <a:lnTo>
                    <a:pt x="4032" y="198"/>
                  </a:lnTo>
                  <a:lnTo>
                    <a:pt x="383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21" name="Google Shape;3052;p80">
              <a:extLst>
                <a:ext uri="{FF2B5EF4-FFF2-40B4-BE49-F238E27FC236}">
                  <a16:creationId xmlns:a16="http://schemas.microsoft.com/office/drawing/2014/main" id="{2A7A9E45-CFE5-1426-475C-799FA7BBFCC1}"/>
                </a:ext>
              </a:extLst>
            </p:cNvPr>
            <p:cNvSpPr/>
            <p:nvPr/>
          </p:nvSpPr>
          <p:spPr>
            <a:xfrm>
              <a:off x="8184813" y="2049275"/>
              <a:ext cx="233399" cy="229059"/>
            </a:xfrm>
            <a:custGeom>
              <a:avLst/>
              <a:gdLst/>
              <a:ahLst/>
              <a:cxnLst/>
              <a:rect l="l" t="t" r="r" b="b"/>
              <a:pathLst>
                <a:path w="5701" h="5595" extrusionOk="0">
                  <a:moveTo>
                    <a:pt x="4741" y="1"/>
                  </a:moveTo>
                  <a:cubicBezTo>
                    <a:pt x="4595" y="1"/>
                    <a:pt x="4435" y="23"/>
                    <a:pt x="4264" y="68"/>
                  </a:cubicBezTo>
                  <a:cubicBezTo>
                    <a:pt x="4264" y="68"/>
                    <a:pt x="3018" y="1910"/>
                    <a:pt x="2330" y="2598"/>
                  </a:cubicBezTo>
                  <a:cubicBezTo>
                    <a:pt x="1641" y="3285"/>
                    <a:pt x="422" y="4177"/>
                    <a:pt x="422" y="4177"/>
                  </a:cubicBezTo>
                  <a:lnTo>
                    <a:pt x="76" y="4679"/>
                  </a:lnTo>
                  <a:cubicBezTo>
                    <a:pt x="0" y="4790"/>
                    <a:pt x="14" y="4938"/>
                    <a:pt x="110" y="5035"/>
                  </a:cubicBezTo>
                  <a:lnTo>
                    <a:pt x="517" y="5443"/>
                  </a:lnTo>
                  <a:cubicBezTo>
                    <a:pt x="589" y="5515"/>
                    <a:pt x="747" y="5594"/>
                    <a:pt x="868" y="5594"/>
                  </a:cubicBezTo>
                  <a:cubicBezTo>
                    <a:pt x="905" y="5594"/>
                    <a:pt x="939" y="5586"/>
                    <a:pt x="965" y="5568"/>
                  </a:cubicBezTo>
                  <a:lnTo>
                    <a:pt x="3318" y="3511"/>
                  </a:lnTo>
                  <a:lnTo>
                    <a:pt x="5577" y="1380"/>
                  </a:lnTo>
                  <a:cubicBezTo>
                    <a:pt x="5701" y="918"/>
                    <a:pt x="5638" y="451"/>
                    <a:pt x="5369" y="182"/>
                  </a:cubicBezTo>
                  <a:cubicBezTo>
                    <a:pt x="5204" y="64"/>
                    <a:pt x="4992" y="1"/>
                    <a:pt x="47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22" name="Google Shape;3053;p80">
              <a:extLst>
                <a:ext uri="{FF2B5EF4-FFF2-40B4-BE49-F238E27FC236}">
                  <a16:creationId xmlns:a16="http://schemas.microsoft.com/office/drawing/2014/main" id="{DDD13E93-0EE1-3720-CBEF-E3F5E482D1EB}"/>
                </a:ext>
              </a:extLst>
            </p:cNvPr>
            <p:cNvSpPr/>
            <p:nvPr/>
          </p:nvSpPr>
          <p:spPr>
            <a:xfrm>
              <a:off x="8205897" y="2056726"/>
              <a:ext cx="218005" cy="226767"/>
            </a:xfrm>
            <a:custGeom>
              <a:avLst/>
              <a:gdLst/>
              <a:ahLst/>
              <a:cxnLst/>
              <a:rect l="l" t="t" r="r" b="b"/>
              <a:pathLst>
                <a:path w="5325" h="5539" extrusionOk="0">
                  <a:moveTo>
                    <a:pt x="4854" y="0"/>
                  </a:moveTo>
                  <a:cubicBezTo>
                    <a:pt x="5040" y="261"/>
                    <a:pt x="5092" y="642"/>
                    <a:pt x="4967" y="1105"/>
                  </a:cubicBezTo>
                  <a:lnTo>
                    <a:pt x="858" y="4946"/>
                  </a:lnTo>
                  <a:lnTo>
                    <a:pt x="356" y="5292"/>
                  </a:lnTo>
                  <a:cubicBezTo>
                    <a:pt x="307" y="5325"/>
                    <a:pt x="252" y="5342"/>
                    <a:pt x="197" y="5342"/>
                  </a:cubicBezTo>
                  <a:cubicBezTo>
                    <a:pt x="126" y="5342"/>
                    <a:pt x="54" y="5314"/>
                    <a:pt x="0" y="5260"/>
                  </a:cubicBezTo>
                  <a:lnTo>
                    <a:pt x="0" y="5260"/>
                  </a:lnTo>
                  <a:lnTo>
                    <a:pt x="197" y="5457"/>
                  </a:lnTo>
                  <a:cubicBezTo>
                    <a:pt x="251" y="5511"/>
                    <a:pt x="323" y="5539"/>
                    <a:pt x="395" y="5539"/>
                  </a:cubicBezTo>
                  <a:cubicBezTo>
                    <a:pt x="451" y="5539"/>
                    <a:pt x="506" y="5523"/>
                    <a:pt x="554" y="5490"/>
                  </a:cubicBezTo>
                  <a:lnTo>
                    <a:pt x="1056" y="5145"/>
                  </a:lnTo>
                  <a:lnTo>
                    <a:pt x="5166" y="1303"/>
                  </a:lnTo>
                  <a:cubicBezTo>
                    <a:pt x="5325" y="704"/>
                    <a:pt x="5192" y="240"/>
                    <a:pt x="4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23" name="Google Shape;3054;p80">
              <a:extLst>
                <a:ext uri="{FF2B5EF4-FFF2-40B4-BE49-F238E27FC236}">
                  <a16:creationId xmlns:a16="http://schemas.microsoft.com/office/drawing/2014/main" id="{E4B296C2-9AA5-1530-D619-9E857049E47C}"/>
                </a:ext>
              </a:extLst>
            </p:cNvPr>
            <p:cNvSpPr/>
            <p:nvPr/>
          </p:nvSpPr>
          <p:spPr>
            <a:xfrm>
              <a:off x="8202131" y="2052059"/>
              <a:ext cx="207238" cy="207197"/>
            </a:xfrm>
            <a:custGeom>
              <a:avLst/>
              <a:gdLst/>
              <a:ahLst/>
              <a:cxnLst/>
              <a:rect l="l" t="t" r="r" b="b"/>
              <a:pathLst>
                <a:path w="5062" h="5061" extrusionOk="0">
                  <a:moveTo>
                    <a:pt x="3843" y="0"/>
                  </a:moveTo>
                  <a:cubicBezTo>
                    <a:pt x="2764" y="289"/>
                    <a:pt x="2239" y="1642"/>
                    <a:pt x="1711" y="2259"/>
                  </a:cubicBezTo>
                  <a:cubicBezTo>
                    <a:pt x="1244" y="2806"/>
                    <a:pt x="261" y="3137"/>
                    <a:pt x="0" y="4110"/>
                  </a:cubicBezTo>
                  <a:lnTo>
                    <a:pt x="952" y="5060"/>
                  </a:lnTo>
                  <a:cubicBezTo>
                    <a:pt x="1946" y="5060"/>
                    <a:pt x="2350" y="3909"/>
                    <a:pt x="2895" y="3443"/>
                  </a:cubicBezTo>
                  <a:cubicBezTo>
                    <a:pt x="3513" y="2913"/>
                    <a:pt x="5061" y="2337"/>
                    <a:pt x="5061" y="1219"/>
                  </a:cubicBezTo>
                  <a:lnTo>
                    <a:pt x="38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24" name="Google Shape;3055;p80">
              <a:extLst>
                <a:ext uri="{FF2B5EF4-FFF2-40B4-BE49-F238E27FC236}">
                  <a16:creationId xmlns:a16="http://schemas.microsoft.com/office/drawing/2014/main" id="{BCBF101E-CFFF-DD48-59A8-50A903DE8751}"/>
                </a:ext>
              </a:extLst>
            </p:cNvPr>
            <p:cNvSpPr/>
            <p:nvPr/>
          </p:nvSpPr>
          <p:spPr>
            <a:xfrm>
              <a:off x="8240983" y="2101883"/>
              <a:ext cx="176410" cy="165439"/>
            </a:xfrm>
            <a:custGeom>
              <a:avLst/>
              <a:gdLst/>
              <a:ahLst/>
              <a:cxnLst/>
              <a:rect l="l" t="t" r="r" b="b"/>
              <a:pathLst>
                <a:path w="4309" h="4041" extrusionOk="0">
                  <a:moveTo>
                    <a:pt x="4110" y="1"/>
                  </a:moveTo>
                  <a:cubicBezTo>
                    <a:pt x="3822" y="1078"/>
                    <a:pt x="2469" y="1603"/>
                    <a:pt x="1851" y="2132"/>
                  </a:cubicBezTo>
                  <a:cubicBezTo>
                    <a:pt x="1306" y="2598"/>
                    <a:pt x="975" y="3583"/>
                    <a:pt x="1" y="3842"/>
                  </a:cubicBezTo>
                  <a:lnTo>
                    <a:pt x="199" y="4041"/>
                  </a:lnTo>
                  <a:cubicBezTo>
                    <a:pt x="1172" y="3779"/>
                    <a:pt x="1504" y="2797"/>
                    <a:pt x="2050" y="2329"/>
                  </a:cubicBezTo>
                  <a:cubicBezTo>
                    <a:pt x="2667" y="1801"/>
                    <a:pt x="4019" y="1276"/>
                    <a:pt x="4309" y="198"/>
                  </a:cubicBezTo>
                  <a:lnTo>
                    <a:pt x="41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25" name="Google Shape;3056;p80">
              <a:extLst>
                <a:ext uri="{FF2B5EF4-FFF2-40B4-BE49-F238E27FC236}">
                  <a16:creationId xmlns:a16="http://schemas.microsoft.com/office/drawing/2014/main" id="{8443EE13-7014-408E-2E3C-C3279212DF66}"/>
                </a:ext>
              </a:extLst>
            </p:cNvPr>
            <p:cNvSpPr/>
            <p:nvPr/>
          </p:nvSpPr>
          <p:spPr>
            <a:xfrm>
              <a:off x="8212243" y="2345353"/>
              <a:ext cx="18259" cy="24810"/>
            </a:xfrm>
            <a:custGeom>
              <a:avLst/>
              <a:gdLst/>
              <a:ahLst/>
              <a:cxnLst/>
              <a:rect l="l" t="t" r="r" b="b"/>
              <a:pathLst>
                <a:path w="446" h="606" extrusionOk="0">
                  <a:moveTo>
                    <a:pt x="157" y="1"/>
                  </a:moveTo>
                  <a:cubicBezTo>
                    <a:pt x="141" y="1"/>
                    <a:pt x="125" y="4"/>
                    <a:pt x="109" y="10"/>
                  </a:cubicBezTo>
                  <a:cubicBezTo>
                    <a:pt x="36" y="37"/>
                    <a:pt x="0" y="116"/>
                    <a:pt x="26" y="189"/>
                  </a:cubicBezTo>
                  <a:lnTo>
                    <a:pt x="148" y="512"/>
                  </a:lnTo>
                  <a:lnTo>
                    <a:pt x="297" y="606"/>
                  </a:lnTo>
                  <a:lnTo>
                    <a:pt x="445" y="512"/>
                  </a:lnTo>
                  <a:lnTo>
                    <a:pt x="288" y="91"/>
                  </a:lnTo>
                  <a:cubicBezTo>
                    <a:pt x="268" y="35"/>
                    <a:pt x="214" y="1"/>
                    <a:pt x="1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26" name="Google Shape;3057;p80">
              <a:extLst>
                <a:ext uri="{FF2B5EF4-FFF2-40B4-BE49-F238E27FC236}">
                  <a16:creationId xmlns:a16="http://schemas.microsoft.com/office/drawing/2014/main" id="{F726EB29-E22D-35BD-CAB7-82069CB0CA64}"/>
                </a:ext>
              </a:extLst>
            </p:cNvPr>
            <p:cNvSpPr/>
            <p:nvPr/>
          </p:nvSpPr>
          <p:spPr>
            <a:xfrm>
              <a:off x="8218261" y="2366519"/>
              <a:ext cx="18341" cy="20961"/>
            </a:xfrm>
            <a:custGeom>
              <a:avLst/>
              <a:gdLst/>
              <a:ahLst/>
              <a:cxnLst/>
              <a:rect l="l" t="t" r="r" b="b"/>
              <a:pathLst>
                <a:path w="448" h="512" extrusionOk="0">
                  <a:moveTo>
                    <a:pt x="1" y="0"/>
                  </a:moveTo>
                  <a:lnTo>
                    <a:pt x="159" y="421"/>
                  </a:lnTo>
                  <a:cubicBezTo>
                    <a:pt x="180" y="476"/>
                    <a:pt x="233" y="512"/>
                    <a:pt x="290" y="512"/>
                  </a:cubicBezTo>
                  <a:cubicBezTo>
                    <a:pt x="306" y="512"/>
                    <a:pt x="323" y="509"/>
                    <a:pt x="338" y="502"/>
                  </a:cubicBezTo>
                  <a:cubicBezTo>
                    <a:pt x="411" y="475"/>
                    <a:pt x="447" y="396"/>
                    <a:pt x="421" y="323"/>
                  </a:cubicBezTo>
                  <a:lnTo>
                    <a:pt x="2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27" name="Google Shape;3058;p80">
              <a:extLst>
                <a:ext uri="{FF2B5EF4-FFF2-40B4-BE49-F238E27FC236}">
                  <a16:creationId xmlns:a16="http://schemas.microsoft.com/office/drawing/2014/main" id="{DD7A7273-5CCF-DDC0-5DEE-8A2232CE555D}"/>
                </a:ext>
              </a:extLst>
            </p:cNvPr>
            <p:cNvSpPr/>
            <p:nvPr/>
          </p:nvSpPr>
          <p:spPr>
            <a:xfrm>
              <a:off x="8235088" y="2345353"/>
              <a:ext cx="18259" cy="24810"/>
            </a:xfrm>
            <a:custGeom>
              <a:avLst/>
              <a:gdLst/>
              <a:ahLst/>
              <a:cxnLst/>
              <a:rect l="l" t="t" r="r" b="b"/>
              <a:pathLst>
                <a:path w="446" h="606" extrusionOk="0">
                  <a:moveTo>
                    <a:pt x="157" y="1"/>
                  </a:moveTo>
                  <a:cubicBezTo>
                    <a:pt x="141" y="1"/>
                    <a:pt x="124" y="4"/>
                    <a:pt x="108" y="10"/>
                  </a:cubicBezTo>
                  <a:cubicBezTo>
                    <a:pt x="36" y="37"/>
                    <a:pt x="0" y="116"/>
                    <a:pt x="27" y="189"/>
                  </a:cubicBezTo>
                  <a:lnTo>
                    <a:pt x="148" y="512"/>
                  </a:lnTo>
                  <a:lnTo>
                    <a:pt x="297" y="606"/>
                  </a:lnTo>
                  <a:lnTo>
                    <a:pt x="445" y="512"/>
                  </a:lnTo>
                  <a:lnTo>
                    <a:pt x="287" y="91"/>
                  </a:lnTo>
                  <a:cubicBezTo>
                    <a:pt x="267" y="35"/>
                    <a:pt x="214" y="1"/>
                    <a:pt x="1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28" name="Google Shape;3059;p80">
              <a:extLst>
                <a:ext uri="{FF2B5EF4-FFF2-40B4-BE49-F238E27FC236}">
                  <a16:creationId xmlns:a16="http://schemas.microsoft.com/office/drawing/2014/main" id="{0824D1F9-7004-DE5A-F2B5-9E7D2C5A4970}"/>
                </a:ext>
              </a:extLst>
            </p:cNvPr>
            <p:cNvSpPr/>
            <p:nvPr/>
          </p:nvSpPr>
          <p:spPr>
            <a:xfrm>
              <a:off x="8241106" y="2366519"/>
              <a:ext cx="18300" cy="20961"/>
            </a:xfrm>
            <a:custGeom>
              <a:avLst/>
              <a:gdLst/>
              <a:ahLst/>
              <a:cxnLst/>
              <a:rect l="l" t="t" r="r" b="b"/>
              <a:pathLst>
                <a:path w="447" h="512" extrusionOk="0">
                  <a:moveTo>
                    <a:pt x="1" y="0"/>
                  </a:moveTo>
                  <a:lnTo>
                    <a:pt x="159" y="421"/>
                  </a:lnTo>
                  <a:cubicBezTo>
                    <a:pt x="180" y="476"/>
                    <a:pt x="233" y="512"/>
                    <a:pt x="290" y="512"/>
                  </a:cubicBezTo>
                  <a:cubicBezTo>
                    <a:pt x="306" y="512"/>
                    <a:pt x="323" y="509"/>
                    <a:pt x="339" y="502"/>
                  </a:cubicBezTo>
                  <a:cubicBezTo>
                    <a:pt x="411" y="475"/>
                    <a:pt x="446" y="396"/>
                    <a:pt x="420" y="323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29" name="Google Shape;3060;p80">
              <a:extLst>
                <a:ext uri="{FF2B5EF4-FFF2-40B4-BE49-F238E27FC236}">
                  <a16:creationId xmlns:a16="http://schemas.microsoft.com/office/drawing/2014/main" id="{38313CFA-B502-25B0-E909-BEEFEC3E9748}"/>
                </a:ext>
              </a:extLst>
            </p:cNvPr>
            <p:cNvSpPr/>
            <p:nvPr/>
          </p:nvSpPr>
          <p:spPr>
            <a:xfrm>
              <a:off x="8257891" y="2345353"/>
              <a:ext cx="18300" cy="24810"/>
            </a:xfrm>
            <a:custGeom>
              <a:avLst/>
              <a:gdLst/>
              <a:ahLst/>
              <a:cxnLst/>
              <a:rect l="l" t="t" r="r" b="b"/>
              <a:pathLst>
                <a:path w="447" h="606" extrusionOk="0">
                  <a:moveTo>
                    <a:pt x="158" y="1"/>
                  </a:moveTo>
                  <a:cubicBezTo>
                    <a:pt x="142" y="1"/>
                    <a:pt x="125" y="4"/>
                    <a:pt x="109" y="10"/>
                  </a:cubicBezTo>
                  <a:cubicBezTo>
                    <a:pt x="36" y="37"/>
                    <a:pt x="0" y="116"/>
                    <a:pt x="27" y="189"/>
                  </a:cubicBezTo>
                  <a:lnTo>
                    <a:pt x="149" y="512"/>
                  </a:lnTo>
                  <a:lnTo>
                    <a:pt x="298" y="606"/>
                  </a:lnTo>
                  <a:lnTo>
                    <a:pt x="447" y="512"/>
                  </a:lnTo>
                  <a:lnTo>
                    <a:pt x="288" y="91"/>
                  </a:lnTo>
                  <a:cubicBezTo>
                    <a:pt x="267" y="35"/>
                    <a:pt x="214" y="1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30" name="Google Shape;3061;p80">
              <a:extLst>
                <a:ext uri="{FF2B5EF4-FFF2-40B4-BE49-F238E27FC236}">
                  <a16:creationId xmlns:a16="http://schemas.microsoft.com/office/drawing/2014/main" id="{1B80C5D8-AD95-3D2F-8CD9-3936C089C9EA}"/>
                </a:ext>
              </a:extLst>
            </p:cNvPr>
            <p:cNvSpPr/>
            <p:nvPr/>
          </p:nvSpPr>
          <p:spPr>
            <a:xfrm>
              <a:off x="8263991" y="2366519"/>
              <a:ext cx="18259" cy="20961"/>
            </a:xfrm>
            <a:custGeom>
              <a:avLst/>
              <a:gdLst/>
              <a:ahLst/>
              <a:cxnLst/>
              <a:rect l="l" t="t" r="r" b="b"/>
              <a:pathLst>
                <a:path w="446" h="512" extrusionOk="0">
                  <a:moveTo>
                    <a:pt x="0" y="0"/>
                  </a:moveTo>
                  <a:lnTo>
                    <a:pt x="158" y="421"/>
                  </a:lnTo>
                  <a:cubicBezTo>
                    <a:pt x="179" y="476"/>
                    <a:pt x="232" y="512"/>
                    <a:pt x="288" y="512"/>
                  </a:cubicBezTo>
                  <a:cubicBezTo>
                    <a:pt x="304" y="512"/>
                    <a:pt x="322" y="509"/>
                    <a:pt x="338" y="502"/>
                  </a:cubicBezTo>
                  <a:cubicBezTo>
                    <a:pt x="409" y="475"/>
                    <a:pt x="445" y="396"/>
                    <a:pt x="419" y="323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</p:grpSp>
      <p:grpSp>
        <p:nvGrpSpPr>
          <p:cNvPr id="31" name="Google Shape;3148;p80">
            <a:extLst>
              <a:ext uri="{FF2B5EF4-FFF2-40B4-BE49-F238E27FC236}">
                <a16:creationId xmlns:a16="http://schemas.microsoft.com/office/drawing/2014/main" id="{E206FA23-1F5D-8A54-12ED-14319575DBC1}"/>
              </a:ext>
            </a:extLst>
          </p:cNvPr>
          <p:cNvGrpSpPr/>
          <p:nvPr/>
        </p:nvGrpSpPr>
        <p:grpSpPr>
          <a:xfrm>
            <a:off x="5583904" y="17592405"/>
            <a:ext cx="904250" cy="904250"/>
            <a:chOff x="7236725" y="2646385"/>
            <a:chExt cx="376771" cy="376771"/>
          </a:xfrm>
        </p:grpSpPr>
        <p:sp>
          <p:nvSpPr>
            <p:cNvPr id="32" name="Google Shape;3149;p80">
              <a:extLst>
                <a:ext uri="{FF2B5EF4-FFF2-40B4-BE49-F238E27FC236}">
                  <a16:creationId xmlns:a16="http://schemas.microsoft.com/office/drawing/2014/main" id="{40AAA959-A9DE-873A-05F0-FB6ECB33AB75}"/>
                </a:ext>
              </a:extLst>
            </p:cNvPr>
            <p:cNvSpPr/>
            <p:nvPr/>
          </p:nvSpPr>
          <p:spPr>
            <a:xfrm>
              <a:off x="7248065" y="2657766"/>
              <a:ext cx="354131" cy="360804"/>
            </a:xfrm>
            <a:custGeom>
              <a:avLst/>
              <a:gdLst/>
              <a:ahLst/>
              <a:cxnLst/>
              <a:rect l="l" t="t" r="r" b="b"/>
              <a:pathLst>
                <a:path w="8650" h="8813" extrusionOk="0">
                  <a:moveTo>
                    <a:pt x="4326" y="0"/>
                  </a:moveTo>
                  <a:cubicBezTo>
                    <a:pt x="1937" y="0"/>
                    <a:pt x="1" y="1937"/>
                    <a:pt x="1" y="4324"/>
                  </a:cubicBezTo>
                  <a:cubicBezTo>
                    <a:pt x="1" y="4912"/>
                    <a:pt x="124" y="6064"/>
                    <a:pt x="124" y="6064"/>
                  </a:cubicBezTo>
                  <a:cubicBezTo>
                    <a:pt x="142" y="6106"/>
                    <a:pt x="111" y="6169"/>
                    <a:pt x="130" y="6212"/>
                  </a:cubicBezTo>
                  <a:cubicBezTo>
                    <a:pt x="339" y="6675"/>
                    <a:pt x="622" y="7097"/>
                    <a:pt x="963" y="7463"/>
                  </a:cubicBezTo>
                  <a:cubicBezTo>
                    <a:pt x="1881" y="8381"/>
                    <a:pt x="3070" y="8812"/>
                    <a:pt x="4326" y="8812"/>
                  </a:cubicBezTo>
                  <a:cubicBezTo>
                    <a:pt x="4326" y="8812"/>
                    <a:pt x="4327" y="8812"/>
                    <a:pt x="4328" y="8812"/>
                  </a:cubicBezTo>
                  <a:cubicBezTo>
                    <a:pt x="6057" y="8812"/>
                    <a:pt x="7702" y="7692"/>
                    <a:pt x="8442" y="6030"/>
                  </a:cubicBezTo>
                  <a:cubicBezTo>
                    <a:pt x="8442" y="6030"/>
                    <a:pt x="8649" y="4910"/>
                    <a:pt x="8649" y="4324"/>
                  </a:cubicBezTo>
                  <a:cubicBezTo>
                    <a:pt x="8649" y="1937"/>
                    <a:pt x="6713" y="0"/>
                    <a:pt x="4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33" name="Google Shape;3150;p80">
              <a:extLst>
                <a:ext uri="{FF2B5EF4-FFF2-40B4-BE49-F238E27FC236}">
                  <a16:creationId xmlns:a16="http://schemas.microsoft.com/office/drawing/2014/main" id="{8B588A18-00E7-CA1B-B220-FD2AA8386104}"/>
                </a:ext>
              </a:extLst>
            </p:cNvPr>
            <p:cNvSpPr/>
            <p:nvPr/>
          </p:nvSpPr>
          <p:spPr>
            <a:xfrm>
              <a:off x="7287449" y="2901400"/>
              <a:ext cx="310202" cy="121756"/>
            </a:xfrm>
            <a:custGeom>
              <a:avLst/>
              <a:gdLst/>
              <a:ahLst/>
              <a:cxnLst/>
              <a:rect l="l" t="t" r="r" b="b"/>
              <a:pathLst>
                <a:path w="7577" h="2974" extrusionOk="0">
                  <a:moveTo>
                    <a:pt x="7536" y="0"/>
                  </a:moveTo>
                  <a:lnTo>
                    <a:pt x="7344" y="22"/>
                  </a:lnTo>
                  <a:cubicBezTo>
                    <a:pt x="6627" y="1630"/>
                    <a:pt x="5016" y="2751"/>
                    <a:pt x="3140" y="2751"/>
                  </a:cubicBezTo>
                  <a:cubicBezTo>
                    <a:pt x="1927" y="2751"/>
                    <a:pt x="823" y="2280"/>
                    <a:pt x="0" y="1512"/>
                  </a:cubicBezTo>
                  <a:lnTo>
                    <a:pt x="0" y="1512"/>
                  </a:lnTo>
                  <a:cubicBezTo>
                    <a:pt x="840" y="2411"/>
                    <a:pt x="2035" y="2973"/>
                    <a:pt x="3362" y="2973"/>
                  </a:cubicBezTo>
                  <a:cubicBezTo>
                    <a:pt x="5229" y="2973"/>
                    <a:pt x="6837" y="1860"/>
                    <a:pt x="7559" y="261"/>
                  </a:cubicBezTo>
                  <a:cubicBezTo>
                    <a:pt x="7577" y="218"/>
                    <a:pt x="7536" y="0"/>
                    <a:pt x="7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34" name="Google Shape;3151;p80">
              <a:extLst>
                <a:ext uri="{FF2B5EF4-FFF2-40B4-BE49-F238E27FC236}">
                  <a16:creationId xmlns:a16="http://schemas.microsoft.com/office/drawing/2014/main" id="{FC496F7A-99EC-CDDB-54CF-FC5BEAF575B7}"/>
                </a:ext>
              </a:extLst>
            </p:cNvPr>
            <p:cNvSpPr/>
            <p:nvPr/>
          </p:nvSpPr>
          <p:spPr>
            <a:xfrm>
              <a:off x="7542219" y="2703906"/>
              <a:ext cx="65872" cy="138623"/>
            </a:xfrm>
            <a:custGeom>
              <a:avLst/>
              <a:gdLst/>
              <a:ahLst/>
              <a:cxnLst/>
              <a:rect l="l" t="t" r="r" b="b"/>
              <a:pathLst>
                <a:path w="1609" h="3386" extrusionOk="0">
                  <a:moveTo>
                    <a:pt x="49" y="0"/>
                  </a:moveTo>
                  <a:lnTo>
                    <a:pt x="1" y="341"/>
                  </a:lnTo>
                  <a:cubicBezTo>
                    <a:pt x="732" y="1073"/>
                    <a:pt x="1185" y="2084"/>
                    <a:pt x="1185" y="3201"/>
                  </a:cubicBezTo>
                  <a:lnTo>
                    <a:pt x="1606" y="3386"/>
                  </a:lnTo>
                  <a:cubicBezTo>
                    <a:pt x="1609" y="3312"/>
                    <a:pt x="1606" y="3053"/>
                    <a:pt x="1606" y="2979"/>
                  </a:cubicBezTo>
                  <a:cubicBezTo>
                    <a:pt x="1606" y="1884"/>
                    <a:pt x="1163" y="847"/>
                    <a:pt x="490" y="48"/>
                  </a:cubicBezTo>
                  <a:lnTo>
                    <a:pt x="34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35" name="Google Shape;3152;p80">
              <a:extLst>
                <a:ext uri="{FF2B5EF4-FFF2-40B4-BE49-F238E27FC236}">
                  <a16:creationId xmlns:a16="http://schemas.microsoft.com/office/drawing/2014/main" id="{4F9B6C1E-B6EA-EBC8-1584-6C91D11334D0}"/>
                </a:ext>
              </a:extLst>
            </p:cNvPr>
            <p:cNvSpPr/>
            <p:nvPr/>
          </p:nvSpPr>
          <p:spPr>
            <a:xfrm>
              <a:off x="7332033" y="2646385"/>
              <a:ext cx="224146" cy="71277"/>
            </a:xfrm>
            <a:custGeom>
              <a:avLst/>
              <a:gdLst/>
              <a:ahLst/>
              <a:cxnLst/>
              <a:rect l="l" t="t" r="r" b="b"/>
              <a:pathLst>
                <a:path w="5475" h="1741" extrusionOk="0">
                  <a:moveTo>
                    <a:pt x="2275" y="1"/>
                  </a:moveTo>
                  <a:cubicBezTo>
                    <a:pt x="1485" y="1"/>
                    <a:pt x="743" y="200"/>
                    <a:pt x="94" y="550"/>
                  </a:cubicBezTo>
                  <a:cubicBezTo>
                    <a:pt x="54" y="572"/>
                    <a:pt x="1" y="913"/>
                    <a:pt x="1" y="913"/>
                  </a:cubicBezTo>
                  <a:lnTo>
                    <a:pt x="251" y="1098"/>
                  </a:lnTo>
                  <a:cubicBezTo>
                    <a:pt x="846" y="754"/>
                    <a:pt x="1537" y="556"/>
                    <a:pt x="2275" y="556"/>
                  </a:cubicBezTo>
                  <a:cubicBezTo>
                    <a:pt x="3391" y="556"/>
                    <a:pt x="4403" y="1009"/>
                    <a:pt x="5135" y="1741"/>
                  </a:cubicBezTo>
                  <a:lnTo>
                    <a:pt x="5475" y="1400"/>
                  </a:lnTo>
                  <a:cubicBezTo>
                    <a:pt x="5475" y="1400"/>
                    <a:pt x="5462" y="1283"/>
                    <a:pt x="5427" y="1251"/>
                  </a:cubicBezTo>
                  <a:cubicBezTo>
                    <a:pt x="4603" y="477"/>
                    <a:pt x="3494" y="1"/>
                    <a:pt x="22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36" name="Google Shape;3153;p80">
              <a:extLst>
                <a:ext uri="{FF2B5EF4-FFF2-40B4-BE49-F238E27FC236}">
                  <a16:creationId xmlns:a16="http://schemas.microsoft.com/office/drawing/2014/main" id="{A8D94A6D-F0F6-3B88-696F-D0F6A49C8E31}"/>
                </a:ext>
              </a:extLst>
            </p:cNvPr>
            <p:cNvSpPr/>
            <p:nvPr/>
          </p:nvSpPr>
          <p:spPr>
            <a:xfrm>
              <a:off x="7562280" y="2705625"/>
              <a:ext cx="51216" cy="136699"/>
            </a:xfrm>
            <a:custGeom>
              <a:avLst/>
              <a:gdLst/>
              <a:ahLst/>
              <a:cxnLst/>
              <a:rect l="l" t="t" r="r" b="b"/>
              <a:pathLst>
                <a:path w="1251" h="3339" extrusionOk="0">
                  <a:moveTo>
                    <a:pt x="0" y="0"/>
                  </a:moveTo>
                  <a:cubicBezTo>
                    <a:pt x="641" y="794"/>
                    <a:pt x="1029" y="1835"/>
                    <a:pt x="1029" y="2933"/>
                  </a:cubicBezTo>
                  <a:cubicBezTo>
                    <a:pt x="1029" y="3006"/>
                    <a:pt x="1026" y="3081"/>
                    <a:pt x="1024" y="3154"/>
                  </a:cubicBezTo>
                  <a:lnTo>
                    <a:pt x="1116" y="3339"/>
                  </a:lnTo>
                  <a:cubicBezTo>
                    <a:pt x="1116" y="3339"/>
                    <a:pt x="1251" y="3060"/>
                    <a:pt x="1249" y="3015"/>
                  </a:cubicBezTo>
                  <a:cubicBezTo>
                    <a:pt x="1214" y="1850"/>
                    <a:pt x="745" y="794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37" name="Google Shape;3154;p80">
              <a:extLst>
                <a:ext uri="{FF2B5EF4-FFF2-40B4-BE49-F238E27FC236}">
                  <a16:creationId xmlns:a16="http://schemas.microsoft.com/office/drawing/2014/main" id="{4DAD4F4C-3DA4-451D-C626-E066DE00BAF0}"/>
                </a:ext>
              </a:extLst>
            </p:cNvPr>
            <p:cNvSpPr/>
            <p:nvPr/>
          </p:nvSpPr>
          <p:spPr>
            <a:xfrm>
              <a:off x="7236725" y="2674347"/>
              <a:ext cx="105543" cy="231679"/>
            </a:xfrm>
            <a:custGeom>
              <a:avLst/>
              <a:gdLst/>
              <a:ahLst/>
              <a:cxnLst/>
              <a:rect l="l" t="t" r="r" b="b"/>
              <a:pathLst>
                <a:path w="2578" h="5659" extrusionOk="0">
                  <a:moveTo>
                    <a:pt x="2210" y="1"/>
                  </a:moveTo>
                  <a:cubicBezTo>
                    <a:pt x="2198" y="1"/>
                    <a:pt x="2188" y="3"/>
                    <a:pt x="2181" y="7"/>
                  </a:cubicBezTo>
                  <a:cubicBezTo>
                    <a:pt x="873" y="816"/>
                    <a:pt x="0" y="2266"/>
                    <a:pt x="0" y="3919"/>
                  </a:cubicBezTo>
                  <a:cubicBezTo>
                    <a:pt x="0" y="4494"/>
                    <a:pt x="106" y="5045"/>
                    <a:pt x="299" y="5551"/>
                  </a:cubicBezTo>
                  <a:cubicBezTo>
                    <a:pt x="315" y="5595"/>
                    <a:pt x="400" y="5659"/>
                    <a:pt x="400" y="5659"/>
                  </a:cubicBezTo>
                  <a:lnTo>
                    <a:pt x="863" y="5468"/>
                  </a:lnTo>
                  <a:cubicBezTo>
                    <a:pt x="665" y="4990"/>
                    <a:pt x="556" y="4468"/>
                    <a:pt x="556" y="3919"/>
                  </a:cubicBezTo>
                  <a:cubicBezTo>
                    <a:pt x="556" y="2423"/>
                    <a:pt x="1370" y="1116"/>
                    <a:pt x="2578" y="415"/>
                  </a:cubicBezTo>
                  <a:lnTo>
                    <a:pt x="2362" y="42"/>
                  </a:lnTo>
                  <a:cubicBezTo>
                    <a:pt x="2362" y="42"/>
                    <a:pt x="2265" y="1"/>
                    <a:pt x="22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38" name="Google Shape;3155;p80">
              <a:extLst>
                <a:ext uri="{FF2B5EF4-FFF2-40B4-BE49-F238E27FC236}">
                  <a16:creationId xmlns:a16="http://schemas.microsoft.com/office/drawing/2014/main" id="{5222F3D2-1D27-017A-2E52-BDDBDC057DC5}"/>
                </a:ext>
              </a:extLst>
            </p:cNvPr>
            <p:cNvSpPr/>
            <p:nvPr/>
          </p:nvSpPr>
          <p:spPr>
            <a:xfrm>
              <a:off x="7578123" y="2834791"/>
              <a:ext cx="26079" cy="67592"/>
            </a:xfrm>
            <a:custGeom>
              <a:avLst/>
              <a:gdLst/>
              <a:ahLst/>
              <a:cxnLst/>
              <a:rect l="l" t="t" r="r" b="b"/>
              <a:pathLst>
                <a:path w="637" h="1651" extrusionOk="0">
                  <a:moveTo>
                    <a:pt x="308" y="0"/>
                  </a:moveTo>
                  <a:lnTo>
                    <a:pt x="308" y="2"/>
                  </a:lnTo>
                  <a:cubicBezTo>
                    <a:pt x="308" y="551"/>
                    <a:pt x="199" y="1073"/>
                    <a:pt x="1" y="1550"/>
                  </a:cubicBezTo>
                  <a:lnTo>
                    <a:pt x="244" y="1650"/>
                  </a:lnTo>
                  <a:cubicBezTo>
                    <a:pt x="606" y="1256"/>
                    <a:pt x="637" y="611"/>
                    <a:pt x="6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39" name="Google Shape;3156;p80">
              <a:extLst>
                <a:ext uri="{FF2B5EF4-FFF2-40B4-BE49-F238E27FC236}">
                  <a16:creationId xmlns:a16="http://schemas.microsoft.com/office/drawing/2014/main" id="{8B2C32F2-4D3D-4AB5-244C-B31A24F83893}"/>
                </a:ext>
              </a:extLst>
            </p:cNvPr>
            <p:cNvSpPr/>
            <p:nvPr/>
          </p:nvSpPr>
          <p:spPr>
            <a:xfrm>
              <a:off x="7588113" y="2834914"/>
              <a:ext cx="25383" cy="72136"/>
            </a:xfrm>
            <a:custGeom>
              <a:avLst/>
              <a:gdLst/>
              <a:ahLst/>
              <a:cxnLst/>
              <a:rect l="l" t="t" r="r" b="b"/>
              <a:pathLst>
                <a:path w="620" h="1762" extrusionOk="0">
                  <a:moveTo>
                    <a:pt x="391" y="0"/>
                  </a:moveTo>
                  <a:cubicBezTo>
                    <a:pt x="363" y="585"/>
                    <a:pt x="226" y="1141"/>
                    <a:pt x="0" y="1648"/>
                  </a:cubicBezTo>
                  <a:lnTo>
                    <a:pt x="269" y="1761"/>
                  </a:lnTo>
                  <a:cubicBezTo>
                    <a:pt x="495" y="1219"/>
                    <a:pt x="620" y="624"/>
                    <a:pt x="6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40" name="Google Shape;3157;p80">
              <a:extLst>
                <a:ext uri="{FF2B5EF4-FFF2-40B4-BE49-F238E27FC236}">
                  <a16:creationId xmlns:a16="http://schemas.microsoft.com/office/drawing/2014/main" id="{7F28666C-728E-4DA4-31B0-507AD51BE478}"/>
                </a:ext>
              </a:extLst>
            </p:cNvPr>
            <p:cNvSpPr/>
            <p:nvPr/>
          </p:nvSpPr>
          <p:spPr>
            <a:xfrm>
              <a:off x="7419440" y="2688922"/>
              <a:ext cx="11136" cy="204659"/>
            </a:xfrm>
            <a:custGeom>
              <a:avLst/>
              <a:gdLst/>
              <a:ahLst/>
              <a:cxnLst/>
              <a:rect l="l" t="t" r="r" b="b"/>
              <a:pathLst>
                <a:path w="272" h="4999" extrusionOk="0">
                  <a:moveTo>
                    <a:pt x="135" y="0"/>
                  </a:moveTo>
                  <a:cubicBezTo>
                    <a:pt x="130" y="0"/>
                    <a:pt x="125" y="1"/>
                    <a:pt x="120" y="1"/>
                  </a:cubicBezTo>
                  <a:cubicBezTo>
                    <a:pt x="51" y="10"/>
                    <a:pt x="0" y="71"/>
                    <a:pt x="0" y="142"/>
                  </a:cubicBezTo>
                  <a:lnTo>
                    <a:pt x="0" y="4858"/>
                  </a:lnTo>
                  <a:cubicBezTo>
                    <a:pt x="0" y="4926"/>
                    <a:pt x="51" y="4987"/>
                    <a:pt x="120" y="4998"/>
                  </a:cubicBezTo>
                  <a:cubicBezTo>
                    <a:pt x="125" y="4999"/>
                    <a:pt x="130" y="4999"/>
                    <a:pt x="135" y="4999"/>
                  </a:cubicBezTo>
                  <a:cubicBezTo>
                    <a:pt x="210" y="4999"/>
                    <a:pt x="272" y="4936"/>
                    <a:pt x="272" y="4860"/>
                  </a:cubicBezTo>
                  <a:lnTo>
                    <a:pt x="272" y="139"/>
                  </a:lnTo>
                  <a:cubicBezTo>
                    <a:pt x="272" y="62"/>
                    <a:pt x="210" y="0"/>
                    <a:pt x="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41" name="Google Shape;3158;p80">
              <a:extLst>
                <a:ext uri="{FF2B5EF4-FFF2-40B4-BE49-F238E27FC236}">
                  <a16:creationId xmlns:a16="http://schemas.microsoft.com/office/drawing/2014/main" id="{6B99B8F5-F04E-8193-3C73-C02ECCAF2403}"/>
                </a:ext>
              </a:extLst>
            </p:cNvPr>
            <p:cNvSpPr/>
            <p:nvPr/>
          </p:nvSpPr>
          <p:spPr>
            <a:xfrm>
              <a:off x="7453993" y="2931982"/>
              <a:ext cx="24646" cy="11054"/>
            </a:xfrm>
            <a:custGeom>
              <a:avLst/>
              <a:gdLst/>
              <a:ahLst/>
              <a:cxnLst/>
              <a:rect l="l" t="t" r="r" b="b"/>
              <a:pathLst>
                <a:path w="602" h="270" extrusionOk="0">
                  <a:moveTo>
                    <a:pt x="137" y="0"/>
                  </a:moveTo>
                  <a:cubicBezTo>
                    <a:pt x="62" y="0"/>
                    <a:pt x="0" y="62"/>
                    <a:pt x="3" y="139"/>
                  </a:cubicBezTo>
                  <a:cubicBezTo>
                    <a:pt x="5" y="213"/>
                    <a:pt x="69" y="269"/>
                    <a:pt x="143" y="269"/>
                  </a:cubicBezTo>
                  <a:lnTo>
                    <a:pt x="465" y="269"/>
                  </a:lnTo>
                  <a:cubicBezTo>
                    <a:pt x="542" y="269"/>
                    <a:pt x="602" y="208"/>
                    <a:pt x="600" y="131"/>
                  </a:cubicBezTo>
                  <a:cubicBezTo>
                    <a:pt x="597" y="57"/>
                    <a:pt x="532" y="0"/>
                    <a:pt x="4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42" name="Google Shape;3159;p80">
              <a:extLst>
                <a:ext uri="{FF2B5EF4-FFF2-40B4-BE49-F238E27FC236}">
                  <a16:creationId xmlns:a16="http://schemas.microsoft.com/office/drawing/2014/main" id="{AB3B4AEA-839E-6FA8-6AD5-0AB1712AB77F}"/>
                </a:ext>
              </a:extLst>
            </p:cNvPr>
            <p:cNvSpPr/>
            <p:nvPr/>
          </p:nvSpPr>
          <p:spPr>
            <a:xfrm>
              <a:off x="7372277" y="2931982"/>
              <a:ext cx="69148" cy="11054"/>
            </a:xfrm>
            <a:custGeom>
              <a:avLst/>
              <a:gdLst/>
              <a:ahLst/>
              <a:cxnLst/>
              <a:rect l="l" t="t" r="r" b="b"/>
              <a:pathLst>
                <a:path w="1689" h="270" extrusionOk="0">
                  <a:moveTo>
                    <a:pt x="136" y="0"/>
                  </a:moveTo>
                  <a:cubicBezTo>
                    <a:pt x="60" y="0"/>
                    <a:pt x="0" y="62"/>
                    <a:pt x="1" y="139"/>
                  </a:cubicBezTo>
                  <a:cubicBezTo>
                    <a:pt x="4" y="213"/>
                    <a:pt x="69" y="269"/>
                    <a:pt x="143" y="269"/>
                  </a:cubicBezTo>
                  <a:lnTo>
                    <a:pt x="1551" y="269"/>
                  </a:lnTo>
                  <a:cubicBezTo>
                    <a:pt x="1627" y="269"/>
                    <a:pt x="1688" y="208"/>
                    <a:pt x="1685" y="131"/>
                  </a:cubicBezTo>
                  <a:cubicBezTo>
                    <a:pt x="1683" y="57"/>
                    <a:pt x="1619" y="0"/>
                    <a:pt x="15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43" name="Google Shape;3160;p80">
              <a:extLst>
                <a:ext uri="{FF2B5EF4-FFF2-40B4-BE49-F238E27FC236}">
                  <a16:creationId xmlns:a16="http://schemas.microsoft.com/office/drawing/2014/main" id="{3FD6712C-4FD1-EEF6-D049-2BA961AD7402}"/>
                </a:ext>
              </a:extLst>
            </p:cNvPr>
            <p:cNvSpPr/>
            <p:nvPr/>
          </p:nvSpPr>
          <p:spPr>
            <a:xfrm>
              <a:off x="7370926" y="2954786"/>
              <a:ext cx="108368" cy="11095"/>
            </a:xfrm>
            <a:custGeom>
              <a:avLst/>
              <a:gdLst/>
              <a:ahLst/>
              <a:cxnLst/>
              <a:rect l="l" t="t" r="r" b="b"/>
              <a:pathLst>
                <a:path w="2647" h="271" extrusionOk="0">
                  <a:moveTo>
                    <a:pt x="149" y="0"/>
                  </a:moveTo>
                  <a:cubicBezTo>
                    <a:pt x="66" y="0"/>
                    <a:pt x="1" y="70"/>
                    <a:pt x="10" y="152"/>
                  </a:cubicBezTo>
                  <a:cubicBezTo>
                    <a:pt x="18" y="221"/>
                    <a:pt x="81" y="270"/>
                    <a:pt x="150" y="270"/>
                  </a:cubicBezTo>
                  <a:lnTo>
                    <a:pt x="2499" y="270"/>
                  </a:lnTo>
                  <a:cubicBezTo>
                    <a:pt x="2581" y="270"/>
                    <a:pt x="2647" y="201"/>
                    <a:pt x="2638" y="118"/>
                  </a:cubicBezTo>
                  <a:cubicBezTo>
                    <a:pt x="2630" y="50"/>
                    <a:pt x="2567" y="0"/>
                    <a:pt x="2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44" name="Google Shape;3161;p80">
              <a:extLst>
                <a:ext uri="{FF2B5EF4-FFF2-40B4-BE49-F238E27FC236}">
                  <a16:creationId xmlns:a16="http://schemas.microsoft.com/office/drawing/2014/main" id="{37838D76-B11D-7163-58C5-F8EC58993B15}"/>
                </a:ext>
              </a:extLst>
            </p:cNvPr>
            <p:cNvSpPr/>
            <p:nvPr/>
          </p:nvSpPr>
          <p:spPr>
            <a:xfrm>
              <a:off x="7413749" y="2823410"/>
              <a:ext cx="18996" cy="18955"/>
            </a:xfrm>
            <a:custGeom>
              <a:avLst/>
              <a:gdLst/>
              <a:ahLst/>
              <a:cxnLst/>
              <a:rect l="l" t="t" r="r" b="b"/>
              <a:pathLst>
                <a:path w="464" h="463" extrusionOk="0">
                  <a:moveTo>
                    <a:pt x="279" y="1"/>
                  </a:moveTo>
                  <a:cubicBezTo>
                    <a:pt x="126" y="1"/>
                    <a:pt x="0" y="124"/>
                    <a:pt x="0" y="278"/>
                  </a:cubicBezTo>
                  <a:cubicBezTo>
                    <a:pt x="0" y="307"/>
                    <a:pt x="4" y="334"/>
                    <a:pt x="12" y="359"/>
                  </a:cubicBezTo>
                  <a:cubicBezTo>
                    <a:pt x="94" y="441"/>
                    <a:pt x="157" y="463"/>
                    <a:pt x="185" y="463"/>
                  </a:cubicBezTo>
                  <a:cubicBezTo>
                    <a:pt x="339" y="463"/>
                    <a:pt x="463" y="339"/>
                    <a:pt x="463" y="185"/>
                  </a:cubicBezTo>
                  <a:cubicBezTo>
                    <a:pt x="463" y="157"/>
                    <a:pt x="454" y="107"/>
                    <a:pt x="359" y="12"/>
                  </a:cubicBezTo>
                  <a:cubicBezTo>
                    <a:pt x="333" y="4"/>
                    <a:pt x="306" y="1"/>
                    <a:pt x="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45" name="Google Shape;3162;p80">
              <a:extLst>
                <a:ext uri="{FF2B5EF4-FFF2-40B4-BE49-F238E27FC236}">
                  <a16:creationId xmlns:a16="http://schemas.microsoft.com/office/drawing/2014/main" id="{08C39FDF-166A-687A-283F-154CD4F2FF7B}"/>
                </a:ext>
              </a:extLst>
            </p:cNvPr>
            <p:cNvSpPr/>
            <p:nvPr/>
          </p:nvSpPr>
          <p:spPr>
            <a:xfrm>
              <a:off x="7414200" y="2823901"/>
              <a:ext cx="22312" cy="22271"/>
            </a:xfrm>
            <a:custGeom>
              <a:avLst/>
              <a:gdLst/>
              <a:ahLst/>
              <a:cxnLst/>
              <a:rect l="l" t="t" r="r" b="b"/>
              <a:pathLst>
                <a:path w="545" h="544" extrusionOk="0">
                  <a:moveTo>
                    <a:pt x="348" y="0"/>
                  </a:moveTo>
                  <a:lnTo>
                    <a:pt x="348" y="0"/>
                  </a:lnTo>
                  <a:cubicBezTo>
                    <a:pt x="355" y="26"/>
                    <a:pt x="359" y="53"/>
                    <a:pt x="359" y="80"/>
                  </a:cubicBezTo>
                  <a:cubicBezTo>
                    <a:pt x="359" y="233"/>
                    <a:pt x="236" y="359"/>
                    <a:pt x="81" y="359"/>
                  </a:cubicBezTo>
                  <a:cubicBezTo>
                    <a:pt x="53" y="359"/>
                    <a:pt x="26" y="355"/>
                    <a:pt x="1" y="347"/>
                  </a:cubicBezTo>
                  <a:lnTo>
                    <a:pt x="1" y="347"/>
                  </a:lnTo>
                  <a:cubicBezTo>
                    <a:pt x="34" y="460"/>
                    <a:pt x="140" y="544"/>
                    <a:pt x="266" y="544"/>
                  </a:cubicBezTo>
                  <a:cubicBezTo>
                    <a:pt x="419" y="544"/>
                    <a:pt x="544" y="419"/>
                    <a:pt x="544" y="265"/>
                  </a:cubicBezTo>
                  <a:cubicBezTo>
                    <a:pt x="544" y="142"/>
                    <a:pt x="461" y="34"/>
                    <a:pt x="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46" name="Google Shape;3163;p80">
              <a:extLst>
                <a:ext uri="{FF2B5EF4-FFF2-40B4-BE49-F238E27FC236}">
                  <a16:creationId xmlns:a16="http://schemas.microsoft.com/office/drawing/2014/main" id="{405EF773-4D6E-89B9-01C8-7E45F77323A4}"/>
                </a:ext>
              </a:extLst>
            </p:cNvPr>
            <p:cNvSpPr/>
            <p:nvPr/>
          </p:nvSpPr>
          <p:spPr>
            <a:xfrm>
              <a:off x="7248966" y="2885925"/>
              <a:ext cx="45443" cy="26202"/>
            </a:xfrm>
            <a:custGeom>
              <a:avLst/>
              <a:gdLst/>
              <a:ahLst/>
              <a:cxnLst/>
              <a:rect l="l" t="t" r="r" b="b"/>
              <a:pathLst>
                <a:path w="1110" h="640" extrusionOk="0">
                  <a:moveTo>
                    <a:pt x="952" y="1"/>
                  </a:moveTo>
                  <a:cubicBezTo>
                    <a:pt x="935" y="1"/>
                    <a:pt x="916" y="4"/>
                    <a:pt x="899" y="11"/>
                  </a:cubicBezTo>
                  <a:lnTo>
                    <a:pt x="0" y="383"/>
                  </a:lnTo>
                  <a:cubicBezTo>
                    <a:pt x="33" y="470"/>
                    <a:pt x="69" y="555"/>
                    <a:pt x="106" y="640"/>
                  </a:cubicBezTo>
                  <a:lnTo>
                    <a:pt x="1004" y="268"/>
                  </a:lnTo>
                  <a:cubicBezTo>
                    <a:pt x="1076" y="238"/>
                    <a:pt x="1110" y="156"/>
                    <a:pt x="1081" y="86"/>
                  </a:cubicBezTo>
                  <a:cubicBezTo>
                    <a:pt x="1059" y="32"/>
                    <a:pt x="1007" y="1"/>
                    <a:pt x="9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47" name="Google Shape;3164;p80">
              <a:extLst>
                <a:ext uri="{FF2B5EF4-FFF2-40B4-BE49-F238E27FC236}">
                  <a16:creationId xmlns:a16="http://schemas.microsoft.com/office/drawing/2014/main" id="{6C07C7E0-A79F-521D-C7F2-9D9EF0F5B7A7}"/>
                </a:ext>
              </a:extLst>
            </p:cNvPr>
            <p:cNvSpPr/>
            <p:nvPr/>
          </p:nvSpPr>
          <p:spPr>
            <a:xfrm>
              <a:off x="7326097" y="2668861"/>
              <a:ext cx="31360" cy="43069"/>
            </a:xfrm>
            <a:custGeom>
              <a:avLst/>
              <a:gdLst/>
              <a:ahLst/>
              <a:cxnLst/>
              <a:rect l="l" t="t" r="r" b="b"/>
              <a:pathLst>
                <a:path w="766" h="1052" extrusionOk="0">
                  <a:moveTo>
                    <a:pt x="241" y="1"/>
                  </a:moveTo>
                  <a:cubicBezTo>
                    <a:pt x="159" y="44"/>
                    <a:pt x="78" y="91"/>
                    <a:pt x="0" y="141"/>
                  </a:cubicBezTo>
                  <a:lnTo>
                    <a:pt x="487" y="983"/>
                  </a:lnTo>
                  <a:cubicBezTo>
                    <a:pt x="511" y="1027"/>
                    <a:pt x="558" y="1051"/>
                    <a:pt x="606" y="1051"/>
                  </a:cubicBezTo>
                  <a:cubicBezTo>
                    <a:pt x="629" y="1051"/>
                    <a:pt x="653" y="1045"/>
                    <a:pt x="676" y="1034"/>
                  </a:cubicBezTo>
                  <a:cubicBezTo>
                    <a:pt x="742" y="996"/>
                    <a:pt x="765" y="911"/>
                    <a:pt x="727" y="844"/>
                  </a:cubicBezTo>
                  <a:lnTo>
                    <a:pt x="2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48" name="Google Shape;3165;p80">
              <a:extLst>
                <a:ext uri="{FF2B5EF4-FFF2-40B4-BE49-F238E27FC236}">
                  <a16:creationId xmlns:a16="http://schemas.microsoft.com/office/drawing/2014/main" id="{183F2BB7-45B9-A1FF-E963-3BABA30E7B34}"/>
                </a:ext>
              </a:extLst>
            </p:cNvPr>
            <p:cNvSpPr/>
            <p:nvPr/>
          </p:nvSpPr>
          <p:spPr>
            <a:xfrm>
              <a:off x="7523837" y="2697642"/>
              <a:ext cx="38361" cy="37910"/>
            </a:xfrm>
            <a:custGeom>
              <a:avLst/>
              <a:gdLst/>
              <a:ahLst/>
              <a:cxnLst/>
              <a:rect l="l" t="t" r="r" b="b"/>
              <a:pathLst>
                <a:path w="937" h="926" extrusionOk="0">
                  <a:moveTo>
                    <a:pt x="740" y="0"/>
                  </a:moveTo>
                  <a:lnTo>
                    <a:pt x="53" y="688"/>
                  </a:lnTo>
                  <a:cubicBezTo>
                    <a:pt x="0" y="742"/>
                    <a:pt x="0" y="831"/>
                    <a:pt x="54" y="884"/>
                  </a:cubicBezTo>
                  <a:cubicBezTo>
                    <a:pt x="82" y="912"/>
                    <a:pt x="118" y="926"/>
                    <a:pt x="151" y="926"/>
                  </a:cubicBezTo>
                  <a:cubicBezTo>
                    <a:pt x="187" y="926"/>
                    <a:pt x="223" y="912"/>
                    <a:pt x="249" y="884"/>
                  </a:cubicBezTo>
                  <a:lnTo>
                    <a:pt x="936" y="198"/>
                  </a:lnTo>
                  <a:cubicBezTo>
                    <a:pt x="873" y="130"/>
                    <a:pt x="808" y="64"/>
                    <a:pt x="7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49" name="Google Shape;3166;p80">
              <a:extLst>
                <a:ext uri="{FF2B5EF4-FFF2-40B4-BE49-F238E27FC236}">
                  <a16:creationId xmlns:a16="http://schemas.microsoft.com/office/drawing/2014/main" id="{3E960F62-44B1-0792-F025-23AE5C1A9E7D}"/>
                </a:ext>
              </a:extLst>
            </p:cNvPr>
            <p:cNvSpPr/>
            <p:nvPr/>
          </p:nvSpPr>
          <p:spPr>
            <a:xfrm>
              <a:off x="7585697" y="2897061"/>
              <a:ext cx="15557" cy="15066"/>
            </a:xfrm>
            <a:custGeom>
              <a:avLst/>
              <a:gdLst/>
              <a:ahLst/>
              <a:cxnLst/>
              <a:rect l="l" t="t" r="r" b="b"/>
              <a:pathLst>
                <a:path w="380" h="368" extrusionOk="0">
                  <a:moveTo>
                    <a:pt x="112" y="1"/>
                  </a:moveTo>
                  <a:cubicBezTo>
                    <a:pt x="95" y="44"/>
                    <a:pt x="77" y="86"/>
                    <a:pt x="58" y="128"/>
                  </a:cubicBezTo>
                  <a:cubicBezTo>
                    <a:pt x="40" y="170"/>
                    <a:pt x="21" y="213"/>
                    <a:pt x="0" y="255"/>
                  </a:cubicBezTo>
                  <a:lnTo>
                    <a:pt x="274" y="368"/>
                  </a:lnTo>
                  <a:cubicBezTo>
                    <a:pt x="312" y="283"/>
                    <a:pt x="346" y="198"/>
                    <a:pt x="379" y="111"/>
                  </a:cubicBezTo>
                  <a:lnTo>
                    <a:pt x="1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50" name="Google Shape;3167;p80">
              <a:extLst>
                <a:ext uri="{FF2B5EF4-FFF2-40B4-BE49-F238E27FC236}">
                  <a16:creationId xmlns:a16="http://schemas.microsoft.com/office/drawing/2014/main" id="{C8CA073C-AB1F-D40A-5C13-375F5E5930D4}"/>
                </a:ext>
              </a:extLst>
            </p:cNvPr>
            <p:cNvSpPr/>
            <p:nvPr/>
          </p:nvSpPr>
          <p:spPr>
            <a:xfrm>
              <a:off x="7603875" y="2829018"/>
              <a:ext cx="9498" cy="11054"/>
            </a:xfrm>
            <a:custGeom>
              <a:avLst/>
              <a:gdLst/>
              <a:ahLst/>
              <a:cxnLst/>
              <a:rect l="l" t="t" r="r" b="b"/>
              <a:pathLst>
                <a:path w="232" h="270" extrusionOk="0">
                  <a:moveTo>
                    <a:pt x="14" y="1"/>
                  </a:moveTo>
                  <a:lnTo>
                    <a:pt x="10" y="135"/>
                  </a:lnTo>
                  <a:cubicBezTo>
                    <a:pt x="8" y="180"/>
                    <a:pt x="5" y="224"/>
                    <a:pt x="0" y="270"/>
                  </a:cubicBezTo>
                  <a:lnTo>
                    <a:pt x="228" y="270"/>
                  </a:lnTo>
                  <a:cubicBezTo>
                    <a:pt x="230" y="224"/>
                    <a:pt x="232" y="180"/>
                    <a:pt x="232" y="135"/>
                  </a:cubicBezTo>
                  <a:cubicBezTo>
                    <a:pt x="232" y="90"/>
                    <a:pt x="230" y="45"/>
                    <a:pt x="2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51" name="Google Shape;3168;p80">
              <a:extLst>
                <a:ext uri="{FF2B5EF4-FFF2-40B4-BE49-F238E27FC236}">
                  <a16:creationId xmlns:a16="http://schemas.microsoft.com/office/drawing/2014/main" id="{65521611-75AC-8E2B-0A95-C9130C1C9FB6}"/>
                </a:ext>
              </a:extLst>
            </p:cNvPr>
            <p:cNvSpPr/>
            <p:nvPr/>
          </p:nvSpPr>
          <p:spPr>
            <a:xfrm>
              <a:off x="7555852" y="2885884"/>
              <a:ext cx="34553" cy="21657"/>
            </a:xfrm>
            <a:custGeom>
              <a:avLst/>
              <a:gdLst/>
              <a:ahLst/>
              <a:cxnLst/>
              <a:rect l="l" t="t" r="r" b="b"/>
              <a:pathLst>
                <a:path w="844" h="529" extrusionOk="0">
                  <a:moveTo>
                    <a:pt x="157" y="1"/>
                  </a:moveTo>
                  <a:cubicBezTo>
                    <a:pt x="102" y="1"/>
                    <a:pt x="51" y="34"/>
                    <a:pt x="29" y="87"/>
                  </a:cubicBezTo>
                  <a:cubicBezTo>
                    <a:pt x="0" y="159"/>
                    <a:pt x="33" y="239"/>
                    <a:pt x="105" y="269"/>
                  </a:cubicBezTo>
                  <a:lnTo>
                    <a:pt x="730" y="529"/>
                  </a:lnTo>
                  <a:cubicBezTo>
                    <a:pt x="750" y="487"/>
                    <a:pt x="770" y="446"/>
                    <a:pt x="788" y="402"/>
                  </a:cubicBezTo>
                  <a:cubicBezTo>
                    <a:pt x="807" y="360"/>
                    <a:pt x="825" y="318"/>
                    <a:pt x="843" y="275"/>
                  </a:cubicBezTo>
                  <a:lnTo>
                    <a:pt x="210" y="12"/>
                  </a:lnTo>
                  <a:cubicBezTo>
                    <a:pt x="193" y="4"/>
                    <a:pt x="175" y="1"/>
                    <a:pt x="1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52" name="Google Shape;3169;p80">
              <a:extLst>
                <a:ext uri="{FF2B5EF4-FFF2-40B4-BE49-F238E27FC236}">
                  <a16:creationId xmlns:a16="http://schemas.microsoft.com/office/drawing/2014/main" id="{1C01F6AE-9ED4-4F8D-0CD3-6636053AF670}"/>
                </a:ext>
              </a:extLst>
            </p:cNvPr>
            <p:cNvSpPr/>
            <p:nvPr/>
          </p:nvSpPr>
          <p:spPr>
            <a:xfrm>
              <a:off x="7568339" y="2829018"/>
              <a:ext cx="35495" cy="11054"/>
            </a:xfrm>
            <a:custGeom>
              <a:avLst/>
              <a:gdLst/>
              <a:ahLst/>
              <a:cxnLst/>
              <a:rect l="l" t="t" r="r" b="b"/>
              <a:pathLst>
                <a:path w="867" h="270" extrusionOk="0">
                  <a:moveTo>
                    <a:pt x="137" y="1"/>
                  </a:moveTo>
                  <a:cubicBezTo>
                    <a:pt x="61" y="1"/>
                    <a:pt x="0" y="62"/>
                    <a:pt x="2" y="139"/>
                  </a:cubicBezTo>
                  <a:cubicBezTo>
                    <a:pt x="3" y="212"/>
                    <a:pt x="70" y="270"/>
                    <a:pt x="144" y="270"/>
                  </a:cubicBezTo>
                  <a:lnTo>
                    <a:pt x="853" y="270"/>
                  </a:lnTo>
                  <a:cubicBezTo>
                    <a:pt x="857" y="224"/>
                    <a:pt x="859" y="180"/>
                    <a:pt x="862" y="135"/>
                  </a:cubicBezTo>
                  <a:cubicBezTo>
                    <a:pt x="865" y="90"/>
                    <a:pt x="866" y="45"/>
                    <a:pt x="8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</p:grpSp>
      <p:grpSp>
        <p:nvGrpSpPr>
          <p:cNvPr id="53" name="Google Shape;3219;p80">
            <a:extLst>
              <a:ext uri="{FF2B5EF4-FFF2-40B4-BE49-F238E27FC236}">
                <a16:creationId xmlns:a16="http://schemas.microsoft.com/office/drawing/2014/main" id="{8284F49E-A6F9-0690-1ECE-AE293B197D8B}"/>
              </a:ext>
            </a:extLst>
          </p:cNvPr>
          <p:cNvGrpSpPr/>
          <p:nvPr/>
        </p:nvGrpSpPr>
        <p:grpSpPr>
          <a:xfrm>
            <a:off x="5426202" y="11346838"/>
            <a:ext cx="890100" cy="904349"/>
            <a:chOff x="6422592" y="2656866"/>
            <a:chExt cx="370875" cy="376812"/>
          </a:xfrm>
        </p:grpSpPr>
        <p:sp>
          <p:nvSpPr>
            <p:cNvPr id="54" name="Google Shape;3220;p80">
              <a:extLst>
                <a:ext uri="{FF2B5EF4-FFF2-40B4-BE49-F238E27FC236}">
                  <a16:creationId xmlns:a16="http://schemas.microsoft.com/office/drawing/2014/main" id="{1E55FB90-7B59-F4D9-F071-B83919B96EB4}"/>
                </a:ext>
              </a:extLst>
            </p:cNvPr>
            <p:cNvSpPr/>
            <p:nvPr/>
          </p:nvSpPr>
          <p:spPr>
            <a:xfrm>
              <a:off x="6465210" y="2656866"/>
              <a:ext cx="285516" cy="360149"/>
            </a:xfrm>
            <a:custGeom>
              <a:avLst/>
              <a:gdLst/>
              <a:ahLst/>
              <a:cxnLst/>
              <a:rect l="l" t="t" r="r" b="b"/>
              <a:pathLst>
                <a:path w="6974" h="8797" extrusionOk="0">
                  <a:moveTo>
                    <a:pt x="3486" y="305"/>
                  </a:moveTo>
                  <a:lnTo>
                    <a:pt x="4342" y="935"/>
                  </a:lnTo>
                  <a:lnTo>
                    <a:pt x="3976" y="1209"/>
                  </a:lnTo>
                  <a:lnTo>
                    <a:pt x="3486" y="1363"/>
                  </a:lnTo>
                  <a:lnTo>
                    <a:pt x="2628" y="935"/>
                  </a:lnTo>
                  <a:lnTo>
                    <a:pt x="3486" y="305"/>
                  </a:lnTo>
                  <a:close/>
                  <a:moveTo>
                    <a:pt x="2499" y="1179"/>
                  </a:moveTo>
                  <a:lnTo>
                    <a:pt x="3175" y="1517"/>
                  </a:lnTo>
                  <a:lnTo>
                    <a:pt x="2837" y="1777"/>
                  </a:lnTo>
                  <a:lnTo>
                    <a:pt x="2499" y="1855"/>
                  </a:lnTo>
                  <a:lnTo>
                    <a:pt x="2499" y="1179"/>
                  </a:lnTo>
                  <a:close/>
                  <a:moveTo>
                    <a:pt x="4457" y="1179"/>
                  </a:moveTo>
                  <a:lnTo>
                    <a:pt x="4457" y="1855"/>
                  </a:lnTo>
                  <a:lnTo>
                    <a:pt x="3782" y="1516"/>
                  </a:lnTo>
                  <a:lnTo>
                    <a:pt x="4120" y="1257"/>
                  </a:lnTo>
                  <a:lnTo>
                    <a:pt x="4457" y="1179"/>
                  </a:lnTo>
                  <a:close/>
                  <a:moveTo>
                    <a:pt x="2230" y="1181"/>
                  </a:moveTo>
                  <a:lnTo>
                    <a:pt x="2230" y="1943"/>
                  </a:lnTo>
                  <a:lnTo>
                    <a:pt x="709" y="1943"/>
                  </a:lnTo>
                  <a:lnTo>
                    <a:pt x="2230" y="1181"/>
                  </a:lnTo>
                  <a:close/>
                  <a:moveTo>
                    <a:pt x="4747" y="1181"/>
                  </a:moveTo>
                  <a:lnTo>
                    <a:pt x="6267" y="1943"/>
                  </a:lnTo>
                  <a:lnTo>
                    <a:pt x="4747" y="1943"/>
                  </a:lnTo>
                  <a:lnTo>
                    <a:pt x="4747" y="1181"/>
                  </a:lnTo>
                  <a:close/>
                  <a:moveTo>
                    <a:pt x="3486" y="1669"/>
                  </a:moveTo>
                  <a:lnTo>
                    <a:pt x="4298" y="2077"/>
                  </a:lnTo>
                  <a:lnTo>
                    <a:pt x="3486" y="2484"/>
                  </a:lnTo>
                  <a:lnTo>
                    <a:pt x="2505" y="2077"/>
                  </a:lnTo>
                  <a:lnTo>
                    <a:pt x="3486" y="1669"/>
                  </a:lnTo>
                  <a:close/>
                  <a:moveTo>
                    <a:pt x="4457" y="2297"/>
                  </a:moveTo>
                  <a:lnTo>
                    <a:pt x="4457" y="2973"/>
                  </a:lnTo>
                  <a:lnTo>
                    <a:pt x="4120" y="2895"/>
                  </a:lnTo>
                  <a:lnTo>
                    <a:pt x="3782" y="2636"/>
                  </a:lnTo>
                  <a:lnTo>
                    <a:pt x="4457" y="2297"/>
                  </a:lnTo>
                  <a:close/>
                  <a:moveTo>
                    <a:pt x="2499" y="2298"/>
                  </a:moveTo>
                  <a:lnTo>
                    <a:pt x="2837" y="2376"/>
                  </a:lnTo>
                  <a:lnTo>
                    <a:pt x="3175" y="2636"/>
                  </a:lnTo>
                  <a:lnTo>
                    <a:pt x="2499" y="2975"/>
                  </a:lnTo>
                  <a:lnTo>
                    <a:pt x="2499" y="2298"/>
                  </a:lnTo>
                  <a:close/>
                  <a:moveTo>
                    <a:pt x="3486" y="2789"/>
                  </a:moveTo>
                  <a:lnTo>
                    <a:pt x="4467" y="3196"/>
                  </a:lnTo>
                  <a:lnTo>
                    <a:pt x="3486" y="3602"/>
                  </a:lnTo>
                  <a:lnTo>
                    <a:pt x="2673" y="3196"/>
                  </a:lnTo>
                  <a:lnTo>
                    <a:pt x="3486" y="2789"/>
                  </a:lnTo>
                  <a:close/>
                  <a:moveTo>
                    <a:pt x="2499" y="3418"/>
                  </a:moveTo>
                  <a:lnTo>
                    <a:pt x="3175" y="3757"/>
                  </a:lnTo>
                  <a:lnTo>
                    <a:pt x="2837" y="4017"/>
                  </a:lnTo>
                  <a:lnTo>
                    <a:pt x="2499" y="4095"/>
                  </a:lnTo>
                  <a:lnTo>
                    <a:pt x="2499" y="3418"/>
                  </a:lnTo>
                  <a:close/>
                  <a:moveTo>
                    <a:pt x="4457" y="3418"/>
                  </a:moveTo>
                  <a:lnTo>
                    <a:pt x="4457" y="4095"/>
                  </a:lnTo>
                  <a:lnTo>
                    <a:pt x="3782" y="3755"/>
                  </a:lnTo>
                  <a:lnTo>
                    <a:pt x="4120" y="3496"/>
                  </a:lnTo>
                  <a:lnTo>
                    <a:pt x="4457" y="3418"/>
                  </a:lnTo>
                  <a:close/>
                  <a:moveTo>
                    <a:pt x="2230" y="3410"/>
                  </a:moveTo>
                  <a:lnTo>
                    <a:pt x="2230" y="4171"/>
                  </a:lnTo>
                  <a:lnTo>
                    <a:pt x="709" y="4171"/>
                  </a:lnTo>
                  <a:lnTo>
                    <a:pt x="2230" y="3410"/>
                  </a:lnTo>
                  <a:close/>
                  <a:moveTo>
                    <a:pt x="4747" y="3410"/>
                  </a:moveTo>
                  <a:lnTo>
                    <a:pt x="6267" y="4171"/>
                  </a:lnTo>
                  <a:lnTo>
                    <a:pt x="4747" y="4171"/>
                  </a:lnTo>
                  <a:lnTo>
                    <a:pt x="4747" y="3410"/>
                  </a:lnTo>
                  <a:close/>
                  <a:moveTo>
                    <a:pt x="3486" y="3910"/>
                  </a:moveTo>
                  <a:lnTo>
                    <a:pt x="4298" y="4317"/>
                  </a:lnTo>
                  <a:lnTo>
                    <a:pt x="3486" y="4724"/>
                  </a:lnTo>
                  <a:lnTo>
                    <a:pt x="2505" y="4317"/>
                  </a:lnTo>
                  <a:lnTo>
                    <a:pt x="3486" y="3910"/>
                  </a:lnTo>
                  <a:close/>
                  <a:moveTo>
                    <a:pt x="4457" y="4536"/>
                  </a:moveTo>
                  <a:lnTo>
                    <a:pt x="4457" y="5213"/>
                  </a:lnTo>
                  <a:lnTo>
                    <a:pt x="4120" y="5135"/>
                  </a:lnTo>
                  <a:lnTo>
                    <a:pt x="3782" y="4876"/>
                  </a:lnTo>
                  <a:lnTo>
                    <a:pt x="4457" y="4536"/>
                  </a:lnTo>
                  <a:close/>
                  <a:moveTo>
                    <a:pt x="2499" y="4538"/>
                  </a:moveTo>
                  <a:lnTo>
                    <a:pt x="2837" y="4615"/>
                  </a:lnTo>
                  <a:lnTo>
                    <a:pt x="3175" y="4876"/>
                  </a:lnTo>
                  <a:lnTo>
                    <a:pt x="2499" y="5214"/>
                  </a:lnTo>
                  <a:lnTo>
                    <a:pt x="2499" y="4538"/>
                  </a:lnTo>
                  <a:close/>
                  <a:moveTo>
                    <a:pt x="3486" y="5030"/>
                  </a:moveTo>
                  <a:lnTo>
                    <a:pt x="4467" y="5437"/>
                  </a:lnTo>
                  <a:lnTo>
                    <a:pt x="3486" y="5843"/>
                  </a:lnTo>
                  <a:lnTo>
                    <a:pt x="2673" y="5436"/>
                  </a:lnTo>
                  <a:lnTo>
                    <a:pt x="3486" y="5030"/>
                  </a:lnTo>
                  <a:close/>
                  <a:moveTo>
                    <a:pt x="4517" y="5631"/>
                  </a:moveTo>
                  <a:lnTo>
                    <a:pt x="4758" y="6479"/>
                  </a:lnTo>
                  <a:lnTo>
                    <a:pt x="3792" y="5995"/>
                  </a:lnTo>
                  <a:lnTo>
                    <a:pt x="4129" y="5734"/>
                  </a:lnTo>
                  <a:lnTo>
                    <a:pt x="4517" y="5631"/>
                  </a:lnTo>
                  <a:close/>
                  <a:moveTo>
                    <a:pt x="2454" y="5632"/>
                  </a:moveTo>
                  <a:lnTo>
                    <a:pt x="3180" y="5996"/>
                  </a:lnTo>
                  <a:lnTo>
                    <a:pt x="2673" y="6342"/>
                  </a:lnTo>
                  <a:lnTo>
                    <a:pt x="2212" y="6481"/>
                  </a:lnTo>
                  <a:lnTo>
                    <a:pt x="2212" y="6481"/>
                  </a:lnTo>
                  <a:lnTo>
                    <a:pt x="2454" y="5632"/>
                  </a:lnTo>
                  <a:close/>
                  <a:moveTo>
                    <a:pt x="3485" y="6148"/>
                  </a:moveTo>
                  <a:lnTo>
                    <a:pt x="4681" y="6746"/>
                  </a:lnTo>
                  <a:lnTo>
                    <a:pt x="3485" y="7395"/>
                  </a:lnTo>
                  <a:lnTo>
                    <a:pt x="2143" y="6725"/>
                  </a:lnTo>
                  <a:lnTo>
                    <a:pt x="3485" y="6148"/>
                  </a:lnTo>
                  <a:close/>
                  <a:moveTo>
                    <a:pt x="4888" y="6946"/>
                  </a:moveTo>
                  <a:lnTo>
                    <a:pt x="5296" y="8379"/>
                  </a:lnTo>
                  <a:lnTo>
                    <a:pt x="5296" y="8379"/>
                  </a:lnTo>
                  <a:lnTo>
                    <a:pt x="4533" y="8057"/>
                  </a:lnTo>
                  <a:lnTo>
                    <a:pt x="3772" y="7551"/>
                  </a:lnTo>
                  <a:lnTo>
                    <a:pt x="4888" y="6946"/>
                  </a:lnTo>
                  <a:close/>
                  <a:moveTo>
                    <a:pt x="2080" y="6946"/>
                  </a:moveTo>
                  <a:lnTo>
                    <a:pt x="2673" y="7176"/>
                  </a:lnTo>
                  <a:lnTo>
                    <a:pt x="3198" y="7551"/>
                  </a:lnTo>
                  <a:lnTo>
                    <a:pt x="1673" y="8379"/>
                  </a:lnTo>
                  <a:lnTo>
                    <a:pt x="2080" y="6946"/>
                  </a:lnTo>
                  <a:close/>
                  <a:moveTo>
                    <a:pt x="3487" y="1"/>
                  </a:moveTo>
                  <a:cubicBezTo>
                    <a:pt x="3459" y="1"/>
                    <a:pt x="3430" y="10"/>
                    <a:pt x="3407" y="28"/>
                  </a:cubicBezTo>
                  <a:lnTo>
                    <a:pt x="2299" y="840"/>
                  </a:lnTo>
                  <a:lnTo>
                    <a:pt x="76" y="1953"/>
                  </a:lnTo>
                  <a:cubicBezTo>
                    <a:pt x="30" y="1976"/>
                    <a:pt x="1" y="2024"/>
                    <a:pt x="1" y="2076"/>
                  </a:cubicBezTo>
                  <a:lnTo>
                    <a:pt x="1" y="2449"/>
                  </a:lnTo>
                  <a:cubicBezTo>
                    <a:pt x="1" y="2524"/>
                    <a:pt x="62" y="2585"/>
                    <a:pt x="137" y="2585"/>
                  </a:cubicBezTo>
                  <a:cubicBezTo>
                    <a:pt x="142" y="2585"/>
                    <a:pt x="147" y="2585"/>
                    <a:pt x="153" y="2584"/>
                  </a:cubicBezTo>
                  <a:cubicBezTo>
                    <a:pt x="221" y="2577"/>
                    <a:pt x="271" y="2515"/>
                    <a:pt x="271" y="2445"/>
                  </a:cubicBezTo>
                  <a:lnTo>
                    <a:pt x="271" y="2213"/>
                  </a:lnTo>
                  <a:lnTo>
                    <a:pt x="2230" y="2213"/>
                  </a:lnTo>
                  <a:lnTo>
                    <a:pt x="2230" y="3111"/>
                  </a:lnTo>
                  <a:lnTo>
                    <a:pt x="76" y="4192"/>
                  </a:lnTo>
                  <a:cubicBezTo>
                    <a:pt x="30" y="4216"/>
                    <a:pt x="1" y="4264"/>
                    <a:pt x="1" y="4314"/>
                  </a:cubicBezTo>
                  <a:lnTo>
                    <a:pt x="1" y="4694"/>
                  </a:lnTo>
                  <a:cubicBezTo>
                    <a:pt x="1" y="4770"/>
                    <a:pt x="62" y="4831"/>
                    <a:pt x="137" y="4831"/>
                  </a:cubicBezTo>
                  <a:cubicBezTo>
                    <a:pt x="142" y="4831"/>
                    <a:pt x="147" y="4831"/>
                    <a:pt x="153" y="4830"/>
                  </a:cubicBezTo>
                  <a:cubicBezTo>
                    <a:pt x="221" y="4823"/>
                    <a:pt x="271" y="4761"/>
                    <a:pt x="271" y="4691"/>
                  </a:cubicBezTo>
                  <a:lnTo>
                    <a:pt x="271" y="4459"/>
                  </a:lnTo>
                  <a:lnTo>
                    <a:pt x="2230" y="4459"/>
                  </a:lnTo>
                  <a:lnTo>
                    <a:pt x="2230" y="5422"/>
                  </a:lnTo>
                  <a:lnTo>
                    <a:pt x="1319" y="8622"/>
                  </a:lnTo>
                  <a:cubicBezTo>
                    <a:pt x="1304" y="8675"/>
                    <a:pt x="1321" y="8732"/>
                    <a:pt x="1365" y="8766"/>
                  </a:cubicBezTo>
                  <a:cubicBezTo>
                    <a:pt x="1390" y="8786"/>
                    <a:pt x="1420" y="8796"/>
                    <a:pt x="1451" y="8796"/>
                  </a:cubicBezTo>
                  <a:cubicBezTo>
                    <a:pt x="1473" y="8796"/>
                    <a:pt x="1495" y="8791"/>
                    <a:pt x="1516" y="8780"/>
                  </a:cubicBezTo>
                  <a:lnTo>
                    <a:pt x="3488" y="7712"/>
                  </a:lnTo>
                  <a:lnTo>
                    <a:pt x="4541" y="8190"/>
                  </a:lnTo>
                  <a:lnTo>
                    <a:pt x="5409" y="8751"/>
                  </a:lnTo>
                  <a:lnTo>
                    <a:pt x="5460" y="8780"/>
                  </a:lnTo>
                  <a:cubicBezTo>
                    <a:pt x="5481" y="8791"/>
                    <a:pt x="5503" y="8796"/>
                    <a:pt x="5525" y="8796"/>
                  </a:cubicBezTo>
                  <a:cubicBezTo>
                    <a:pt x="5556" y="8796"/>
                    <a:pt x="5586" y="8786"/>
                    <a:pt x="5610" y="8766"/>
                  </a:cubicBezTo>
                  <a:cubicBezTo>
                    <a:pt x="5654" y="8732"/>
                    <a:pt x="5671" y="8675"/>
                    <a:pt x="5656" y="8622"/>
                  </a:cubicBezTo>
                  <a:lnTo>
                    <a:pt x="4744" y="5422"/>
                  </a:lnTo>
                  <a:lnTo>
                    <a:pt x="4744" y="4459"/>
                  </a:lnTo>
                  <a:lnTo>
                    <a:pt x="6704" y="4459"/>
                  </a:lnTo>
                  <a:lnTo>
                    <a:pt x="6704" y="4694"/>
                  </a:lnTo>
                  <a:cubicBezTo>
                    <a:pt x="6704" y="4770"/>
                    <a:pt x="6764" y="4831"/>
                    <a:pt x="6839" y="4831"/>
                  </a:cubicBezTo>
                  <a:cubicBezTo>
                    <a:pt x="6844" y="4831"/>
                    <a:pt x="6849" y="4831"/>
                    <a:pt x="6855" y="4830"/>
                  </a:cubicBezTo>
                  <a:cubicBezTo>
                    <a:pt x="6923" y="4823"/>
                    <a:pt x="6974" y="4761"/>
                    <a:pt x="6974" y="4691"/>
                  </a:cubicBezTo>
                  <a:lnTo>
                    <a:pt x="6974" y="4314"/>
                  </a:lnTo>
                  <a:cubicBezTo>
                    <a:pt x="6974" y="4262"/>
                    <a:pt x="6944" y="4216"/>
                    <a:pt x="6899" y="4192"/>
                  </a:cubicBezTo>
                  <a:lnTo>
                    <a:pt x="4744" y="3111"/>
                  </a:lnTo>
                  <a:lnTo>
                    <a:pt x="4744" y="2213"/>
                  </a:lnTo>
                  <a:lnTo>
                    <a:pt x="6704" y="2213"/>
                  </a:lnTo>
                  <a:lnTo>
                    <a:pt x="6704" y="2449"/>
                  </a:lnTo>
                  <a:cubicBezTo>
                    <a:pt x="6704" y="2524"/>
                    <a:pt x="6764" y="2585"/>
                    <a:pt x="6839" y="2585"/>
                  </a:cubicBezTo>
                  <a:cubicBezTo>
                    <a:pt x="6844" y="2585"/>
                    <a:pt x="6849" y="2585"/>
                    <a:pt x="6855" y="2584"/>
                  </a:cubicBezTo>
                  <a:cubicBezTo>
                    <a:pt x="6923" y="2577"/>
                    <a:pt x="6974" y="2515"/>
                    <a:pt x="6974" y="2445"/>
                  </a:cubicBezTo>
                  <a:lnTo>
                    <a:pt x="6974" y="2076"/>
                  </a:lnTo>
                  <a:cubicBezTo>
                    <a:pt x="6974" y="2023"/>
                    <a:pt x="6944" y="1976"/>
                    <a:pt x="6899" y="1953"/>
                  </a:cubicBezTo>
                  <a:lnTo>
                    <a:pt x="4676" y="840"/>
                  </a:lnTo>
                  <a:lnTo>
                    <a:pt x="3568" y="28"/>
                  </a:lnTo>
                  <a:cubicBezTo>
                    <a:pt x="3544" y="10"/>
                    <a:pt x="3515" y="1"/>
                    <a:pt x="34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55" name="Google Shape;3221;p80">
              <a:extLst>
                <a:ext uri="{FF2B5EF4-FFF2-40B4-BE49-F238E27FC236}">
                  <a16:creationId xmlns:a16="http://schemas.microsoft.com/office/drawing/2014/main" id="{2D00C6FF-DA1D-6941-A48A-E7FB5F8BEC74}"/>
                </a:ext>
              </a:extLst>
            </p:cNvPr>
            <p:cNvSpPr/>
            <p:nvPr/>
          </p:nvSpPr>
          <p:spPr>
            <a:xfrm>
              <a:off x="6607559" y="2856366"/>
              <a:ext cx="42332" cy="45935"/>
            </a:xfrm>
            <a:custGeom>
              <a:avLst/>
              <a:gdLst/>
              <a:ahLst/>
              <a:cxnLst/>
              <a:rect l="l" t="t" r="r" b="b"/>
              <a:pathLst>
                <a:path w="1034" h="1122" extrusionOk="0">
                  <a:moveTo>
                    <a:pt x="306" y="1"/>
                  </a:moveTo>
                  <a:lnTo>
                    <a:pt x="0" y="154"/>
                  </a:lnTo>
                  <a:lnTo>
                    <a:pt x="799" y="560"/>
                  </a:lnTo>
                  <a:lnTo>
                    <a:pt x="0" y="968"/>
                  </a:lnTo>
                  <a:lnTo>
                    <a:pt x="306" y="1121"/>
                  </a:lnTo>
                  <a:lnTo>
                    <a:pt x="1033" y="757"/>
                  </a:lnTo>
                  <a:lnTo>
                    <a:pt x="988" y="599"/>
                  </a:lnTo>
                  <a:cubicBezTo>
                    <a:pt x="983" y="588"/>
                    <a:pt x="982" y="575"/>
                    <a:pt x="982" y="562"/>
                  </a:cubicBezTo>
                  <a:lnTo>
                    <a:pt x="982" y="340"/>
                  </a:lnTo>
                  <a:lnTo>
                    <a:pt x="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56" name="Google Shape;3222;p80">
              <a:extLst>
                <a:ext uri="{FF2B5EF4-FFF2-40B4-BE49-F238E27FC236}">
                  <a16:creationId xmlns:a16="http://schemas.microsoft.com/office/drawing/2014/main" id="{FB4ED2B9-3BD0-D6F0-A76A-9B5D5899E17E}"/>
                </a:ext>
              </a:extLst>
            </p:cNvPr>
            <p:cNvSpPr/>
            <p:nvPr/>
          </p:nvSpPr>
          <p:spPr>
            <a:xfrm>
              <a:off x="6607804" y="2966085"/>
              <a:ext cx="78523" cy="48841"/>
            </a:xfrm>
            <a:custGeom>
              <a:avLst/>
              <a:gdLst/>
              <a:ahLst/>
              <a:cxnLst/>
              <a:rect l="l" t="t" r="r" b="b"/>
              <a:pathLst>
                <a:path w="1918" h="1193" extrusionOk="0">
                  <a:moveTo>
                    <a:pt x="289" y="1"/>
                  </a:moveTo>
                  <a:lnTo>
                    <a:pt x="1" y="154"/>
                  </a:lnTo>
                  <a:lnTo>
                    <a:pt x="1918" y="1193"/>
                  </a:lnTo>
                  <a:lnTo>
                    <a:pt x="1813" y="826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57" name="Google Shape;3223;p80">
              <a:extLst>
                <a:ext uri="{FF2B5EF4-FFF2-40B4-BE49-F238E27FC236}">
                  <a16:creationId xmlns:a16="http://schemas.microsoft.com/office/drawing/2014/main" id="{E5F45B07-3A4C-DBBF-397D-1407A9218334}"/>
                </a:ext>
              </a:extLst>
            </p:cNvPr>
            <p:cNvSpPr/>
            <p:nvPr/>
          </p:nvSpPr>
          <p:spPr>
            <a:xfrm>
              <a:off x="6550366" y="2902301"/>
              <a:ext cx="57603" cy="63621"/>
            </a:xfrm>
            <a:custGeom>
              <a:avLst/>
              <a:gdLst/>
              <a:ahLst/>
              <a:cxnLst/>
              <a:rect l="l" t="t" r="r" b="b"/>
              <a:pathLst>
                <a:path w="1407" h="1554" extrusionOk="0">
                  <a:moveTo>
                    <a:pt x="1100" y="0"/>
                  </a:moveTo>
                  <a:lnTo>
                    <a:pt x="132" y="484"/>
                  </a:lnTo>
                  <a:lnTo>
                    <a:pt x="0" y="950"/>
                  </a:lnTo>
                  <a:lnTo>
                    <a:pt x="1119" y="1553"/>
                  </a:lnTo>
                  <a:lnTo>
                    <a:pt x="1407" y="1400"/>
                  </a:lnTo>
                  <a:lnTo>
                    <a:pt x="209" y="751"/>
                  </a:lnTo>
                  <a:lnTo>
                    <a:pt x="1406" y="153"/>
                  </a:lnTo>
                  <a:lnTo>
                    <a:pt x="11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58" name="Google Shape;3224;p80">
              <a:extLst>
                <a:ext uri="{FF2B5EF4-FFF2-40B4-BE49-F238E27FC236}">
                  <a16:creationId xmlns:a16="http://schemas.microsoft.com/office/drawing/2014/main" id="{065CD0EC-5183-E3E3-F948-633B803CBC88}"/>
                </a:ext>
              </a:extLst>
            </p:cNvPr>
            <p:cNvSpPr/>
            <p:nvPr/>
          </p:nvSpPr>
          <p:spPr>
            <a:xfrm>
              <a:off x="6607518" y="2764743"/>
              <a:ext cx="40203" cy="45894"/>
            </a:xfrm>
            <a:custGeom>
              <a:avLst/>
              <a:gdLst/>
              <a:ahLst/>
              <a:cxnLst/>
              <a:rect l="l" t="t" r="r" b="b"/>
              <a:pathLst>
                <a:path w="982" h="1121" extrusionOk="0">
                  <a:moveTo>
                    <a:pt x="306" y="1"/>
                  </a:moveTo>
                  <a:lnTo>
                    <a:pt x="0" y="154"/>
                  </a:lnTo>
                  <a:lnTo>
                    <a:pt x="813" y="561"/>
                  </a:lnTo>
                  <a:lnTo>
                    <a:pt x="0" y="967"/>
                  </a:lnTo>
                  <a:lnTo>
                    <a:pt x="306" y="1120"/>
                  </a:lnTo>
                  <a:lnTo>
                    <a:pt x="981" y="782"/>
                  </a:lnTo>
                  <a:lnTo>
                    <a:pt x="981" y="338"/>
                  </a:lnTo>
                  <a:lnTo>
                    <a:pt x="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59" name="Google Shape;3225;p80">
              <a:extLst>
                <a:ext uri="{FF2B5EF4-FFF2-40B4-BE49-F238E27FC236}">
                  <a16:creationId xmlns:a16="http://schemas.microsoft.com/office/drawing/2014/main" id="{59734ECF-19A8-5BA0-3276-CAF62F110E49}"/>
                </a:ext>
              </a:extLst>
            </p:cNvPr>
            <p:cNvSpPr/>
            <p:nvPr/>
          </p:nvSpPr>
          <p:spPr>
            <a:xfrm>
              <a:off x="6567560" y="2810554"/>
              <a:ext cx="40203" cy="45935"/>
            </a:xfrm>
            <a:custGeom>
              <a:avLst/>
              <a:gdLst/>
              <a:ahLst/>
              <a:cxnLst/>
              <a:rect l="l" t="t" r="r" b="b"/>
              <a:pathLst>
                <a:path w="982" h="1122" extrusionOk="0">
                  <a:moveTo>
                    <a:pt x="676" y="0"/>
                  </a:moveTo>
                  <a:lnTo>
                    <a:pt x="0" y="339"/>
                  </a:lnTo>
                  <a:lnTo>
                    <a:pt x="0" y="782"/>
                  </a:lnTo>
                  <a:lnTo>
                    <a:pt x="676" y="1122"/>
                  </a:lnTo>
                  <a:lnTo>
                    <a:pt x="982" y="969"/>
                  </a:lnTo>
                  <a:lnTo>
                    <a:pt x="169" y="560"/>
                  </a:lnTo>
                  <a:lnTo>
                    <a:pt x="982" y="153"/>
                  </a:lnTo>
                  <a:lnTo>
                    <a:pt x="67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60" name="Google Shape;3226;p80">
              <a:extLst>
                <a:ext uri="{FF2B5EF4-FFF2-40B4-BE49-F238E27FC236}">
                  <a16:creationId xmlns:a16="http://schemas.microsoft.com/office/drawing/2014/main" id="{9FD744AF-82A3-E838-E45D-35BE2637A63E}"/>
                </a:ext>
              </a:extLst>
            </p:cNvPr>
            <p:cNvSpPr/>
            <p:nvPr/>
          </p:nvSpPr>
          <p:spPr>
            <a:xfrm>
              <a:off x="6567560" y="2718931"/>
              <a:ext cx="40203" cy="45853"/>
            </a:xfrm>
            <a:custGeom>
              <a:avLst/>
              <a:gdLst/>
              <a:ahLst/>
              <a:cxnLst/>
              <a:rect l="l" t="t" r="r" b="b"/>
              <a:pathLst>
                <a:path w="982" h="1120" extrusionOk="0">
                  <a:moveTo>
                    <a:pt x="676" y="0"/>
                  </a:moveTo>
                  <a:lnTo>
                    <a:pt x="0" y="339"/>
                  </a:lnTo>
                  <a:lnTo>
                    <a:pt x="0" y="782"/>
                  </a:lnTo>
                  <a:lnTo>
                    <a:pt x="676" y="1120"/>
                  </a:lnTo>
                  <a:lnTo>
                    <a:pt x="982" y="967"/>
                  </a:lnTo>
                  <a:lnTo>
                    <a:pt x="169" y="560"/>
                  </a:lnTo>
                  <a:lnTo>
                    <a:pt x="982" y="153"/>
                  </a:lnTo>
                  <a:lnTo>
                    <a:pt x="67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61" name="Google Shape;3227;p80">
              <a:extLst>
                <a:ext uri="{FF2B5EF4-FFF2-40B4-BE49-F238E27FC236}">
                  <a16:creationId xmlns:a16="http://schemas.microsoft.com/office/drawing/2014/main" id="{9F1E608B-CDC7-8317-3012-8E522C002101}"/>
                </a:ext>
              </a:extLst>
            </p:cNvPr>
            <p:cNvSpPr/>
            <p:nvPr/>
          </p:nvSpPr>
          <p:spPr>
            <a:xfrm>
              <a:off x="6607518" y="2695145"/>
              <a:ext cx="40203" cy="23827"/>
            </a:xfrm>
            <a:custGeom>
              <a:avLst/>
              <a:gdLst/>
              <a:ahLst/>
              <a:cxnLst/>
              <a:rect l="l" t="t" r="r" b="b"/>
              <a:pathLst>
                <a:path w="982" h="582" extrusionOk="0">
                  <a:moveTo>
                    <a:pt x="857" y="0"/>
                  </a:moveTo>
                  <a:lnTo>
                    <a:pt x="0" y="428"/>
                  </a:lnTo>
                  <a:lnTo>
                    <a:pt x="306" y="581"/>
                  </a:lnTo>
                  <a:lnTo>
                    <a:pt x="981" y="243"/>
                  </a:lnTo>
                  <a:lnTo>
                    <a:pt x="981" y="91"/>
                  </a:lnTo>
                  <a:lnTo>
                    <a:pt x="8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62" name="Google Shape;3228;p80">
              <a:extLst>
                <a:ext uri="{FF2B5EF4-FFF2-40B4-BE49-F238E27FC236}">
                  <a16:creationId xmlns:a16="http://schemas.microsoft.com/office/drawing/2014/main" id="{F629E247-60F8-9F72-DF81-46BCBAD1992F}"/>
                </a:ext>
              </a:extLst>
            </p:cNvPr>
            <p:cNvSpPr/>
            <p:nvPr/>
          </p:nvSpPr>
          <p:spPr>
            <a:xfrm>
              <a:off x="6422592" y="3011570"/>
              <a:ext cx="365103" cy="16253"/>
            </a:xfrm>
            <a:custGeom>
              <a:avLst/>
              <a:gdLst/>
              <a:ahLst/>
              <a:cxnLst/>
              <a:rect l="l" t="t" r="r" b="b"/>
              <a:pathLst>
                <a:path w="8918" h="397" extrusionOk="0">
                  <a:moveTo>
                    <a:pt x="138" y="1"/>
                  </a:moveTo>
                  <a:cubicBezTo>
                    <a:pt x="62" y="1"/>
                    <a:pt x="1" y="61"/>
                    <a:pt x="1" y="138"/>
                  </a:cubicBezTo>
                  <a:lnTo>
                    <a:pt x="1" y="271"/>
                  </a:lnTo>
                  <a:lnTo>
                    <a:pt x="8918" y="396"/>
                  </a:lnTo>
                  <a:lnTo>
                    <a:pt x="87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63" name="Google Shape;3229;p80">
              <a:extLst>
                <a:ext uri="{FF2B5EF4-FFF2-40B4-BE49-F238E27FC236}">
                  <a16:creationId xmlns:a16="http://schemas.microsoft.com/office/drawing/2014/main" id="{EC54659F-BFC5-7695-981C-D44DE6BBF082}"/>
                </a:ext>
              </a:extLst>
            </p:cNvPr>
            <p:cNvSpPr/>
            <p:nvPr/>
          </p:nvSpPr>
          <p:spPr>
            <a:xfrm>
              <a:off x="6422592" y="3011570"/>
              <a:ext cx="370875" cy="22108"/>
            </a:xfrm>
            <a:custGeom>
              <a:avLst/>
              <a:gdLst/>
              <a:ahLst/>
              <a:cxnLst/>
              <a:rect l="l" t="t" r="r" b="b"/>
              <a:pathLst>
                <a:path w="9059" h="540" extrusionOk="0">
                  <a:moveTo>
                    <a:pt x="8787" y="1"/>
                  </a:moveTo>
                  <a:lnTo>
                    <a:pt x="8787" y="270"/>
                  </a:lnTo>
                  <a:lnTo>
                    <a:pt x="1" y="270"/>
                  </a:lnTo>
                  <a:lnTo>
                    <a:pt x="1" y="403"/>
                  </a:lnTo>
                  <a:cubicBezTo>
                    <a:pt x="1" y="477"/>
                    <a:pt x="61" y="540"/>
                    <a:pt x="138" y="540"/>
                  </a:cubicBezTo>
                  <a:lnTo>
                    <a:pt x="8921" y="540"/>
                  </a:lnTo>
                  <a:cubicBezTo>
                    <a:pt x="8996" y="540"/>
                    <a:pt x="9058" y="480"/>
                    <a:pt x="9058" y="403"/>
                  </a:cubicBezTo>
                  <a:lnTo>
                    <a:pt x="9058" y="138"/>
                  </a:lnTo>
                  <a:cubicBezTo>
                    <a:pt x="9058" y="62"/>
                    <a:pt x="8997" y="1"/>
                    <a:pt x="89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</p:grpSp>
      <p:grpSp>
        <p:nvGrpSpPr>
          <p:cNvPr id="1024" name="Google Shape;2057;p56">
            <a:extLst>
              <a:ext uri="{FF2B5EF4-FFF2-40B4-BE49-F238E27FC236}">
                <a16:creationId xmlns:a16="http://schemas.microsoft.com/office/drawing/2014/main" id="{2FC60783-B22F-4CDB-8829-C0156A5C3B4B}"/>
              </a:ext>
            </a:extLst>
          </p:cNvPr>
          <p:cNvGrpSpPr/>
          <p:nvPr/>
        </p:nvGrpSpPr>
        <p:grpSpPr>
          <a:xfrm>
            <a:off x="5516133" y="14540125"/>
            <a:ext cx="839340" cy="834984"/>
            <a:chOff x="3161025" y="3260362"/>
            <a:chExt cx="378818" cy="376812"/>
          </a:xfrm>
        </p:grpSpPr>
        <p:sp>
          <p:nvSpPr>
            <p:cNvPr id="1025" name="Google Shape;2058;p56">
              <a:extLst>
                <a:ext uri="{FF2B5EF4-FFF2-40B4-BE49-F238E27FC236}">
                  <a16:creationId xmlns:a16="http://schemas.microsoft.com/office/drawing/2014/main" id="{D61BF336-A0DC-F1B0-EC18-C277130D4A13}"/>
                </a:ext>
              </a:extLst>
            </p:cNvPr>
            <p:cNvSpPr/>
            <p:nvPr/>
          </p:nvSpPr>
          <p:spPr>
            <a:xfrm>
              <a:off x="3208802" y="3302162"/>
              <a:ext cx="267748" cy="267584"/>
            </a:xfrm>
            <a:custGeom>
              <a:avLst/>
              <a:gdLst/>
              <a:ahLst/>
              <a:cxnLst/>
              <a:rect l="l" t="t" r="r" b="b"/>
              <a:pathLst>
                <a:path w="6540" h="6536" extrusionOk="0">
                  <a:moveTo>
                    <a:pt x="3517" y="1205"/>
                  </a:moveTo>
                  <a:cubicBezTo>
                    <a:pt x="4292" y="1205"/>
                    <a:pt x="4978" y="1587"/>
                    <a:pt x="5396" y="2172"/>
                  </a:cubicBezTo>
                  <a:cubicBezTo>
                    <a:pt x="5396" y="2172"/>
                    <a:pt x="5667" y="2342"/>
                    <a:pt x="5667" y="2675"/>
                  </a:cubicBezTo>
                  <a:cubicBezTo>
                    <a:pt x="5708" y="2779"/>
                    <a:pt x="5741" y="2886"/>
                    <a:pt x="5766" y="2996"/>
                  </a:cubicBezTo>
                  <a:cubicBezTo>
                    <a:pt x="5823" y="3051"/>
                    <a:pt x="5859" y="3106"/>
                    <a:pt x="5866" y="3198"/>
                  </a:cubicBezTo>
                  <a:cubicBezTo>
                    <a:pt x="5872" y="3256"/>
                    <a:pt x="5857" y="3499"/>
                    <a:pt x="5818" y="3685"/>
                  </a:cubicBezTo>
                  <a:cubicBezTo>
                    <a:pt x="5729" y="4879"/>
                    <a:pt x="4732" y="5820"/>
                    <a:pt x="3517" y="5820"/>
                  </a:cubicBezTo>
                  <a:cubicBezTo>
                    <a:pt x="3221" y="5820"/>
                    <a:pt x="2939" y="5765"/>
                    <a:pt x="2679" y="5664"/>
                  </a:cubicBezTo>
                  <a:cubicBezTo>
                    <a:pt x="2353" y="5664"/>
                    <a:pt x="2177" y="5391"/>
                    <a:pt x="2177" y="5391"/>
                  </a:cubicBezTo>
                  <a:cubicBezTo>
                    <a:pt x="1591" y="4974"/>
                    <a:pt x="1208" y="4288"/>
                    <a:pt x="1208" y="3512"/>
                  </a:cubicBezTo>
                  <a:cubicBezTo>
                    <a:pt x="1208" y="2237"/>
                    <a:pt x="2242" y="1205"/>
                    <a:pt x="3517" y="1205"/>
                  </a:cubicBezTo>
                  <a:close/>
                  <a:moveTo>
                    <a:pt x="2866" y="1"/>
                  </a:moveTo>
                  <a:cubicBezTo>
                    <a:pt x="2858" y="1"/>
                    <a:pt x="2849" y="2"/>
                    <a:pt x="2841" y="3"/>
                  </a:cubicBezTo>
                  <a:cubicBezTo>
                    <a:pt x="2675" y="35"/>
                    <a:pt x="2511" y="78"/>
                    <a:pt x="2349" y="133"/>
                  </a:cubicBezTo>
                  <a:cubicBezTo>
                    <a:pt x="2294" y="152"/>
                    <a:pt x="2257" y="205"/>
                    <a:pt x="2257" y="263"/>
                  </a:cubicBezTo>
                  <a:cubicBezTo>
                    <a:pt x="2257" y="376"/>
                    <a:pt x="2259" y="499"/>
                    <a:pt x="2266" y="628"/>
                  </a:cubicBezTo>
                  <a:cubicBezTo>
                    <a:pt x="2049" y="722"/>
                    <a:pt x="1842" y="840"/>
                    <a:pt x="1648" y="985"/>
                  </a:cubicBezTo>
                  <a:cubicBezTo>
                    <a:pt x="1540" y="916"/>
                    <a:pt x="1435" y="850"/>
                    <a:pt x="1337" y="796"/>
                  </a:cubicBezTo>
                  <a:cubicBezTo>
                    <a:pt x="1317" y="783"/>
                    <a:pt x="1293" y="777"/>
                    <a:pt x="1270" y="777"/>
                  </a:cubicBezTo>
                  <a:cubicBezTo>
                    <a:pt x="1238" y="777"/>
                    <a:pt x="1205" y="789"/>
                    <a:pt x="1179" y="811"/>
                  </a:cubicBezTo>
                  <a:cubicBezTo>
                    <a:pt x="1116" y="866"/>
                    <a:pt x="1054" y="924"/>
                    <a:pt x="993" y="985"/>
                  </a:cubicBezTo>
                  <a:cubicBezTo>
                    <a:pt x="933" y="1046"/>
                    <a:pt x="875" y="1108"/>
                    <a:pt x="819" y="1171"/>
                  </a:cubicBezTo>
                  <a:cubicBezTo>
                    <a:pt x="781" y="1214"/>
                    <a:pt x="775" y="1280"/>
                    <a:pt x="803" y="1329"/>
                  </a:cubicBezTo>
                  <a:cubicBezTo>
                    <a:pt x="859" y="1428"/>
                    <a:pt x="923" y="1533"/>
                    <a:pt x="993" y="1641"/>
                  </a:cubicBezTo>
                  <a:cubicBezTo>
                    <a:pt x="850" y="1835"/>
                    <a:pt x="729" y="2043"/>
                    <a:pt x="635" y="2258"/>
                  </a:cubicBezTo>
                  <a:cubicBezTo>
                    <a:pt x="507" y="2252"/>
                    <a:pt x="384" y="2248"/>
                    <a:pt x="270" y="2248"/>
                  </a:cubicBezTo>
                  <a:cubicBezTo>
                    <a:pt x="212" y="2248"/>
                    <a:pt x="160" y="2285"/>
                    <a:pt x="142" y="2341"/>
                  </a:cubicBezTo>
                  <a:cubicBezTo>
                    <a:pt x="86" y="2502"/>
                    <a:pt x="43" y="2667"/>
                    <a:pt x="11" y="2833"/>
                  </a:cubicBezTo>
                  <a:cubicBezTo>
                    <a:pt x="0" y="2890"/>
                    <a:pt x="27" y="2948"/>
                    <a:pt x="76" y="2978"/>
                  </a:cubicBezTo>
                  <a:cubicBezTo>
                    <a:pt x="174" y="3034"/>
                    <a:pt x="282" y="3095"/>
                    <a:pt x="398" y="3154"/>
                  </a:cubicBezTo>
                  <a:cubicBezTo>
                    <a:pt x="372" y="3391"/>
                    <a:pt x="372" y="3629"/>
                    <a:pt x="398" y="3866"/>
                  </a:cubicBezTo>
                  <a:cubicBezTo>
                    <a:pt x="282" y="3925"/>
                    <a:pt x="174" y="3984"/>
                    <a:pt x="76" y="4041"/>
                  </a:cubicBezTo>
                  <a:cubicBezTo>
                    <a:pt x="27" y="4070"/>
                    <a:pt x="0" y="4129"/>
                    <a:pt x="11" y="4187"/>
                  </a:cubicBezTo>
                  <a:cubicBezTo>
                    <a:pt x="43" y="4352"/>
                    <a:pt x="86" y="4516"/>
                    <a:pt x="142" y="4678"/>
                  </a:cubicBezTo>
                  <a:cubicBezTo>
                    <a:pt x="160" y="4733"/>
                    <a:pt x="212" y="4770"/>
                    <a:pt x="270" y="4770"/>
                  </a:cubicBezTo>
                  <a:cubicBezTo>
                    <a:pt x="384" y="4770"/>
                    <a:pt x="507" y="4768"/>
                    <a:pt x="635" y="4762"/>
                  </a:cubicBezTo>
                  <a:cubicBezTo>
                    <a:pt x="729" y="4978"/>
                    <a:pt x="849" y="5185"/>
                    <a:pt x="993" y="5379"/>
                  </a:cubicBezTo>
                  <a:cubicBezTo>
                    <a:pt x="923" y="5487"/>
                    <a:pt x="859" y="5592"/>
                    <a:pt x="803" y="5690"/>
                  </a:cubicBezTo>
                  <a:cubicBezTo>
                    <a:pt x="775" y="5740"/>
                    <a:pt x="781" y="5804"/>
                    <a:pt x="819" y="5848"/>
                  </a:cubicBezTo>
                  <a:cubicBezTo>
                    <a:pt x="875" y="5912"/>
                    <a:pt x="933" y="5973"/>
                    <a:pt x="993" y="6034"/>
                  </a:cubicBezTo>
                  <a:cubicBezTo>
                    <a:pt x="1012" y="6052"/>
                    <a:pt x="1030" y="6071"/>
                    <a:pt x="1049" y="6088"/>
                  </a:cubicBezTo>
                  <a:lnTo>
                    <a:pt x="1615" y="5920"/>
                  </a:lnTo>
                  <a:lnTo>
                    <a:pt x="1615" y="5920"/>
                  </a:lnTo>
                  <a:cubicBezTo>
                    <a:pt x="1614" y="5924"/>
                    <a:pt x="2458" y="6535"/>
                    <a:pt x="3432" y="6535"/>
                  </a:cubicBezTo>
                  <a:cubicBezTo>
                    <a:pt x="5148" y="6535"/>
                    <a:pt x="6540" y="5143"/>
                    <a:pt x="6540" y="3428"/>
                  </a:cubicBezTo>
                  <a:cubicBezTo>
                    <a:pt x="6540" y="2447"/>
                    <a:pt x="5929" y="1608"/>
                    <a:pt x="5929" y="1608"/>
                  </a:cubicBezTo>
                  <a:lnTo>
                    <a:pt x="6096" y="1042"/>
                  </a:lnTo>
                  <a:cubicBezTo>
                    <a:pt x="6078" y="1023"/>
                    <a:pt x="6061" y="1005"/>
                    <a:pt x="6042" y="987"/>
                  </a:cubicBezTo>
                  <a:cubicBezTo>
                    <a:pt x="5981" y="926"/>
                    <a:pt x="5919" y="868"/>
                    <a:pt x="5856" y="812"/>
                  </a:cubicBezTo>
                  <a:cubicBezTo>
                    <a:pt x="5831" y="790"/>
                    <a:pt x="5798" y="779"/>
                    <a:pt x="5765" y="779"/>
                  </a:cubicBezTo>
                  <a:cubicBezTo>
                    <a:pt x="5742" y="779"/>
                    <a:pt x="5718" y="785"/>
                    <a:pt x="5698" y="797"/>
                  </a:cubicBezTo>
                  <a:cubicBezTo>
                    <a:pt x="5600" y="853"/>
                    <a:pt x="5494" y="917"/>
                    <a:pt x="5386" y="987"/>
                  </a:cubicBezTo>
                  <a:cubicBezTo>
                    <a:pt x="5192" y="843"/>
                    <a:pt x="4984" y="723"/>
                    <a:pt x="4769" y="629"/>
                  </a:cubicBezTo>
                  <a:cubicBezTo>
                    <a:pt x="4776" y="500"/>
                    <a:pt x="4779" y="378"/>
                    <a:pt x="4779" y="264"/>
                  </a:cubicBezTo>
                  <a:cubicBezTo>
                    <a:pt x="4779" y="206"/>
                    <a:pt x="4742" y="153"/>
                    <a:pt x="4686" y="135"/>
                  </a:cubicBezTo>
                  <a:cubicBezTo>
                    <a:pt x="4525" y="79"/>
                    <a:pt x="4360" y="36"/>
                    <a:pt x="4194" y="4"/>
                  </a:cubicBezTo>
                  <a:cubicBezTo>
                    <a:pt x="4186" y="3"/>
                    <a:pt x="4177" y="2"/>
                    <a:pt x="4169" y="2"/>
                  </a:cubicBezTo>
                  <a:cubicBezTo>
                    <a:pt x="4121" y="2"/>
                    <a:pt x="4075" y="27"/>
                    <a:pt x="4049" y="70"/>
                  </a:cubicBezTo>
                  <a:cubicBezTo>
                    <a:pt x="3993" y="168"/>
                    <a:pt x="3933" y="275"/>
                    <a:pt x="3873" y="390"/>
                  </a:cubicBezTo>
                  <a:cubicBezTo>
                    <a:pt x="3755" y="377"/>
                    <a:pt x="3636" y="371"/>
                    <a:pt x="3517" y="371"/>
                  </a:cubicBezTo>
                  <a:cubicBezTo>
                    <a:pt x="3398" y="371"/>
                    <a:pt x="3279" y="377"/>
                    <a:pt x="3161" y="390"/>
                  </a:cubicBezTo>
                  <a:cubicBezTo>
                    <a:pt x="3102" y="274"/>
                    <a:pt x="3043" y="167"/>
                    <a:pt x="2986" y="69"/>
                  </a:cubicBezTo>
                  <a:cubicBezTo>
                    <a:pt x="2961" y="26"/>
                    <a:pt x="2915" y="1"/>
                    <a:pt x="28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26" name="Google Shape;2059;p56">
              <a:extLst>
                <a:ext uri="{FF2B5EF4-FFF2-40B4-BE49-F238E27FC236}">
                  <a16:creationId xmlns:a16="http://schemas.microsoft.com/office/drawing/2014/main" id="{9176C981-C740-39B3-4F25-F00F58062337}"/>
                </a:ext>
              </a:extLst>
            </p:cNvPr>
            <p:cNvSpPr/>
            <p:nvPr/>
          </p:nvSpPr>
          <p:spPr>
            <a:xfrm>
              <a:off x="3251584" y="3344862"/>
              <a:ext cx="245190" cy="244739"/>
            </a:xfrm>
            <a:custGeom>
              <a:avLst/>
              <a:gdLst/>
              <a:ahLst/>
              <a:cxnLst/>
              <a:rect l="l" t="t" r="r" b="b"/>
              <a:pathLst>
                <a:path w="5989" h="5978" extrusionOk="0">
                  <a:moveTo>
                    <a:pt x="5051" y="0"/>
                  </a:moveTo>
                  <a:cubicBezTo>
                    <a:pt x="4950" y="168"/>
                    <a:pt x="4835" y="343"/>
                    <a:pt x="4704" y="527"/>
                  </a:cubicBezTo>
                  <a:cubicBezTo>
                    <a:pt x="4741" y="573"/>
                    <a:pt x="4777" y="622"/>
                    <a:pt x="4811" y="670"/>
                  </a:cubicBezTo>
                  <a:lnTo>
                    <a:pt x="4351" y="1130"/>
                  </a:lnTo>
                  <a:cubicBezTo>
                    <a:pt x="4462" y="1286"/>
                    <a:pt x="4552" y="1454"/>
                    <a:pt x="4622" y="1634"/>
                  </a:cubicBezTo>
                  <a:lnTo>
                    <a:pt x="5091" y="1165"/>
                  </a:lnTo>
                  <a:cubicBezTo>
                    <a:pt x="5139" y="1273"/>
                    <a:pt x="5180" y="1386"/>
                    <a:pt x="5216" y="1500"/>
                  </a:cubicBezTo>
                  <a:cubicBezTo>
                    <a:pt x="5121" y="1566"/>
                    <a:pt x="4989" y="1666"/>
                    <a:pt x="4873" y="1782"/>
                  </a:cubicBezTo>
                  <a:cubicBezTo>
                    <a:pt x="4817" y="1837"/>
                    <a:pt x="4768" y="1895"/>
                    <a:pt x="4721" y="1953"/>
                  </a:cubicBezTo>
                  <a:cubicBezTo>
                    <a:pt x="4759" y="2120"/>
                    <a:pt x="4779" y="2293"/>
                    <a:pt x="4779" y="2469"/>
                  </a:cubicBezTo>
                  <a:cubicBezTo>
                    <a:pt x="4779" y="2527"/>
                    <a:pt x="4777" y="2585"/>
                    <a:pt x="4773" y="2642"/>
                  </a:cubicBezTo>
                  <a:cubicBezTo>
                    <a:pt x="4847" y="2483"/>
                    <a:pt x="4965" y="2285"/>
                    <a:pt x="5208" y="2042"/>
                  </a:cubicBezTo>
                  <a:cubicBezTo>
                    <a:pt x="5241" y="2009"/>
                    <a:pt x="5276" y="1977"/>
                    <a:pt x="5315" y="1942"/>
                  </a:cubicBezTo>
                  <a:cubicBezTo>
                    <a:pt x="5334" y="2082"/>
                    <a:pt x="5347" y="2226"/>
                    <a:pt x="5347" y="2370"/>
                  </a:cubicBezTo>
                  <a:cubicBezTo>
                    <a:pt x="5347" y="4011"/>
                    <a:pt x="4014" y="5343"/>
                    <a:pt x="2374" y="5343"/>
                  </a:cubicBezTo>
                  <a:cubicBezTo>
                    <a:pt x="1944" y="5343"/>
                    <a:pt x="1535" y="5253"/>
                    <a:pt x="1166" y="5087"/>
                  </a:cubicBezTo>
                  <a:lnTo>
                    <a:pt x="1634" y="4620"/>
                  </a:lnTo>
                  <a:cubicBezTo>
                    <a:pt x="1455" y="4549"/>
                    <a:pt x="1286" y="4458"/>
                    <a:pt x="1132" y="4347"/>
                  </a:cubicBezTo>
                  <a:lnTo>
                    <a:pt x="671" y="4807"/>
                  </a:lnTo>
                  <a:cubicBezTo>
                    <a:pt x="622" y="4774"/>
                    <a:pt x="575" y="4738"/>
                    <a:pt x="527" y="4701"/>
                  </a:cubicBezTo>
                  <a:cubicBezTo>
                    <a:pt x="344" y="4832"/>
                    <a:pt x="168" y="4948"/>
                    <a:pt x="1" y="5048"/>
                  </a:cubicBezTo>
                  <a:cubicBezTo>
                    <a:pt x="43" y="5089"/>
                    <a:pt x="88" y="5128"/>
                    <a:pt x="132" y="5166"/>
                  </a:cubicBezTo>
                  <a:cubicBezTo>
                    <a:pt x="157" y="5189"/>
                    <a:pt x="189" y="5200"/>
                    <a:pt x="222" y="5200"/>
                  </a:cubicBezTo>
                  <a:cubicBezTo>
                    <a:pt x="246" y="5200"/>
                    <a:pt x="269" y="5194"/>
                    <a:pt x="290" y="5182"/>
                  </a:cubicBezTo>
                  <a:cubicBezTo>
                    <a:pt x="388" y="5127"/>
                    <a:pt x="494" y="5063"/>
                    <a:pt x="601" y="4992"/>
                  </a:cubicBezTo>
                  <a:cubicBezTo>
                    <a:pt x="795" y="5137"/>
                    <a:pt x="1003" y="5256"/>
                    <a:pt x="1218" y="5350"/>
                  </a:cubicBezTo>
                  <a:cubicBezTo>
                    <a:pt x="1212" y="5479"/>
                    <a:pt x="1209" y="5602"/>
                    <a:pt x="1209" y="5715"/>
                  </a:cubicBezTo>
                  <a:cubicBezTo>
                    <a:pt x="1209" y="5773"/>
                    <a:pt x="1246" y="5826"/>
                    <a:pt x="1302" y="5845"/>
                  </a:cubicBezTo>
                  <a:cubicBezTo>
                    <a:pt x="1462" y="5899"/>
                    <a:pt x="1628" y="5944"/>
                    <a:pt x="1793" y="5975"/>
                  </a:cubicBezTo>
                  <a:cubicBezTo>
                    <a:pt x="1802" y="5977"/>
                    <a:pt x="1810" y="5978"/>
                    <a:pt x="1818" y="5978"/>
                  </a:cubicBezTo>
                  <a:cubicBezTo>
                    <a:pt x="1867" y="5978"/>
                    <a:pt x="1913" y="5952"/>
                    <a:pt x="1939" y="5909"/>
                  </a:cubicBezTo>
                  <a:cubicBezTo>
                    <a:pt x="1995" y="5812"/>
                    <a:pt x="2055" y="5703"/>
                    <a:pt x="2114" y="5587"/>
                  </a:cubicBezTo>
                  <a:cubicBezTo>
                    <a:pt x="2233" y="5600"/>
                    <a:pt x="2352" y="5607"/>
                    <a:pt x="2471" y="5607"/>
                  </a:cubicBezTo>
                  <a:cubicBezTo>
                    <a:pt x="2589" y="5607"/>
                    <a:pt x="2708" y="5600"/>
                    <a:pt x="2826" y="5587"/>
                  </a:cubicBezTo>
                  <a:cubicBezTo>
                    <a:pt x="2885" y="5703"/>
                    <a:pt x="2945" y="5812"/>
                    <a:pt x="3001" y="5909"/>
                  </a:cubicBezTo>
                  <a:cubicBezTo>
                    <a:pt x="3027" y="5952"/>
                    <a:pt x="3073" y="5978"/>
                    <a:pt x="3122" y="5978"/>
                  </a:cubicBezTo>
                  <a:cubicBezTo>
                    <a:pt x="3130" y="5978"/>
                    <a:pt x="3139" y="5977"/>
                    <a:pt x="3147" y="5975"/>
                  </a:cubicBezTo>
                  <a:cubicBezTo>
                    <a:pt x="3313" y="5944"/>
                    <a:pt x="3476" y="5899"/>
                    <a:pt x="3639" y="5845"/>
                  </a:cubicBezTo>
                  <a:cubicBezTo>
                    <a:pt x="3694" y="5826"/>
                    <a:pt x="3731" y="5773"/>
                    <a:pt x="3731" y="5715"/>
                  </a:cubicBezTo>
                  <a:cubicBezTo>
                    <a:pt x="3731" y="5602"/>
                    <a:pt x="3728" y="5479"/>
                    <a:pt x="3722" y="5350"/>
                  </a:cubicBezTo>
                  <a:cubicBezTo>
                    <a:pt x="3938" y="5256"/>
                    <a:pt x="4145" y="5138"/>
                    <a:pt x="4339" y="4992"/>
                  </a:cubicBezTo>
                  <a:cubicBezTo>
                    <a:pt x="4448" y="5063"/>
                    <a:pt x="4552" y="5127"/>
                    <a:pt x="4651" y="5182"/>
                  </a:cubicBezTo>
                  <a:cubicBezTo>
                    <a:pt x="4671" y="5194"/>
                    <a:pt x="4695" y="5200"/>
                    <a:pt x="4718" y="5200"/>
                  </a:cubicBezTo>
                  <a:cubicBezTo>
                    <a:pt x="4751" y="5200"/>
                    <a:pt x="4783" y="5189"/>
                    <a:pt x="4809" y="5166"/>
                  </a:cubicBezTo>
                  <a:cubicBezTo>
                    <a:pt x="4872" y="5111"/>
                    <a:pt x="4933" y="5053"/>
                    <a:pt x="4995" y="4992"/>
                  </a:cubicBezTo>
                  <a:cubicBezTo>
                    <a:pt x="5055" y="4932"/>
                    <a:pt x="5113" y="4870"/>
                    <a:pt x="5169" y="4806"/>
                  </a:cubicBezTo>
                  <a:cubicBezTo>
                    <a:pt x="5207" y="4763"/>
                    <a:pt x="5213" y="4698"/>
                    <a:pt x="5184" y="4648"/>
                  </a:cubicBezTo>
                  <a:cubicBezTo>
                    <a:pt x="5129" y="4551"/>
                    <a:pt x="5064" y="4446"/>
                    <a:pt x="4995" y="4337"/>
                  </a:cubicBezTo>
                  <a:cubicBezTo>
                    <a:pt x="5138" y="4143"/>
                    <a:pt x="5258" y="3935"/>
                    <a:pt x="5352" y="3720"/>
                  </a:cubicBezTo>
                  <a:cubicBezTo>
                    <a:pt x="5481" y="3726"/>
                    <a:pt x="5603" y="3729"/>
                    <a:pt x="5717" y="3729"/>
                  </a:cubicBezTo>
                  <a:cubicBezTo>
                    <a:pt x="5775" y="3729"/>
                    <a:pt x="5828" y="3692"/>
                    <a:pt x="5846" y="3636"/>
                  </a:cubicBezTo>
                  <a:cubicBezTo>
                    <a:pt x="5902" y="3476"/>
                    <a:pt x="5945" y="3311"/>
                    <a:pt x="5977" y="3145"/>
                  </a:cubicBezTo>
                  <a:cubicBezTo>
                    <a:pt x="5988" y="3088"/>
                    <a:pt x="5962" y="3030"/>
                    <a:pt x="5912" y="3001"/>
                  </a:cubicBezTo>
                  <a:cubicBezTo>
                    <a:pt x="5814" y="2944"/>
                    <a:pt x="5707" y="2885"/>
                    <a:pt x="5591" y="2826"/>
                  </a:cubicBezTo>
                  <a:cubicBezTo>
                    <a:pt x="5617" y="2589"/>
                    <a:pt x="5617" y="2349"/>
                    <a:pt x="5591" y="2114"/>
                  </a:cubicBezTo>
                  <a:cubicBezTo>
                    <a:pt x="5707" y="2054"/>
                    <a:pt x="5814" y="1995"/>
                    <a:pt x="5912" y="1938"/>
                  </a:cubicBezTo>
                  <a:cubicBezTo>
                    <a:pt x="5962" y="1909"/>
                    <a:pt x="5988" y="1851"/>
                    <a:pt x="5978" y="1793"/>
                  </a:cubicBezTo>
                  <a:cubicBezTo>
                    <a:pt x="5946" y="1626"/>
                    <a:pt x="5903" y="1463"/>
                    <a:pt x="5848" y="1301"/>
                  </a:cubicBezTo>
                  <a:cubicBezTo>
                    <a:pt x="5829" y="1245"/>
                    <a:pt x="5776" y="1209"/>
                    <a:pt x="5718" y="1209"/>
                  </a:cubicBezTo>
                  <a:cubicBezTo>
                    <a:pt x="5605" y="1209"/>
                    <a:pt x="5482" y="1212"/>
                    <a:pt x="5353" y="1218"/>
                  </a:cubicBezTo>
                  <a:cubicBezTo>
                    <a:pt x="5259" y="1002"/>
                    <a:pt x="5141" y="795"/>
                    <a:pt x="4996" y="601"/>
                  </a:cubicBezTo>
                  <a:cubicBezTo>
                    <a:pt x="5065" y="491"/>
                    <a:pt x="5131" y="387"/>
                    <a:pt x="5185" y="290"/>
                  </a:cubicBezTo>
                  <a:cubicBezTo>
                    <a:pt x="5214" y="239"/>
                    <a:pt x="5208" y="175"/>
                    <a:pt x="5170" y="131"/>
                  </a:cubicBezTo>
                  <a:cubicBezTo>
                    <a:pt x="5132" y="86"/>
                    <a:pt x="5092" y="43"/>
                    <a:pt x="50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27" name="Google Shape;2060;p56">
              <a:extLst>
                <a:ext uri="{FF2B5EF4-FFF2-40B4-BE49-F238E27FC236}">
                  <a16:creationId xmlns:a16="http://schemas.microsoft.com/office/drawing/2014/main" id="{9036BC57-E0A9-110C-4993-227DD28497C5}"/>
                </a:ext>
              </a:extLst>
            </p:cNvPr>
            <p:cNvSpPr/>
            <p:nvPr/>
          </p:nvSpPr>
          <p:spPr>
            <a:xfrm>
              <a:off x="3161025" y="3596684"/>
              <a:ext cx="41513" cy="40490"/>
            </a:xfrm>
            <a:custGeom>
              <a:avLst/>
              <a:gdLst/>
              <a:ahLst/>
              <a:cxnLst/>
              <a:rect l="l" t="t" r="r" b="b"/>
              <a:pathLst>
                <a:path w="1014" h="989" extrusionOk="0">
                  <a:moveTo>
                    <a:pt x="863" y="1"/>
                  </a:moveTo>
                  <a:cubicBezTo>
                    <a:pt x="828" y="1"/>
                    <a:pt x="793" y="14"/>
                    <a:pt x="766" y="42"/>
                  </a:cubicBezTo>
                  <a:lnTo>
                    <a:pt x="54" y="754"/>
                  </a:lnTo>
                  <a:cubicBezTo>
                    <a:pt x="0" y="808"/>
                    <a:pt x="0" y="893"/>
                    <a:pt x="54" y="948"/>
                  </a:cubicBezTo>
                  <a:cubicBezTo>
                    <a:pt x="81" y="975"/>
                    <a:pt x="116" y="988"/>
                    <a:pt x="151" y="988"/>
                  </a:cubicBezTo>
                  <a:cubicBezTo>
                    <a:pt x="186" y="988"/>
                    <a:pt x="221" y="975"/>
                    <a:pt x="248" y="948"/>
                  </a:cubicBezTo>
                  <a:lnTo>
                    <a:pt x="961" y="236"/>
                  </a:lnTo>
                  <a:cubicBezTo>
                    <a:pt x="1013" y="181"/>
                    <a:pt x="1013" y="96"/>
                    <a:pt x="961" y="42"/>
                  </a:cubicBezTo>
                  <a:cubicBezTo>
                    <a:pt x="934" y="14"/>
                    <a:pt x="899" y="1"/>
                    <a:pt x="8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28" name="Google Shape;2061;p56">
              <a:extLst>
                <a:ext uri="{FF2B5EF4-FFF2-40B4-BE49-F238E27FC236}">
                  <a16:creationId xmlns:a16="http://schemas.microsoft.com/office/drawing/2014/main" id="{5E0E9B31-4BB6-0AD5-3072-7D6284441456}"/>
                </a:ext>
              </a:extLst>
            </p:cNvPr>
            <p:cNvSpPr/>
            <p:nvPr/>
          </p:nvSpPr>
          <p:spPr>
            <a:xfrm>
              <a:off x="3186121" y="3577279"/>
              <a:ext cx="34881" cy="29600"/>
            </a:xfrm>
            <a:custGeom>
              <a:avLst/>
              <a:gdLst/>
              <a:ahLst/>
              <a:cxnLst/>
              <a:rect l="l" t="t" r="r" b="b"/>
              <a:pathLst>
                <a:path w="852" h="723" extrusionOk="0">
                  <a:moveTo>
                    <a:pt x="476" y="1"/>
                  </a:moveTo>
                  <a:lnTo>
                    <a:pt x="54" y="423"/>
                  </a:lnTo>
                  <a:cubicBezTo>
                    <a:pt x="0" y="478"/>
                    <a:pt x="0" y="563"/>
                    <a:pt x="54" y="617"/>
                  </a:cubicBezTo>
                  <a:cubicBezTo>
                    <a:pt x="97" y="659"/>
                    <a:pt x="215" y="723"/>
                    <a:pt x="290" y="723"/>
                  </a:cubicBezTo>
                  <a:cubicBezTo>
                    <a:pt x="310" y="723"/>
                    <a:pt x="327" y="718"/>
                    <a:pt x="339" y="707"/>
                  </a:cubicBezTo>
                  <a:lnTo>
                    <a:pt x="852" y="11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29" name="Google Shape;2062;p56">
              <a:extLst>
                <a:ext uri="{FF2B5EF4-FFF2-40B4-BE49-F238E27FC236}">
                  <a16:creationId xmlns:a16="http://schemas.microsoft.com/office/drawing/2014/main" id="{94D57114-45AC-F210-B12F-F2D18F605B34}"/>
                </a:ext>
              </a:extLst>
            </p:cNvPr>
            <p:cNvSpPr/>
            <p:nvPr/>
          </p:nvSpPr>
          <p:spPr>
            <a:xfrm>
              <a:off x="3188291" y="3577729"/>
              <a:ext cx="33202" cy="34349"/>
            </a:xfrm>
            <a:custGeom>
              <a:avLst/>
              <a:gdLst/>
              <a:ahLst/>
              <a:cxnLst/>
              <a:rect l="l" t="t" r="r" b="b"/>
              <a:pathLst>
                <a:path w="811" h="839" extrusionOk="0">
                  <a:moveTo>
                    <a:pt x="798" y="0"/>
                  </a:moveTo>
                  <a:lnTo>
                    <a:pt x="194" y="605"/>
                  </a:lnTo>
                  <a:cubicBezTo>
                    <a:pt x="167" y="632"/>
                    <a:pt x="132" y="645"/>
                    <a:pt x="97" y="645"/>
                  </a:cubicBezTo>
                  <a:cubicBezTo>
                    <a:pt x="62" y="645"/>
                    <a:pt x="27" y="632"/>
                    <a:pt x="0" y="605"/>
                  </a:cubicBezTo>
                  <a:lnTo>
                    <a:pt x="0" y="605"/>
                  </a:lnTo>
                  <a:lnTo>
                    <a:pt x="194" y="799"/>
                  </a:lnTo>
                  <a:cubicBezTo>
                    <a:pt x="221" y="825"/>
                    <a:pt x="256" y="839"/>
                    <a:pt x="291" y="839"/>
                  </a:cubicBezTo>
                  <a:cubicBezTo>
                    <a:pt x="326" y="839"/>
                    <a:pt x="361" y="825"/>
                    <a:pt x="388" y="799"/>
                  </a:cubicBezTo>
                  <a:lnTo>
                    <a:pt x="810" y="377"/>
                  </a:lnTo>
                  <a:lnTo>
                    <a:pt x="7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30" name="Google Shape;2063;p56">
              <a:extLst>
                <a:ext uri="{FF2B5EF4-FFF2-40B4-BE49-F238E27FC236}">
                  <a16:creationId xmlns:a16="http://schemas.microsoft.com/office/drawing/2014/main" id="{0E7CC37A-AC15-AD6B-F62E-AE118652D023}"/>
                </a:ext>
              </a:extLst>
            </p:cNvPr>
            <p:cNvSpPr/>
            <p:nvPr/>
          </p:nvSpPr>
          <p:spPr>
            <a:xfrm>
              <a:off x="3476590" y="3260362"/>
              <a:ext cx="62024" cy="53795"/>
            </a:xfrm>
            <a:custGeom>
              <a:avLst/>
              <a:gdLst/>
              <a:ahLst/>
              <a:cxnLst/>
              <a:rect l="l" t="t" r="r" b="b"/>
              <a:pathLst>
                <a:path w="1515" h="1314" extrusionOk="0">
                  <a:moveTo>
                    <a:pt x="1141" y="0"/>
                  </a:moveTo>
                  <a:cubicBezTo>
                    <a:pt x="1047" y="0"/>
                    <a:pt x="953" y="36"/>
                    <a:pt x="882" y="107"/>
                  </a:cubicBezTo>
                  <a:lnTo>
                    <a:pt x="1" y="988"/>
                  </a:lnTo>
                  <a:lnTo>
                    <a:pt x="326" y="1313"/>
                  </a:lnTo>
                  <a:cubicBezTo>
                    <a:pt x="326" y="1313"/>
                    <a:pt x="326" y="1313"/>
                    <a:pt x="326" y="1313"/>
                  </a:cubicBezTo>
                  <a:cubicBezTo>
                    <a:pt x="327" y="1313"/>
                    <a:pt x="1192" y="703"/>
                    <a:pt x="1334" y="560"/>
                  </a:cubicBezTo>
                  <a:cubicBezTo>
                    <a:pt x="1515" y="378"/>
                    <a:pt x="1400" y="107"/>
                    <a:pt x="1400" y="107"/>
                  </a:cubicBezTo>
                  <a:cubicBezTo>
                    <a:pt x="1329" y="36"/>
                    <a:pt x="1235" y="0"/>
                    <a:pt x="1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31" name="Google Shape;2064;p56">
              <a:extLst>
                <a:ext uri="{FF2B5EF4-FFF2-40B4-BE49-F238E27FC236}">
                  <a16:creationId xmlns:a16="http://schemas.microsoft.com/office/drawing/2014/main" id="{530A8EEE-4DBA-BD9B-41AB-9D91DC1A7B39}"/>
                </a:ext>
              </a:extLst>
            </p:cNvPr>
            <p:cNvSpPr/>
            <p:nvPr/>
          </p:nvSpPr>
          <p:spPr>
            <a:xfrm>
              <a:off x="3489896" y="3264784"/>
              <a:ext cx="49947" cy="57357"/>
            </a:xfrm>
            <a:custGeom>
              <a:avLst/>
              <a:gdLst/>
              <a:ahLst/>
              <a:cxnLst/>
              <a:rect l="l" t="t" r="r" b="b"/>
              <a:pathLst>
                <a:path w="1220" h="1401" extrusionOk="0">
                  <a:moveTo>
                    <a:pt x="1075" y="0"/>
                  </a:moveTo>
                  <a:cubicBezTo>
                    <a:pt x="1075" y="0"/>
                    <a:pt x="1063" y="145"/>
                    <a:pt x="882" y="325"/>
                  </a:cubicBezTo>
                  <a:lnTo>
                    <a:pt x="1" y="1206"/>
                  </a:lnTo>
                  <a:lnTo>
                    <a:pt x="194" y="1400"/>
                  </a:lnTo>
                  <a:lnTo>
                    <a:pt x="1075" y="519"/>
                  </a:lnTo>
                  <a:cubicBezTo>
                    <a:pt x="1219" y="375"/>
                    <a:pt x="1219" y="143"/>
                    <a:pt x="10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32" name="Google Shape;2065;p56">
              <a:extLst>
                <a:ext uri="{FF2B5EF4-FFF2-40B4-BE49-F238E27FC236}">
                  <a16:creationId xmlns:a16="http://schemas.microsoft.com/office/drawing/2014/main" id="{F00B50D5-2C77-22E1-C8D6-BA7392FD2E69}"/>
                </a:ext>
              </a:extLst>
            </p:cNvPr>
            <p:cNvSpPr/>
            <p:nvPr/>
          </p:nvSpPr>
          <p:spPr>
            <a:xfrm>
              <a:off x="3205568" y="3515091"/>
              <a:ext cx="70130" cy="70130"/>
            </a:xfrm>
            <a:custGeom>
              <a:avLst/>
              <a:gdLst/>
              <a:ahLst/>
              <a:cxnLst/>
              <a:rect l="l" t="t" r="r" b="b"/>
              <a:pathLst>
                <a:path w="1713" h="1713" extrusionOk="0">
                  <a:moveTo>
                    <a:pt x="979" y="1"/>
                  </a:moveTo>
                  <a:lnTo>
                    <a:pt x="0" y="1519"/>
                  </a:lnTo>
                  <a:lnTo>
                    <a:pt x="194" y="1713"/>
                  </a:lnTo>
                  <a:lnTo>
                    <a:pt x="979" y="1347"/>
                  </a:lnTo>
                  <a:lnTo>
                    <a:pt x="1713" y="734"/>
                  </a:lnTo>
                  <a:lnTo>
                    <a:pt x="9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33" name="Google Shape;2066;p56">
              <a:extLst>
                <a:ext uri="{FF2B5EF4-FFF2-40B4-BE49-F238E27FC236}">
                  <a16:creationId xmlns:a16="http://schemas.microsoft.com/office/drawing/2014/main" id="{A8878FFC-5804-4556-1C3E-C32988989E5E}"/>
                </a:ext>
              </a:extLst>
            </p:cNvPr>
            <p:cNvSpPr/>
            <p:nvPr/>
          </p:nvSpPr>
          <p:spPr>
            <a:xfrm>
              <a:off x="3213510" y="3545100"/>
              <a:ext cx="70089" cy="48104"/>
            </a:xfrm>
            <a:custGeom>
              <a:avLst/>
              <a:gdLst/>
              <a:ahLst/>
              <a:cxnLst/>
              <a:rect l="l" t="t" r="r" b="b"/>
              <a:pathLst>
                <a:path w="1712" h="1175" extrusionOk="0">
                  <a:moveTo>
                    <a:pt x="1519" y="1"/>
                  </a:moveTo>
                  <a:lnTo>
                    <a:pt x="0" y="980"/>
                  </a:lnTo>
                  <a:lnTo>
                    <a:pt x="194" y="1174"/>
                  </a:lnTo>
                  <a:lnTo>
                    <a:pt x="1712" y="195"/>
                  </a:lnTo>
                  <a:lnTo>
                    <a:pt x="151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34" name="Google Shape;2067;p56">
              <a:extLst>
                <a:ext uri="{FF2B5EF4-FFF2-40B4-BE49-F238E27FC236}">
                  <a16:creationId xmlns:a16="http://schemas.microsoft.com/office/drawing/2014/main" id="{43671673-B39F-A9B9-5F5F-5723BA2D79E1}"/>
                </a:ext>
              </a:extLst>
            </p:cNvPr>
            <p:cNvSpPr/>
            <p:nvPr/>
          </p:nvSpPr>
          <p:spPr>
            <a:xfrm>
              <a:off x="3245566" y="3287342"/>
              <a:ext cx="262958" cy="257799"/>
            </a:xfrm>
            <a:custGeom>
              <a:avLst/>
              <a:gdLst/>
              <a:ahLst/>
              <a:cxnLst/>
              <a:rect l="l" t="t" r="r" b="b"/>
              <a:pathLst>
                <a:path w="6423" h="6297" extrusionOk="0">
                  <a:moveTo>
                    <a:pt x="5622" y="1"/>
                  </a:moveTo>
                  <a:cubicBezTo>
                    <a:pt x="5587" y="1"/>
                    <a:pt x="5552" y="14"/>
                    <a:pt x="5526" y="40"/>
                  </a:cubicBezTo>
                  <a:lnTo>
                    <a:pt x="5326" y="240"/>
                  </a:lnTo>
                  <a:lnTo>
                    <a:pt x="5262" y="377"/>
                  </a:lnTo>
                  <a:lnTo>
                    <a:pt x="5132" y="433"/>
                  </a:lnTo>
                  <a:lnTo>
                    <a:pt x="0" y="5564"/>
                  </a:lnTo>
                  <a:lnTo>
                    <a:pt x="733" y="6297"/>
                  </a:lnTo>
                  <a:lnTo>
                    <a:pt x="6368" y="883"/>
                  </a:lnTo>
                  <a:cubicBezTo>
                    <a:pt x="6422" y="829"/>
                    <a:pt x="6313" y="634"/>
                    <a:pt x="6259" y="579"/>
                  </a:cubicBezTo>
                  <a:lnTo>
                    <a:pt x="5719" y="40"/>
                  </a:lnTo>
                  <a:cubicBezTo>
                    <a:pt x="5692" y="14"/>
                    <a:pt x="5657" y="1"/>
                    <a:pt x="56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35" name="Google Shape;2068;p56">
              <a:extLst>
                <a:ext uri="{FF2B5EF4-FFF2-40B4-BE49-F238E27FC236}">
                  <a16:creationId xmlns:a16="http://schemas.microsoft.com/office/drawing/2014/main" id="{0EFD7FF2-76B6-D777-4DFB-EC2E53D04FD2}"/>
                </a:ext>
              </a:extLst>
            </p:cNvPr>
            <p:cNvSpPr/>
            <p:nvPr/>
          </p:nvSpPr>
          <p:spPr>
            <a:xfrm>
              <a:off x="3275657" y="3311046"/>
              <a:ext cx="236224" cy="242037"/>
            </a:xfrm>
            <a:custGeom>
              <a:avLst/>
              <a:gdLst/>
              <a:ahLst/>
              <a:cxnLst/>
              <a:rect l="l" t="t" r="r" b="b"/>
              <a:pathLst>
                <a:path w="5770" h="5912" extrusionOk="0">
                  <a:moveTo>
                    <a:pt x="5524" y="0"/>
                  </a:moveTo>
                  <a:lnTo>
                    <a:pt x="5526" y="3"/>
                  </a:lnTo>
                  <a:lnTo>
                    <a:pt x="5526" y="3"/>
                  </a:lnTo>
                  <a:cubicBezTo>
                    <a:pt x="5525" y="2"/>
                    <a:pt x="5525" y="1"/>
                    <a:pt x="5524" y="0"/>
                  </a:cubicBezTo>
                  <a:close/>
                  <a:moveTo>
                    <a:pt x="5526" y="3"/>
                  </a:moveTo>
                  <a:cubicBezTo>
                    <a:pt x="5578" y="56"/>
                    <a:pt x="5577" y="142"/>
                    <a:pt x="5524" y="194"/>
                  </a:cubicBezTo>
                  <a:lnTo>
                    <a:pt x="1" y="5718"/>
                  </a:lnTo>
                  <a:lnTo>
                    <a:pt x="194" y="5912"/>
                  </a:lnTo>
                  <a:lnTo>
                    <a:pt x="5717" y="389"/>
                  </a:lnTo>
                  <a:cubicBezTo>
                    <a:pt x="5770" y="335"/>
                    <a:pt x="5770" y="249"/>
                    <a:pt x="5717" y="194"/>
                  </a:cubicBezTo>
                  <a:lnTo>
                    <a:pt x="5526" y="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36" name="Google Shape;2069;p56">
              <a:extLst>
                <a:ext uri="{FF2B5EF4-FFF2-40B4-BE49-F238E27FC236}">
                  <a16:creationId xmlns:a16="http://schemas.microsoft.com/office/drawing/2014/main" id="{0016B5F0-600A-04E1-6ACA-1DB4E99C6AAB}"/>
                </a:ext>
              </a:extLst>
            </p:cNvPr>
            <p:cNvSpPr/>
            <p:nvPr/>
          </p:nvSpPr>
          <p:spPr>
            <a:xfrm>
              <a:off x="3424678" y="3297085"/>
              <a:ext cx="99320" cy="158356"/>
            </a:xfrm>
            <a:custGeom>
              <a:avLst/>
              <a:gdLst/>
              <a:ahLst/>
              <a:cxnLst/>
              <a:rect l="l" t="t" r="r" b="b"/>
              <a:pathLst>
                <a:path w="2426" h="3868" extrusionOk="0">
                  <a:moveTo>
                    <a:pt x="953" y="1"/>
                  </a:moveTo>
                  <a:lnTo>
                    <a:pt x="760" y="194"/>
                  </a:lnTo>
                  <a:lnTo>
                    <a:pt x="1493" y="927"/>
                  </a:lnTo>
                  <a:lnTo>
                    <a:pt x="1611" y="1014"/>
                  </a:lnTo>
                  <a:lnTo>
                    <a:pt x="1687" y="1121"/>
                  </a:lnTo>
                  <a:lnTo>
                    <a:pt x="2075" y="1509"/>
                  </a:lnTo>
                  <a:cubicBezTo>
                    <a:pt x="2120" y="1555"/>
                    <a:pt x="2141" y="1619"/>
                    <a:pt x="2133" y="1683"/>
                  </a:cubicBezTo>
                  <a:cubicBezTo>
                    <a:pt x="2123" y="1748"/>
                    <a:pt x="2086" y="1804"/>
                    <a:pt x="2029" y="1835"/>
                  </a:cubicBezTo>
                  <a:cubicBezTo>
                    <a:pt x="1565" y="2095"/>
                    <a:pt x="938" y="2477"/>
                    <a:pt x="593" y="2823"/>
                  </a:cubicBezTo>
                  <a:cubicBezTo>
                    <a:pt x="223" y="3194"/>
                    <a:pt x="107" y="3483"/>
                    <a:pt x="30" y="3674"/>
                  </a:cubicBezTo>
                  <a:lnTo>
                    <a:pt x="28" y="3680"/>
                  </a:lnTo>
                  <a:cubicBezTo>
                    <a:pt x="1" y="3749"/>
                    <a:pt x="34" y="3830"/>
                    <a:pt x="104" y="3858"/>
                  </a:cubicBezTo>
                  <a:cubicBezTo>
                    <a:pt x="120" y="3864"/>
                    <a:pt x="138" y="3867"/>
                    <a:pt x="155" y="3867"/>
                  </a:cubicBezTo>
                  <a:cubicBezTo>
                    <a:pt x="208" y="3867"/>
                    <a:pt x="260" y="3836"/>
                    <a:pt x="283" y="3780"/>
                  </a:cubicBezTo>
                  <a:lnTo>
                    <a:pt x="286" y="3775"/>
                  </a:lnTo>
                  <a:cubicBezTo>
                    <a:pt x="358" y="3594"/>
                    <a:pt x="457" y="3346"/>
                    <a:pt x="789" y="3015"/>
                  </a:cubicBezTo>
                  <a:cubicBezTo>
                    <a:pt x="1129" y="2674"/>
                    <a:pt x="1796" y="2278"/>
                    <a:pt x="2164" y="2073"/>
                  </a:cubicBezTo>
                  <a:cubicBezTo>
                    <a:pt x="2296" y="1999"/>
                    <a:pt x="2383" y="1870"/>
                    <a:pt x="2404" y="1720"/>
                  </a:cubicBezTo>
                  <a:cubicBezTo>
                    <a:pt x="2425" y="1569"/>
                    <a:pt x="2375" y="1422"/>
                    <a:pt x="2268" y="1315"/>
                  </a:cubicBezTo>
                  <a:lnTo>
                    <a:pt x="1881" y="927"/>
                  </a:lnTo>
                  <a:lnTo>
                    <a:pt x="1777" y="853"/>
                  </a:lnTo>
                  <a:lnTo>
                    <a:pt x="1687" y="734"/>
                  </a:lnTo>
                  <a:lnTo>
                    <a:pt x="9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037" name="Google Shape;2070;p56">
              <a:extLst>
                <a:ext uri="{FF2B5EF4-FFF2-40B4-BE49-F238E27FC236}">
                  <a16:creationId xmlns:a16="http://schemas.microsoft.com/office/drawing/2014/main" id="{C0367828-D0A4-826A-575F-7B3A98E6E5DE}"/>
                </a:ext>
              </a:extLst>
            </p:cNvPr>
            <p:cNvSpPr/>
            <p:nvPr/>
          </p:nvSpPr>
          <p:spPr>
            <a:xfrm>
              <a:off x="3485679" y="3327135"/>
              <a:ext cx="15926" cy="15967"/>
            </a:xfrm>
            <a:custGeom>
              <a:avLst/>
              <a:gdLst/>
              <a:ahLst/>
              <a:cxnLst/>
              <a:rect l="l" t="t" r="r" b="b"/>
              <a:pathLst>
                <a:path w="389" h="390" extrusionOk="0">
                  <a:moveTo>
                    <a:pt x="194" y="1"/>
                  </a:moveTo>
                  <a:lnTo>
                    <a:pt x="0" y="195"/>
                  </a:lnTo>
                  <a:lnTo>
                    <a:pt x="194" y="389"/>
                  </a:lnTo>
                  <a:lnTo>
                    <a:pt x="389" y="195"/>
                  </a:lnTo>
                  <a:lnTo>
                    <a:pt x="1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47"/>
          <p:cNvSpPr/>
          <p:nvPr/>
        </p:nvSpPr>
        <p:spPr>
          <a:xfrm>
            <a:off x="8878260" y="9052560"/>
            <a:ext cx="1600560" cy="16005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19420" tIns="219420" rIns="219420" bIns="219420" anchor="ctr" anchorCtr="0">
            <a:noAutofit/>
          </a:bodyPr>
          <a:lstStyle/>
          <a:p>
            <a:endParaRPr sz="10752"/>
          </a:p>
        </p:txBody>
      </p:sp>
      <p:sp>
        <p:nvSpPr>
          <p:cNvPr id="1097" name="Google Shape;1097;p47"/>
          <p:cNvSpPr/>
          <p:nvPr/>
        </p:nvSpPr>
        <p:spPr>
          <a:xfrm>
            <a:off x="8878260" y="14767560"/>
            <a:ext cx="1600560" cy="16005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19420" tIns="219420" rIns="219420" bIns="219420" anchor="ctr" anchorCtr="0">
            <a:noAutofit/>
          </a:bodyPr>
          <a:lstStyle/>
          <a:p>
            <a:endParaRPr sz="10752"/>
          </a:p>
        </p:txBody>
      </p:sp>
      <p:sp>
        <p:nvSpPr>
          <p:cNvPr id="1098" name="Google Shape;1098;p47"/>
          <p:cNvSpPr/>
          <p:nvPr/>
        </p:nvSpPr>
        <p:spPr>
          <a:xfrm flipH="1">
            <a:off x="7758480" y="11910060"/>
            <a:ext cx="1600560" cy="16005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19420" tIns="219420" rIns="219420" bIns="219420" anchor="ctr" anchorCtr="0">
            <a:noAutofit/>
          </a:bodyPr>
          <a:lstStyle/>
          <a:p>
            <a:endParaRPr sz="10752"/>
          </a:p>
        </p:txBody>
      </p:sp>
      <p:sp>
        <p:nvSpPr>
          <p:cNvPr id="1099" name="Google Shape;1099;p47"/>
          <p:cNvSpPr/>
          <p:nvPr/>
        </p:nvSpPr>
        <p:spPr>
          <a:xfrm flipH="1">
            <a:off x="12627660" y="9052560"/>
            <a:ext cx="1600560" cy="16005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19420" tIns="219420" rIns="219420" bIns="219420" anchor="ctr" anchorCtr="0">
            <a:noAutofit/>
          </a:bodyPr>
          <a:lstStyle/>
          <a:p>
            <a:endParaRPr sz="10752"/>
          </a:p>
        </p:txBody>
      </p:sp>
      <p:sp>
        <p:nvSpPr>
          <p:cNvPr id="1101" name="Google Shape;1101;p47"/>
          <p:cNvSpPr txBox="1">
            <a:spLocks noGrp="1"/>
          </p:cNvSpPr>
          <p:nvPr>
            <p:ph type="title"/>
          </p:nvPr>
        </p:nvSpPr>
        <p:spPr>
          <a:xfrm>
            <a:off x="2913691" y="8155864"/>
            <a:ext cx="5607360" cy="1266480"/>
          </a:xfrm>
          <a:prstGeom prst="rect">
            <a:avLst/>
          </a:prstGeom>
        </p:spPr>
        <p:txBody>
          <a:bodyPr spcFirstLastPara="1" wrap="square" lIns="219420" tIns="219420" rIns="219420" bIns="219420" anchor="ctr" anchorCtr="0">
            <a:noAutofit/>
          </a:bodyPr>
          <a:lstStyle/>
          <a:p>
            <a:r>
              <a:rPr lang="en-US" dirty="0"/>
              <a:t>LM317 Voltage Regulator</a:t>
            </a:r>
            <a:endParaRPr dirty="0"/>
          </a:p>
        </p:txBody>
      </p:sp>
      <p:sp>
        <p:nvSpPr>
          <p:cNvPr id="1102" name="Google Shape;1102;p47"/>
          <p:cNvSpPr txBox="1">
            <a:spLocks noGrp="1"/>
          </p:cNvSpPr>
          <p:nvPr>
            <p:ph type="subTitle" idx="1"/>
          </p:nvPr>
        </p:nvSpPr>
        <p:spPr>
          <a:xfrm>
            <a:off x="2794487" y="9308195"/>
            <a:ext cx="5607360" cy="1424160"/>
          </a:xfrm>
          <a:prstGeom prst="rect">
            <a:avLst/>
          </a:prstGeom>
        </p:spPr>
        <p:txBody>
          <a:bodyPr spcFirstLastPara="1" wrap="square" lIns="219420" tIns="219420" rIns="219420" bIns="219420" anchor="t" anchorCtr="0">
            <a:noAutofit/>
          </a:bodyPr>
          <a:lstStyle/>
          <a:p>
            <a:pPr marL="0" indent="0"/>
            <a:r>
              <a:rPr lang="en" dirty="0"/>
              <a:t>For the positive Rail to provide +15v Regulated output</a:t>
            </a:r>
            <a:endParaRPr dirty="0"/>
          </a:p>
        </p:txBody>
      </p:sp>
      <p:sp>
        <p:nvSpPr>
          <p:cNvPr id="1105" name="Google Shape;1105;p47"/>
          <p:cNvSpPr txBox="1">
            <a:spLocks noGrp="1"/>
          </p:cNvSpPr>
          <p:nvPr>
            <p:ph type="title" idx="4"/>
          </p:nvPr>
        </p:nvSpPr>
        <p:spPr>
          <a:xfrm>
            <a:off x="7830814" y="11998289"/>
            <a:ext cx="1455840" cy="1424160"/>
          </a:xfrm>
          <a:prstGeom prst="rect">
            <a:avLst/>
          </a:prstGeom>
        </p:spPr>
        <p:txBody>
          <a:bodyPr spcFirstLastPara="1" wrap="square" lIns="219420" tIns="219420" rIns="219420" bIns="219420" anchor="ctr" anchorCtr="0">
            <a:noAutofit/>
          </a:bodyPr>
          <a:lstStyle/>
          <a:p>
            <a:r>
              <a:rPr lang="en"/>
              <a:t>02</a:t>
            </a:r>
            <a:endParaRPr/>
          </a:p>
        </p:txBody>
      </p:sp>
      <p:sp>
        <p:nvSpPr>
          <p:cNvPr id="1106" name="Google Shape;1106;p47"/>
          <p:cNvSpPr txBox="1">
            <a:spLocks noGrp="1"/>
          </p:cNvSpPr>
          <p:nvPr>
            <p:ph type="title" idx="5"/>
          </p:nvPr>
        </p:nvSpPr>
        <p:spPr>
          <a:xfrm>
            <a:off x="1768740" y="11360825"/>
            <a:ext cx="5607360" cy="1266480"/>
          </a:xfrm>
          <a:prstGeom prst="rect">
            <a:avLst/>
          </a:prstGeom>
        </p:spPr>
        <p:txBody>
          <a:bodyPr spcFirstLastPara="1" wrap="square" lIns="219420" tIns="219420" rIns="219420" bIns="219420" anchor="ctr" anchorCtr="0">
            <a:noAutofit/>
          </a:bodyPr>
          <a:lstStyle/>
          <a:p>
            <a:r>
              <a:rPr lang="en-US" dirty="0"/>
              <a:t>LM7915 Voltage</a:t>
            </a:r>
            <a:br>
              <a:rPr lang="en-US" dirty="0"/>
            </a:br>
            <a:r>
              <a:rPr lang="en-US" dirty="0"/>
              <a:t>Regulator </a:t>
            </a:r>
            <a:endParaRPr dirty="0"/>
          </a:p>
        </p:txBody>
      </p:sp>
      <p:sp>
        <p:nvSpPr>
          <p:cNvPr id="1107" name="Google Shape;1107;p47"/>
          <p:cNvSpPr txBox="1">
            <a:spLocks noGrp="1"/>
          </p:cNvSpPr>
          <p:nvPr>
            <p:ph type="subTitle" idx="6"/>
          </p:nvPr>
        </p:nvSpPr>
        <p:spPr>
          <a:xfrm>
            <a:off x="1768380" y="12506974"/>
            <a:ext cx="5607360" cy="1424160"/>
          </a:xfrm>
          <a:prstGeom prst="rect">
            <a:avLst/>
          </a:prstGeom>
        </p:spPr>
        <p:txBody>
          <a:bodyPr spcFirstLastPara="1" wrap="square" lIns="219420" tIns="219420" rIns="219420" bIns="219420" anchor="t" anchorCtr="0">
            <a:noAutofit/>
          </a:bodyPr>
          <a:lstStyle/>
          <a:p>
            <a:pPr marL="0" indent="0"/>
            <a:r>
              <a:rPr lang="en" dirty="0"/>
              <a:t>Provides -15v Regulated output</a:t>
            </a:r>
            <a:endParaRPr dirty="0"/>
          </a:p>
        </p:txBody>
      </p:sp>
      <p:sp>
        <p:nvSpPr>
          <p:cNvPr id="1108" name="Google Shape;1108;p47"/>
          <p:cNvSpPr txBox="1">
            <a:spLocks noGrp="1"/>
          </p:cNvSpPr>
          <p:nvPr>
            <p:ph type="title" idx="7"/>
          </p:nvPr>
        </p:nvSpPr>
        <p:spPr>
          <a:xfrm>
            <a:off x="2914051" y="14232665"/>
            <a:ext cx="5607360" cy="1266480"/>
          </a:xfrm>
          <a:prstGeom prst="rect">
            <a:avLst/>
          </a:prstGeom>
        </p:spPr>
        <p:txBody>
          <a:bodyPr spcFirstLastPara="1" wrap="square" lIns="219420" tIns="219420" rIns="219420" bIns="219420" anchor="ctr" anchorCtr="0">
            <a:noAutofit/>
          </a:bodyPr>
          <a:lstStyle/>
          <a:p>
            <a:r>
              <a:rPr lang="en" dirty="0"/>
              <a:t>Transformer</a:t>
            </a:r>
            <a:endParaRPr dirty="0"/>
          </a:p>
        </p:txBody>
      </p:sp>
      <p:sp>
        <p:nvSpPr>
          <p:cNvPr id="1109" name="Google Shape;1109;p47"/>
          <p:cNvSpPr txBox="1">
            <a:spLocks noGrp="1"/>
          </p:cNvSpPr>
          <p:nvPr>
            <p:ph type="subTitle" idx="8"/>
          </p:nvPr>
        </p:nvSpPr>
        <p:spPr>
          <a:xfrm>
            <a:off x="2913691" y="15378737"/>
            <a:ext cx="5607360" cy="1424160"/>
          </a:xfrm>
          <a:prstGeom prst="rect">
            <a:avLst/>
          </a:prstGeom>
        </p:spPr>
        <p:txBody>
          <a:bodyPr spcFirstLastPara="1" wrap="square" lIns="219420" tIns="219420" rIns="219420" bIns="219420" anchor="t" anchorCtr="0">
            <a:noAutofit/>
          </a:bodyPr>
          <a:lstStyle/>
          <a:p>
            <a:pPr marL="0" indent="0"/>
            <a:r>
              <a:rPr lang="en" dirty="0"/>
              <a:t>For low electromagnetic noise coupling</a:t>
            </a:r>
            <a:endParaRPr dirty="0"/>
          </a:p>
        </p:txBody>
      </p:sp>
      <p:sp>
        <p:nvSpPr>
          <p:cNvPr id="1110" name="Google Shape;1110;p47"/>
          <p:cNvSpPr txBox="1">
            <a:spLocks noGrp="1"/>
          </p:cNvSpPr>
          <p:nvPr>
            <p:ph type="title" idx="9"/>
          </p:nvPr>
        </p:nvSpPr>
        <p:spPr>
          <a:xfrm>
            <a:off x="29012400" y="12877380"/>
            <a:ext cx="5607360" cy="1266480"/>
          </a:xfrm>
          <a:prstGeom prst="rect">
            <a:avLst/>
          </a:prstGeom>
        </p:spPr>
        <p:txBody>
          <a:bodyPr spcFirstLastPara="1" wrap="square" lIns="219420" tIns="219420" rIns="219420" bIns="219420" anchor="ctr" anchorCtr="0">
            <a:noAutofit/>
          </a:bodyPr>
          <a:lstStyle/>
          <a:p>
            <a:endParaRPr dirty="0"/>
          </a:p>
        </p:txBody>
      </p:sp>
      <p:sp>
        <p:nvSpPr>
          <p:cNvPr id="1114" name="Google Shape;1114;p47"/>
          <p:cNvSpPr txBox="1">
            <a:spLocks noGrp="1"/>
          </p:cNvSpPr>
          <p:nvPr>
            <p:ph type="title" idx="16"/>
          </p:nvPr>
        </p:nvSpPr>
        <p:spPr>
          <a:xfrm>
            <a:off x="14610600" y="8489736"/>
            <a:ext cx="5607360" cy="1266480"/>
          </a:xfrm>
          <a:prstGeom prst="rect">
            <a:avLst/>
          </a:prstGeom>
        </p:spPr>
        <p:txBody>
          <a:bodyPr spcFirstLastPara="1" wrap="square" lIns="219420" tIns="219420" rIns="219420" bIns="219420" anchor="ctr" anchorCtr="0">
            <a:noAutofit/>
          </a:bodyPr>
          <a:lstStyle/>
          <a:p>
            <a:r>
              <a:rPr lang="en" dirty="0"/>
              <a:t>Resistors </a:t>
            </a:r>
            <a:endParaRPr dirty="0"/>
          </a:p>
        </p:txBody>
      </p:sp>
      <p:sp>
        <p:nvSpPr>
          <p:cNvPr id="1115" name="Google Shape;1115;p47"/>
          <p:cNvSpPr txBox="1">
            <a:spLocks noGrp="1"/>
          </p:cNvSpPr>
          <p:nvPr>
            <p:ph type="subTitle" idx="17"/>
          </p:nvPr>
        </p:nvSpPr>
        <p:spPr>
          <a:xfrm>
            <a:off x="14610240" y="9635117"/>
            <a:ext cx="5607360" cy="1424160"/>
          </a:xfrm>
          <a:prstGeom prst="rect">
            <a:avLst/>
          </a:prstGeom>
        </p:spPr>
        <p:txBody>
          <a:bodyPr spcFirstLastPara="1" wrap="square" lIns="219420" tIns="219420" rIns="219420" bIns="219420" anchor="t" anchorCtr="0">
            <a:noAutofit/>
          </a:bodyPr>
          <a:lstStyle/>
          <a:p>
            <a:pPr marL="0" indent="0"/>
            <a:r>
              <a:rPr lang="en" dirty="0"/>
              <a:t>R</a:t>
            </a:r>
            <a:r>
              <a:rPr lang="en-US" dirty="0"/>
              <a:t>1 = </a:t>
            </a:r>
            <a:r>
              <a:rPr lang="el-GR" dirty="0"/>
              <a:t>240Ω</a:t>
            </a:r>
            <a:endParaRPr lang="en-US" dirty="0"/>
          </a:p>
          <a:p>
            <a:pPr marL="0" indent="0"/>
            <a:r>
              <a:rPr lang="en-US" dirty="0"/>
              <a:t>R2 = </a:t>
            </a:r>
            <a:r>
              <a:rPr lang="el-GR" dirty="0"/>
              <a:t>2</a:t>
            </a:r>
            <a:r>
              <a:rPr lang="en-US" dirty="0"/>
              <a:t>70</a:t>
            </a:r>
            <a:r>
              <a:rPr lang="el-GR" dirty="0"/>
              <a:t>0Ω</a:t>
            </a:r>
            <a:endParaRPr dirty="0"/>
          </a:p>
        </p:txBody>
      </p:sp>
      <p:sp>
        <p:nvSpPr>
          <p:cNvPr id="1116" name="Google Shape;1116;p47"/>
          <p:cNvSpPr txBox="1">
            <a:spLocks noGrp="1"/>
          </p:cNvSpPr>
          <p:nvPr>
            <p:ph type="title" idx="18"/>
          </p:nvPr>
        </p:nvSpPr>
        <p:spPr>
          <a:xfrm rot="3399">
            <a:off x="12699653" y="9150622"/>
            <a:ext cx="1456560" cy="1423440"/>
          </a:xfrm>
          <a:prstGeom prst="rect">
            <a:avLst/>
          </a:prstGeom>
        </p:spPr>
        <p:txBody>
          <a:bodyPr spcFirstLastPara="1" wrap="square" lIns="219420" tIns="219420" rIns="219420" bIns="219420" anchor="ctr" anchorCtr="0">
            <a:noAutofit/>
          </a:bodyPr>
          <a:lstStyle/>
          <a:p>
            <a:r>
              <a:rPr lang="en" dirty="0"/>
              <a:t>04</a:t>
            </a:r>
            <a:endParaRPr dirty="0"/>
          </a:p>
        </p:txBody>
      </p:sp>
      <p:sp>
        <p:nvSpPr>
          <p:cNvPr id="1117" name="Google Shape;1117;p47"/>
          <p:cNvSpPr txBox="1">
            <a:spLocks noGrp="1"/>
          </p:cNvSpPr>
          <p:nvPr>
            <p:ph type="title" idx="19"/>
          </p:nvPr>
        </p:nvSpPr>
        <p:spPr>
          <a:xfrm rot="1700">
            <a:off x="8903423" y="9052920"/>
            <a:ext cx="1455840" cy="1424160"/>
          </a:xfrm>
          <a:prstGeom prst="rect">
            <a:avLst/>
          </a:prstGeom>
        </p:spPr>
        <p:txBody>
          <a:bodyPr spcFirstLastPara="1" wrap="square" lIns="219420" tIns="219420" rIns="219420" bIns="219420" anchor="ctr" anchorCtr="0">
            <a:noAutofit/>
          </a:bodyPr>
          <a:lstStyle/>
          <a:p>
            <a:r>
              <a:rPr lang="en" dirty="0"/>
              <a:t>01</a:t>
            </a:r>
            <a:endParaRPr dirty="0"/>
          </a:p>
        </p:txBody>
      </p:sp>
      <p:sp>
        <p:nvSpPr>
          <p:cNvPr id="1118" name="Google Shape;1118;p47"/>
          <p:cNvSpPr txBox="1">
            <a:spLocks noGrp="1"/>
          </p:cNvSpPr>
          <p:nvPr>
            <p:ph type="title" idx="20"/>
          </p:nvPr>
        </p:nvSpPr>
        <p:spPr>
          <a:xfrm rot="1699">
            <a:off x="8950270" y="14855734"/>
            <a:ext cx="1456560" cy="1424160"/>
          </a:xfrm>
          <a:prstGeom prst="rect">
            <a:avLst/>
          </a:prstGeom>
        </p:spPr>
        <p:txBody>
          <a:bodyPr spcFirstLastPara="1" wrap="square" lIns="219420" tIns="219420" rIns="219420" bIns="219420" anchor="ctr" anchorCtr="0">
            <a:noAutofit/>
          </a:bodyPr>
          <a:lstStyle/>
          <a:p>
            <a:r>
              <a:rPr lang="en"/>
              <a:t>03</a:t>
            </a:r>
            <a:endParaRPr/>
          </a:p>
        </p:txBody>
      </p:sp>
      <p:sp>
        <p:nvSpPr>
          <p:cNvPr id="3" name="Google Shape;1086;p46">
            <a:extLst>
              <a:ext uri="{FF2B5EF4-FFF2-40B4-BE49-F238E27FC236}">
                <a16:creationId xmlns:a16="http://schemas.microsoft.com/office/drawing/2014/main" id="{1B64A82D-DB46-53ED-0CA8-47E8740D5D67}"/>
              </a:ext>
            </a:extLst>
          </p:cNvPr>
          <p:cNvSpPr txBox="1">
            <a:spLocks/>
          </p:cNvSpPr>
          <p:nvPr/>
        </p:nvSpPr>
        <p:spPr>
          <a:xfrm>
            <a:off x="-3879360" y="1181700"/>
            <a:ext cx="18489600" cy="135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420" tIns="219420" rIns="219420" bIns="21942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4800" b="1" i="0" u="none" strike="noStrike" cap="none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576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576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576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576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576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576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576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576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n-US" sz="6600" dirty="0"/>
              <a:t>Design Requirements Evaluation</a:t>
            </a:r>
          </a:p>
        </p:txBody>
      </p:sp>
      <p:sp>
        <p:nvSpPr>
          <p:cNvPr id="10" name="Google Shape;1099;p47">
            <a:extLst>
              <a:ext uri="{FF2B5EF4-FFF2-40B4-BE49-F238E27FC236}">
                <a16:creationId xmlns:a16="http://schemas.microsoft.com/office/drawing/2014/main" id="{5E9183B9-014D-A7CE-7CFA-A0CE8931D4CA}"/>
              </a:ext>
            </a:extLst>
          </p:cNvPr>
          <p:cNvSpPr/>
          <p:nvPr/>
        </p:nvSpPr>
        <p:spPr>
          <a:xfrm flipH="1">
            <a:off x="12556357" y="12710340"/>
            <a:ext cx="1600560" cy="16005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19420" tIns="219420" rIns="219420" bIns="219420" anchor="ctr" anchorCtr="0">
            <a:noAutofit/>
          </a:bodyPr>
          <a:lstStyle/>
          <a:p>
            <a:r>
              <a:rPr kumimoji="0" lang="en" sz="4080" b="1" i="0" u="none" strike="noStrike" kern="0" cap="none" spc="0" normalizeH="0" baseline="0" noProof="0" dirty="0">
                <a:ln>
                  <a:noFill/>
                </a:ln>
                <a:solidFill>
                  <a:srgbClr val="FBFFFF"/>
                </a:solidFill>
                <a:effectLst/>
                <a:uLnTx/>
                <a:uFillTx/>
                <a:latin typeface="Space Grotesk"/>
                <a:cs typeface="Space Grotesk"/>
                <a:sym typeface="Space Grotesk"/>
              </a:rPr>
              <a:t>05</a:t>
            </a:r>
            <a:endParaRPr sz="10752" dirty="0"/>
          </a:p>
        </p:txBody>
      </p:sp>
      <p:sp>
        <p:nvSpPr>
          <p:cNvPr id="11" name="Google Shape;1114;p47">
            <a:extLst>
              <a:ext uri="{FF2B5EF4-FFF2-40B4-BE49-F238E27FC236}">
                <a16:creationId xmlns:a16="http://schemas.microsoft.com/office/drawing/2014/main" id="{08229AA5-EE67-C878-0B2C-2A30A6394D19}"/>
              </a:ext>
            </a:extLst>
          </p:cNvPr>
          <p:cNvSpPr txBox="1">
            <a:spLocks/>
          </p:cNvSpPr>
          <p:nvPr/>
        </p:nvSpPr>
        <p:spPr>
          <a:xfrm>
            <a:off x="14610240" y="12569782"/>
            <a:ext cx="5607360" cy="126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420" tIns="219420" rIns="219420" bIns="21942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4800" b="1" i="0" u="none" strike="noStrike" cap="none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576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576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576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576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576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576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576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576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n-US" dirty="0"/>
              <a:t>Load Current </a:t>
            </a:r>
          </a:p>
        </p:txBody>
      </p:sp>
      <p:sp>
        <p:nvSpPr>
          <p:cNvPr id="13" name="Google Shape;1115;p47">
            <a:extLst>
              <a:ext uri="{FF2B5EF4-FFF2-40B4-BE49-F238E27FC236}">
                <a16:creationId xmlns:a16="http://schemas.microsoft.com/office/drawing/2014/main" id="{1C30E2E5-B2AC-B69B-206F-31CF4C95EE70}"/>
              </a:ext>
            </a:extLst>
          </p:cNvPr>
          <p:cNvSpPr txBox="1">
            <a:spLocks/>
          </p:cNvSpPr>
          <p:nvPr/>
        </p:nvSpPr>
        <p:spPr>
          <a:xfrm>
            <a:off x="14569860" y="13520585"/>
            <a:ext cx="5607360" cy="142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420" tIns="219420" rIns="219420" bIns="21942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336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336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336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336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336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336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336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336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3840"/>
              </a:spcBef>
              <a:spcAft>
                <a:spcPts val="3840"/>
              </a:spcAft>
              <a:buClr>
                <a:schemeClr val="dk1"/>
              </a:buClr>
              <a:buSzPts val="1400"/>
              <a:buFont typeface="Barlow"/>
              <a:buNone/>
              <a:defRPr sz="336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r>
              <a:rPr lang="en-US" dirty="0"/>
              <a:t>I = 15V/60</a:t>
            </a:r>
            <a:r>
              <a:rPr lang="el-GR" dirty="0"/>
              <a:t>Ω</a:t>
            </a:r>
            <a:r>
              <a:rPr lang="en-US" dirty="0"/>
              <a:t> = 250mA</a:t>
            </a:r>
            <a:endParaRPr lang="el-GR" dirty="0"/>
          </a:p>
        </p:txBody>
      </p:sp>
      <p:sp>
        <p:nvSpPr>
          <p:cNvPr id="14" name="Google Shape;1099;p47">
            <a:extLst>
              <a:ext uri="{FF2B5EF4-FFF2-40B4-BE49-F238E27FC236}">
                <a16:creationId xmlns:a16="http://schemas.microsoft.com/office/drawing/2014/main" id="{F1C5D1FC-236D-9424-273C-4BA7EF8F130B}"/>
              </a:ext>
            </a:extLst>
          </p:cNvPr>
          <p:cNvSpPr/>
          <p:nvPr/>
        </p:nvSpPr>
        <p:spPr>
          <a:xfrm flipH="1">
            <a:off x="12556357" y="15569100"/>
            <a:ext cx="1600560" cy="16005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19420" tIns="219420" rIns="219420" bIns="219420" anchor="ctr" anchorCtr="0">
            <a:noAutofit/>
          </a:bodyPr>
          <a:lstStyle/>
          <a:p>
            <a:r>
              <a:rPr kumimoji="0" lang="en" sz="4080" b="1" i="0" u="none" strike="noStrike" kern="0" cap="none" spc="0" normalizeH="0" baseline="0" noProof="0" dirty="0">
                <a:ln>
                  <a:noFill/>
                </a:ln>
                <a:solidFill>
                  <a:srgbClr val="FBFFFF"/>
                </a:solidFill>
                <a:effectLst/>
                <a:uLnTx/>
                <a:uFillTx/>
                <a:latin typeface="Space Grotesk"/>
                <a:cs typeface="Space Grotesk"/>
                <a:sym typeface="Space Grotesk"/>
              </a:rPr>
              <a:t>06</a:t>
            </a:r>
            <a:endParaRPr sz="10752" dirty="0"/>
          </a:p>
        </p:txBody>
      </p:sp>
      <p:sp>
        <p:nvSpPr>
          <p:cNvPr id="19" name="Google Shape;1114;p47">
            <a:extLst>
              <a:ext uri="{FF2B5EF4-FFF2-40B4-BE49-F238E27FC236}">
                <a16:creationId xmlns:a16="http://schemas.microsoft.com/office/drawing/2014/main" id="{CA4A0EDA-2DB2-472A-5DE0-E57D31C5E1DC}"/>
              </a:ext>
            </a:extLst>
          </p:cNvPr>
          <p:cNvSpPr txBox="1">
            <a:spLocks/>
          </p:cNvSpPr>
          <p:nvPr/>
        </p:nvSpPr>
        <p:spPr>
          <a:xfrm>
            <a:off x="14610240" y="15101640"/>
            <a:ext cx="5607360" cy="126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420" tIns="219420" rIns="219420" bIns="21942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4800" b="1" i="0" u="none" strike="noStrike" cap="none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576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576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576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576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576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576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576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576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n-US" dirty="0"/>
              <a:t>Output voltage </a:t>
            </a:r>
          </a:p>
        </p:txBody>
      </p:sp>
      <p:sp>
        <p:nvSpPr>
          <p:cNvPr id="20" name="Google Shape;1115;p47">
            <a:extLst>
              <a:ext uri="{FF2B5EF4-FFF2-40B4-BE49-F238E27FC236}">
                <a16:creationId xmlns:a16="http://schemas.microsoft.com/office/drawing/2014/main" id="{54326896-13E5-86C7-3D8A-A89344C97DC8}"/>
              </a:ext>
            </a:extLst>
          </p:cNvPr>
          <p:cNvSpPr txBox="1">
            <a:spLocks/>
          </p:cNvSpPr>
          <p:nvPr/>
        </p:nvSpPr>
        <p:spPr>
          <a:xfrm>
            <a:off x="15063563" y="16283148"/>
            <a:ext cx="5607360" cy="142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420" tIns="219420" rIns="219420" bIns="21942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336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336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336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336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336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336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336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3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336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3840"/>
              </a:spcBef>
              <a:spcAft>
                <a:spcPts val="3840"/>
              </a:spcAft>
              <a:buClr>
                <a:schemeClr val="dk1"/>
              </a:buClr>
              <a:buSzPts val="1400"/>
              <a:buFont typeface="Barlow"/>
              <a:buNone/>
              <a:defRPr sz="336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r>
              <a:rPr lang="en-US" dirty="0"/>
              <a:t>VO = 1.25(1+2700/240) = 15.3V</a:t>
            </a:r>
            <a:endParaRPr lang="el-G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4">
          <a:extLst>
            <a:ext uri="{FF2B5EF4-FFF2-40B4-BE49-F238E27FC236}">
              <a16:creationId xmlns:a16="http://schemas.microsoft.com/office/drawing/2014/main" id="{A2D4116C-FB72-3DD9-C824-3E61DC8DB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Google Shape;1087;p46">
            <a:extLst>
              <a:ext uri="{FF2B5EF4-FFF2-40B4-BE49-F238E27FC236}">
                <a16:creationId xmlns:a16="http://schemas.microsoft.com/office/drawing/2014/main" id="{F4B4E950-4994-6A4D-373E-E54BD7EC42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9863122"/>
              </p:ext>
            </p:extLst>
          </p:nvPr>
        </p:nvGraphicFramePr>
        <p:xfrm>
          <a:off x="6345285" y="11949597"/>
          <a:ext cx="8696595" cy="9862000"/>
        </p:xfrm>
        <a:graphic>
          <a:graphicData uri="http://schemas.openxmlformats.org/drawingml/2006/table">
            <a:tbl>
              <a:tblPr>
                <a:noFill/>
                <a:tableStyleId>{A3483F2F-5C44-4AA1-9149-040786B2DCBD}</a:tableStyleId>
              </a:tblPr>
              <a:tblGrid>
                <a:gridCol w="8696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54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400" b="1" u="sng" dirty="0">
                        <a:solidFill>
                          <a:schemeClr val="tx1">
                            <a:lumMod val="90000"/>
                          </a:schemeClr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219420" marR="21942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79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400" b="1" u="sng" dirty="0">
                        <a:solidFill>
                          <a:schemeClr val="tx1">
                            <a:lumMod val="90000"/>
                          </a:schemeClr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219420" marR="21942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8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400" b="1" u="sng" dirty="0">
                        <a:solidFill>
                          <a:schemeClr val="tx1">
                            <a:lumMod val="90000"/>
                          </a:schemeClr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219420" marR="21942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30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400" b="1" u="sng" dirty="0">
                        <a:solidFill>
                          <a:schemeClr val="tx1">
                            <a:lumMod val="90000"/>
                          </a:schemeClr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219420" marR="21942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1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400" b="1" u="sng" dirty="0">
                        <a:solidFill>
                          <a:schemeClr val="tx1">
                            <a:lumMod val="90000"/>
                          </a:schemeClr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219420" marR="21942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06" name="Google Shape;1106;p47">
            <a:extLst>
              <a:ext uri="{FF2B5EF4-FFF2-40B4-BE49-F238E27FC236}">
                <a16:creationId xmlns:a16="http://schemas.microsoft.com/office/drawing/2014/main" id="{E62AA0CE-047D-E038-9A87-0E442163D9E4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666210" y="11887200"/>
            <a:ext cx="19705319" cy="10337683"/>
          </a:xfrm>
          <a:prstGeom prst="rect">
            <a:avLst/>
          </a:prstGeom>
        </p:spPr>
        <p:txBody>
          <a:bodyPr spcFirstLastPara="1" wrap="square" lIns="219420" tIns="219420" rIns="219420" bIns="219420" anchor="ctr" anchorCtr="0">
            <a:noAutofit/>
          </a:bodyPr>
          <a:lstStyle/>
          <a:p>
            <a:pPr algn="ctr"/>
            <a:r>
              <a:rPr lang="en-US" dirty="0"/>
              <a:t>AC 120V</a:t>
            </a:r>
            <a:br>
              <a:rPr lang="en-US" dirty="0"/>
            </a:br>
            <a:r>
              <a:rPr lang="en-US" dirty="0"/>
              <a:t>   ↓</a:t>
            </a:r>
            <a:br>
              <a:rPr lang="en-US" dirty="0"/>
            </a:br>
            <a:r>
              <a:rPr lang="en-US" dirty="0"/>
              <a:t>Transformer</a:t>
            </a:r>
            <a:br>
              <a:rPr lang="en-US" dirty="0"/>
            </a:br>
            <a:r>
              <a:rPr lang="en-US" dirty="0"/>
              <a:t>   ↓</a:t>
            </a:r>
            <a:br>
              <a:rPr lang="en-US" dirty="0"/>
            </a:br>
            <a:r>
              <a:rPr lang="en-US" dirty="0"/>
              <a:t>Rectifier</a:t>
            </a:r>
            <a:br>
              <a:rPr lang="en-US" dirty="0"/>
            </a:br>
            <a:r>
              <a:rPr lang="en-US" dirty="0"/>
              <a:t>   ↓</a:t>
            </a:r>
            <a:br>
              <a:rPr lang="en-US" dirty="0"/>
            </a:br>
            <a:r>
              <a:rPr lang="en-US" dirty="0"/>
              <a:t>Filter Capacitors</a:t>
            </a:r>
            <a:br>
              <a:rPr lang="en-US" dirty="0"/>
            </a:br>
            <a:r>
              <a:rPr lang="en-US" dirty="0"/>
              <a:t>   ↓</a:t>
            </a:r>
            <a:br>
              <a:rPr lang="en-US" dirty="0"/>
            </a:br>
            <a:r>
              <a:rPr lang="en-US" dirty="0"/>
              <a:t>LM317 / LM7915</a:t>
            </a:r>
            <a:br>
              <a:rPr lang="en-US" dirty="0"/>
            </a:br>
            <a:r>
              <a:rPr lang="en-US" dirty="0"/>
              <a:t>   ↓</a:t>
            </a:r>
            <a:br>
              <a:rPr lang="en-US" dirty="0"/>
            </a:br>
            <a:r>
              <a:rPr lang="en-US" dirty="0"/>
              <a:t>±15V DC Output</a:t>
            </a:r>
            <a:endParaRPr dirty="0"/>
          </a:p>
        </p:txBody>
      </p:sp>
      <p:sp>
        <p:nvSpPr>
          <p:cNvPr id="1110" name="Google Shape;1110;p47">
            <a:extLst>
              <a:ext uri="{FF2B5EF4-FFF2-40B4-BE49-F238E27FC236}">
                <a16:creationId xmlns:a16="http://schemas.microsoft.com/office/drawing/2014/main" id="{9AC7C7C7-44F3-87CA-6A9F-A3A35BFE1D97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29012400" y="12877380"/>
            <a:ext cx="5607360" cy="1266480"/>
          </a:xfrm>
          <a:prstGeom prst="rect">
            <a:avLst/>
          </a:prstGeom>
        </p:spPr>
        <p:txBody>
          <a:bodyPr spcFirstLastPara="1" wrap="square" lIns="219420" tIns="219420" rIns="219420" bIns="219420" anchor="ctr" anchorCtr="0">
            <a:noAutofit/>
          </a:bodyPr>
          <a:lstStyle/>
          <a:p>
            <a:endParaRPr dirty="0"/>
          </a:p>
        </p:txBody>
      </p:sp>
      <p:sp>
        <p:nvSpPr>
          <p:cNvPr id="1114" name="Google Shape;1114;p47">
            <a:extLst>
              <a:ext uri="{FF2B5EF4-FFF2-40B4-BE49-F238E27FC236}">
                <a16:creationId xmlns:a16="http://schemas.microsoft.com/office/drawing/2014/main" id="{958E3695-98B0-3EC9-6B50-EFBABBF618DF}"/>
              </a:ext>
            </a:extLst>
          </p:cNvPr>
          <p:cNvSpPr txBox="1">
            <a:spLocks noGrp="1"/>
          </p:cNvSpPr>
          <p:nvPr>
            <p:ph type="title" idx="16"/>
          </p:nvPr>
        </p:nvSpPr>
        <p:spPr>
          <a:xfrm>
            <a:off x="14610600" y="8489736"/>
            <a:ext cx="5607360" cy="1266480"/>
          </a:xfrm>
          <a:prstGeom prst="rect">
            <a:avLst/>
          </a:prstGeom>
        </p:spPr>
        <p:txBody>
          <a:bodyPr spcFirstLastPara="1" wrap="square" lIns="219420" tIns="219420" rIns="219420" bIns="219420" anchor="ctr" anchorCtr="0">
            <a:noAutofit/>
          </a:bodyPr>
          <a:lstStyle/>
          <a:p>
            <a:r>
              <a:rPr lang="en" dirty="0"/>
              <a:t>Resistors </a:t>
            </a:r>
            <a:endParaRPr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56EBFD-7192-B6D8-D409-5D9726CFF989}"/>
              </a:ext>
            </a:extLst>
          </p:cNvPr>
          <p:cNvSpPr txBox="1"/>
          <p:nvPr/>
        </p:nvSpPr>
        <p:spPr>
          <a:xfrm>
            <a:off x="860521" y="854808"/>
            <a:ext cx="1931669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6600" dirty="0">
                <a:solidFill>
                  <a:schemeClr val="tx1">
                    <a:lumMod val="90000"/>
                  </a:schemeClr>
                </a:solidFill>
              </a:rPr>
              <a:t>Drawings &amp; Diagrams</a:t>
            </a:r>
            <a:endParaRPr kumimoji="0" lang="en-US" sz="66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90000"/>
                </a:schemeClr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32FE186-66F6-2568-3739-E85F71E21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21" y="2911143"/>
            <a:ext cx="20510186" cy="897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320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50"/>
          <p:cNvSpPr txBox="1">
            <a:spLocks noGrp="1"/>
          </p:cNvSpPr>
          <p:nvPr>
            <p:ph type="title"/>
          </p:nvPr>
        </p:nvSpPr>
        <p:spPr>
          <a:xfrm>
            <a:off x="1545120" y="1233540"/>
            <a:ext cx="10204560" cy="2805840"/>
          </a:xfrm>
          <a:prstGeom prst="rect">
            <a:avLst/>
          </a:prstGeom>
        </p:spPr>
        <p:txBody>
          <a:bodyPr spcFirstLastPara="1" wrap="square" lIns="219420" tIns="219420" rIns="219420" bIns="219420" anchor="ctr" anchorCtr="0">
            <a:noAutofit/>
          </a:bodyPr>
          <a:lstStyle/>
          <a:p>
            <a:r>
              <a:rPr lang="en" dirty="0"/>
              <a:t>Conclusion</a:t>
            </a:r>
            <a:endParaRPr dirty="0"/>
          </a:p>
        </p:txBody>
      </p:sp>
      <p:sp>
        <p:nvSpPr>
          <p:cNvPr id="1358" name="Google Shape;1358;p50"/>
          <p:cNvSpPr txBox="1">
            <a:spLocks noGrp="1"/>
          </p:cNvSpPr>
          <p:nvPr>
            <p:ph type="subTitle" idx="1"/>
          </p:nvPr>
        </p:nvSpPr>
        <p:spPr>
          <a:xfrm>
            <a:off x="768240" y="6927660"/>
            <a:ext cx="10204560" cy="9668700"/>
          </a:xfrm>
          <a:prstGeom prst="rect">
            <a:avLst/>
          </a:prstGeom>
        </p:spPr>
        <p:txBody>
          <a:bodyPr spcFirstLastPara="1" wrap="square" lIns="219420" tIns="219420" rIns="219420" bIns="219420" anchor="t" anchorCtr="0">
            <a:noAutofit/>
          </a:bodyPr>
          <a:lstStyle/>
          <a:p>
            <a:pPr marL="0" indent="0"/>
            <a:r>
              <a:rPr lang="en-US" sz="5400" dirty="0"/>
              <a:t>The design satisfies all specified requirements using standard, readily available components. The combination of a transformer, full-wave rectifier, filtering stage, and linear regulators ensures a stable, low-ripple ±15V output. This design is suitable for sensitive analog and electronic applications requiring high reliability and precision.</a:t>
            </a:r>
            <a:endParaRPr sz="5400" dirty="0"/>
          </a:p>
        </p:txBody>
      </p:sp>
      <p:grpSp>
        <p:nvGrpSpPr>
          <p:cNvPr id="1359" name="Google Shape;1359;p50"/>
          <p:cNvGrpSpPr/>
          <p:nvPr/>
        </p:nvGrpSpPr>
        <p:grpSpPr>
          <a:xfrm>
            <a:off x="13657923" y="6334926"/>
            <a:ext cx="6209846" cy="11104572"/>
            <a:chOff x="5690801" y="258300"/>
            <a:chExt cx="2587436" cy="4626905"/>
          </a:xfrm>
        </p:grpSpPr>
        <p:sp>
          <p:nvSpPr>
            <p:cNvPr id="1360" name="Google Shape;1360;p50"/>
            <p:cNvSpPr/>
            <p:nvPr/>
          </p:nvSpPr>
          <p:spPr>
            <a:xfrm>
              <a:off x="5690801" y="1443200"/>
              <a:ext cx="2587436" cy="2587436"/>
            </a:xfrm>
            <a:custGeom>
              <a:avLst/>
              <a:gdLst/>
              <a:ahLst/>
              <a:cxnLst/>
              <a:rect l="l" t="t" r="r" b="b"/>
              <a:pathLst>
                <a:path w="10691" h="10691" extrusionOk="0">
                  <a:moveTo>
                    <a:pt x="5345" y="1"/>
                  </a:moveTo>
                  <a:cubicBezTo>
                    <a:pt x="2394" y="1"/>
                    <a:pt x="0" y="2394"/>
                    <a:pt x="0" y="5346"/>
                  </a:cubicBezTo>
                  <a:cubicBezTo>
                    <a:pt x="0" y="6763"/>
                    <a:pt x="563" y="8123"/>
                    <a:pt x="1566" y="9125"/>
                  </a:cubicBezTo>
                  <a:cubicBezTo>
                    <a:pt x="2568" y="10128"/>
                    <a:pt x="3928" y="10691"/>
                    <a:pt x="5345" y="10691"/>
                  </a:cubicBezTo>
                  <a:cubicBezTo>
                    <a:pt x="6763" y="10691"/>
                    <a:pt x="8123" y="10128"/>
                    <a:pt x="9125" y="9125"/>
                  </a:cubicBezTo>
                  <a:cubicBezTo>
                    <a:pt x="10128" y="8123"/>
                    <a:pt x="10690" y="6763"/>
                    <a:pt x="10690" y="5346"/>
                  </a:cubicBezTo>
                  <a:cubicBezTo>
                    <a:pt x="10690" y="3929"/>
                    <a:pt x="10128" y="2568"/>
                    <a:pt x="9125" y="1566"/>
                  </a:cubicBezTo>
                  <a:cubicBezTo>
                    <a:pt x="8123" y="563"/>
                    <a:pt x="6763" y="1"/>
                    <a:pt x="53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61" name="Google Shape;1361;p50"/>
            <p:cNvSpPr/>
            <p:nvPr/>
          </p:nvSpPr>
          <p:spPr>
            <a:xfrm>
              <a:off x="6646516" y="602112"/>
              <a:ext cx="307232" cy="1063284"/>
            </a:xfrm>
            <a:custGeom>
              <a:avLst/>
              <a:gdLst/>
              <a:ahLst/>
              <a:cxnLst/>
              <a:rect l="l" t="t" r="r" b="b"/>
              <a:pathLst>
                <a:path w="2142" h="7413" extrusionOk="0">
                  <a:moveTo>
                    <a:pt x="2141" y="1"/>
                  </a:moveTo>
                  <a:cubicBezTo>
                    <a:pt x="959" y="1"/>
                    <a:pt x="1" y="961"/>
                    <a:pt x="1" y="2143"/>
                  </a:cubicBezTo>
                  <a:lnTo>
                    <a:pt x="1" y="7412"/>
                  </a:lnTo>
                  <a:lnTo>
                    <a:pt x="166" y="7412"/>
                  </a:lnTo>
                  <a:lnTo>
                    <a:pt x="166" y="2140"/>
                  </a:lnTo>
                  <a:cubicBezTo>
                    <a:pt x="166" y="1050"/>
                    <a:pt x="1051" y="165"/>
                    <a:pt x="2141" y="165"/>
                  </a:cubicBezTo>
                  <a:lnTo>
                    <a:pt x="21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62" name="Google Shape;1362;p50"/>
            <p:cNvSpPr/>
            <p:nvPr/>
          </p:nvSpPr>
          <p:spPr>
            <a:xfrm>
              <a:off x="6327518" y="4106783"/>
              <a:ext cx="795477" cy="307381"/>
            </a:xfrm>
            <a:custGeom>
              <a:avLst/>
              <a:gdLst/>
              <a:ahLst/>
              <a:cxnLst/>
              <a:rect l="l" t="t" r="r" b="b"/>
              <a:pathLst>
                <a:path w="5546" h="2143" extrusionOk="0">
                  <a:moveTo>
                    <a:pt x="0" y="1"/>
                  </a:moveTo>
                  <a:cubicBezTo>
                    <a:pt x="0" y="1183"/>
                    <a:pt x="958" y="2143"/>
                    <a:pt x="2141" y="2143"/>
                  </a:cubicBezTo>
                  <a:lnTo>
                    <a:pt x="5546" y="2143"/>
                  </a:lnTo>
                  <a:lnTo>
                    <a:pt x="5546" y="1978"/>
                  </a:lnTo>
                  <a:lnTo>
                    <a:pt x="5546" y="1977"/>
                  </a:lnTo>
                  <a:lnTo>
                    <a:pt x="2140" y="1977"/>
                  </a:lnTo>
                  <a:cubicBezTo>
                    <a:pt x="1049" y="1977"/>
                    <a:pt x="164" y="1091"/>
                    <a:pt x="1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63" name="Google Shape;1363;p50"/>
            <p:cNvSpPr/>
            <p:nvPr/>
          </p:nvSpPr>
          <p:spPr>
            <a:xfrm>
              <a:off x="6735445" y="4527763"/>
              <a:ext cx="170685" cy="357440"/>
            </a:xfrm>
            <a:custGeom>
              <a:avLst/>
              <a:gdLst/>
              <a:ahLst/>
              <a:cxnLst/>
              <a:rect l="l" t="t" r="r" b="b"/>
              <a:pathLst>
                <a:path w="1190" h="2492" extrusionOk="0">
                  <a:moveTo>
                    <a:pt x="1" y="1"/>
                  </a:moveTo>
                  <a:lnTo>
                    <a:pt x="1" y="1925"/>
                  </a:lnTo>
                  <a:cubicBezTo>
                    <a:pt x="1" y="2237"/>
                    <a:pt x="254" y="2491"/>
                    <a:pt x="567" y="2491"/>
                  </a:cubicBezTo>
                  <a:lnTo>
                    <a:pt x="1190" y="2491"/>
                  </a:lnTo>
                  <a:lnTo>
                    <a:pt x="1190" y="2331"/>
                  </a:lnTo>
                  <a:lnTo>
                    <a:pt x="567" y="2331"/>
                  </a:lnTo>
                  <a:cubicBezTo>
                    <a:pt x="343" y="2331"/>
                    <a:pt x="161" y="2149"/>
                    <a:pt x="161" y="1925"/>
                  </a:cubicBezTo>
                  <a:lnTo>
                    <a:pt x="161" y="1"/>
                  </a:lnTo>
                  <a:close/>
                </a:path>
              </a:pathLst>
            </a:custGeom>
            <a:solidFill>
              <a:srgbClr val="127177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64" name="Google Shape;1364;p50"/>
            <p:cNvSpPr/>
            <p:nvPr/>
          </p:nvSpPr>
          <p:spPr>
            <a:xfrm>
              <a:off x="6901112" y="4197721"/>
              <a:ext cx="681018" cy="687484"/>
            </a:xfrm>
            <a:custGeom>
              <a:avLst/>
              <a:gdLst/>
              <a:ahLst/>
              <a:cxnLst/>
              <a:rect l="l" t="t" r="r" b="b"/>
              <a:pathLst>
                <a:path w="4748" h="4793" extrusionOk="0">
                  <a:moveTo>
                    <a:pt x="4585" y="1"/>
                  </a:moveTo>
                  <a:lnTo>
                    <a:pt x="4585" y="4226"/>
                  </a:lnTo>
                  <a:cubicBezTo>
                    <a:pt x="4585" y="4450"/>
                    <a:pt x="4403" y="4632"/>
                    <a:pt x="4178" y="4632"/>
                  </a:cubicBezTo>
                  <a:lnTo>
                    <a:pt x="1" y="4632"/>
                  </a:lnTo>
                  <a:lnTo>
                    <a:pt x="1" y="4792"/>
                  </a:lnTo>
                  <a:lnTo>
                    <a:pt x="4178" y="4792"/>
                  </a:lnTo>
                  <a:cubicBezTo>
                    <a:pt x="4493" y="4792"/>
                    <a:pt x="4747" y="4538"/>
                    <a:pt x="4745" y="4226"/>
                  </a:cubicBezTo>
                  <a:lnTo>
                    <a:pt x="4745" y="1"/>
                  </a:lnTo>
                  <a:close/>
                </a:path>
              </a:pathLst>
            </a:custGeom>
            <a:solidFill>
              <a:srgbClr val="127177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65" name="Google Shape;1365;p50"/>
            <p:cNvSpPr/>
            <p:nvPr/>
          </p:nvSpPr>
          <p:spPr>
            <a:xfrm>
              <a:off x="7233736" y="1413519"/>
              <a:ext cx="329464" cy="266646"/>
            </a:xfrm>
            <a:custGeom>
              <a:avLst/>
              <a:gdLst/>
              <a:ahLst/>
              <a:cxnLst/>
              <a:rect l="l" t="t" r="r" b="b"/>
              <a:pathLst>
                <a:path w="2297" h="1859" extrusionOk="0">
                  <a:moveTo>
                    <a:pt x="1" y="0"/>
                  </a:moveTo>
                  <a:lnTo>
                    <a:pt x="1" y="1292"/>
                  </a:lnTo>
                  <a:cubicBezTo>
                    <a:pt x="1" y="1604"/>
                    <a:pt x="254" y="1859"/>
                    <a:pt x="568" y="1859"/>
                  </a:cubicBezTo>
                  <a:lnTo>
                    <a:pt x="2297" y="1859"/>
                  </a:lnTo>
                  <a:lnTo>
                    <a:pt x="2297" y="1699"/>
                  </a:lnTo>
                  <a:lnTo>
                    <a:pt x="568" y="1699"/>
                  </a:lnTo>
                  <a:cubicBezTo>
                    <a:pt x="343" y="1699"/>
                    <a:pt x="161" y="1517"/>
                    <a:pt x="161" y="1292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66" name="Google Shape;1366;p50"/>
            <p:cNvSpPr/>
            <p:nvPr/>
          </p:nvSpPr>
          <p:spPr>
            <a:xfrm>
              <a:off x="7500093" y="1657070"/>
              <a:ext cx="204965" cy="160934"/>
            </a:xfrm>
            <a:custGeom>
              <a:avLst/>
              <a:gdLst/>
              <a:ahLst/>
              <a:cxnLst/>
              <a:rect l="l" t="t" r="r" b="b"/>
              <a:pathLst>
                <a:path w="1429" h="1122" extrusionOk="0">
                  <a:moveTo>
                    <a:pt x="0" y="1"/>
                  </a:moveTo>
                  <a:lnTo>
                    <a:pt x="0" y="161"/>
                  </a:lnTo>
                  <a:lnTo>
                    <a:pt x="862" y="161"/>
                  </a:lnTo>
                  <a:cubicBezTo>
                    <a:pt x="1087" y="161"/>
                    <a:pt x="1268" y="343"/>
                    <a:pt x="1268" y="567"/>
                  </a:cubicBezTo>
                  <a:lnTo>
                    <a:pt x="1268" y="1121"/>
                  </a:lnTo>
                  <a:lnTo>
                    <a:pt x="1429" y="1121"/>
                  </a:lnTo>
                  <a:lnTo>
                    <a:pt x="1429" y="567"/>
                  </a:lnTo>
                  <a:cubicBezTo>
                    <a:pt x="1429" y="254"/>
                    <a:pt x="1175" y="1"/>
                    <a:pt x="8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67" name="Google Shape;1367;p50"/>
            <p:cNvSpPr/>
            <p:nvPr/>
          </p:nvSpPr>
          <p:spPr>
            <a:xfrm>
              <a:off x="7578265" y="3534768"/>
              <a:ext cx="81470" cy="590809"/>
            </a:xfrm>
            <a:custGeom>
              <a:avLst/>
              <a:gdLst/>
              <a:ahLst/>
              <a:cxnLst/>
              <a:rect l="l" t="t" r="r" b="b"/>
              <a:pathLst>
                <a:path w="568" h="4119" extrusionOk="0">
                  <a:moveTo>
                    <a:pt x="1" y="0"/>
                  </a:moveTo>
                  <a:lnTo>
                    <a:pt x="1" y="161"/>
                  </a:lnTo>
                  <a:cubicBezTo>
                    <a:pt x="225" y="161"/>
                    <a:pt x="407" y="342"/>
                    <a:pt x="407" y="567"/>
                  </a:cubicBezTo>
                  <a:lnTo>
                    <a:pt x="407" y="4118"/>
                  </a:lnTo>
                  <a:lnTo>
                    <a:pt x="567" y="4118"/>
                  </a:lnTo>
                  <a:lnTo>
                    <a:pt x="567" y="567"/>
                  </a:lnTo>
                  <a:cubicBezTo>
                    <a:pt x="567" y="255"/>
                    <a:pt x="313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68" name="Google Shape;1368;p50"/>
            <p:cNvSpPr/>
            <p:nvPr/>
          </p:nvSpPr>
          <p:spPr>
            <a:xfrm>
              <a:off x="7442146" y="3087683"/>
              <a:ext cx="81326" cy="266646"/>
            </a:xfrm>
            <a:custGeom>
              <a:avLst/>
              <a:gdLst/>
              <a:ahLst/>
              <a:cxnLst/>
              <a:rect l="l" t="t" r="r" b="b"/>
              <a:pathLst>
                <a:path w="567" h="1859" extrusionOk="0">
                  <a:moveTo>
                    <a:pt x="0" y="0"/>
                  </a:moveTo>
                  <a:lnTo>
                    <a:pt x="0" y="160"/>
                  </a:lnTo>
                  <a:cubicBezTo>
                    <a:pt x="225" y="160"/>
                    <a:pt x="406" y="342"/>
                    <a:pt x="406" y="567"/>
                  </a:cubicBezTo>
                  <a:lnTo>
                    <a:pt x="406" y="1859"/>
                  </a:lnTo>
                  <a:lnTo>
                    <a:pt x="567" y="1859"/>
                  </a:lnTo>
                  <a:lnTo>
                    <a:pt x="567" y="567"/>
                  </a:lnTo>
                  <a:cubicBezTo>
                    <a:pt x="567" y="255"/>
                    <a:pt x="313" y="0"/>
                    <a:pt x="0" y="0"/>
                  </a:cubicBezTo>
                  <a:close/>
                </a:path>
              </a:pathLst>
            </a:custGeom>
            <a:solidFill>
              <a:srgbClr val="8ADDFF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69" name="Google Shape;1369;p50"/>
            <p:cNvSpPr/>
            <p:nvPr/>
          </p:nvSpPr>
          <p:spPr>
            <a:xfrm>
              <a:off x="7500380" y="3290930"/>
              <a:ext cx="81757" cy="266789"/>
            </a:xfrm>
            <a:custGeom>
              <a:avLst/>
              <a:gdLst/>
              <a:ahLst/>
              <a:cxnLst/>
              <a:rect l="l" t="t" r="r" b="b"/>
              <a:pathLst>
                <a:path w="570" h="1860" extrusionOk="0">
                  <a:moveTo>
                    <a:pt x="3" y="1"/>
                  </a:moveTo>
                  <a:lnTo>
                    <a:pt x="3" y="1293"/>
                  </a:lnTo>
                  <a:cubicBezTo>
                    <a:pt x="0" y="1605"/>
                    <a:pt x="256" y="1859"/>
                    <a:pt x="569" y="1859"/>
                  </a:cubicBezTo>
                  <a:lnTo>
                    <a:pt x="569" y="1699"/>
                  </a:lnTo>
                  <a:cubicBezTo>
                    <a:pt x="345" y="1699"/>
                    <a:pt x="163" y="1517"/>
                    <a:pt x="163" y="1293"/>
                  </a:cubicBezTo>
                  <a:lnTo>
                    <a:pt x="16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70" name="Google Shape;1370;p50"/>
            <p:cNvSpPr/>
            <p:nvPr/>
          </p:nvSpPr>
          <p:spPr>
            <a:xfrm>
              <a:off x="7106940" y="1484949"/>
              <a:ext cx="444067" cy="487392"/>
            </a:xfrm>
            <a:custGeom>
              <a:avLst/>
              <a:gdLst/>
              <a:ahLst/>
              <a:cxnLst/>
              <a:rect l="l" t="t" r="r" b="b"/>
              <a:pathLst>
                <a:path w="3096" h="3398" extrusionOk="0">
                  <a:moveTo>
                    <a:pt x="1" y="1"/>
                  </a:moveTo>
                  <a:lnTo>
                    <a:pt x="1" y="161"/>
                  </a:lnTo>
                  <a:lnTo>
                    <a:pt x="2528" y="161"/>
                  </a:lnTo>
                  <a:cubicBezTo>
                    <a:pt x="2753" y="161"/>
                    <a:pt x="2935" y="343"/>
                    <a:pt x="2935" y="567"/>
                  </a:cubicBezTo>
                  <a:lnTo>
                    <a:pt x="2935" y="3398"/>
                  </a:lnTo>
                  <a:lnTo>
                    <a:pt x="3095" y="3398"/>
                  </a:lnTo>
                  <a:lnTo>
                    <a:pt x="3095" y="567"/>
                  </a:lnTo>
                  <a:cubicBezTo>
                    <a:pt x="3095" y="255"/>
                    <a:pt x="2842" y="1"/>
                    <a:pt x="25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71" name="Google Shape;1371;p50"/>
            <p:cNvSpPr/>
            <p:nvPr/>
          </p:nvSpPr>
          <p:spPr>
            <a:xfrm>
              <a:off x="6389769" y="1484662"/>
              <a:ext cx="487240" cy="444075"/>
            </a:xfrm>
            <a:custGeom>
              <a:avLst/>
              <a:gdLst/>
              <a:ahLst/>
              <a:cxnLst/>
              <a:rect l="l" t="t" r="r" b="b"/>
              <a:pathLst>
                <a:path w="3397" h="3096" extrusionOk="0">
                  <a:moveTo>
                    <a:pt x="567" y="1"/>
                  </a:moveTo>
                  <a:cubicBezTo>
                    <a:pt x="255" y="1"/>
                    <a:pt x="0" y="254"/>
                    <a:pt x="0" y="567"/>
                  </a:cubicBezTo>
                  <a:lnTo>
                    <a:pt x="0" y="3095"/>
                  </a:lnTo>
                  <a:lnTo>
                    <a:pt x="161" y="3095"/>
                  </a:lnTo>
                  <a:lnTo>
                    <a:pt x="161" y="567"/>
                  </a:lnTo>
                  <a:cubicBezTo>
                    <a:pt x="161" y="343"/>
                    <a:pt x="343" y="161"/>
                    <a:pt x="567" y="161"/>
                  </a:cubicBezTo>
                  <a:lnTo>
                    <a:pt x="3397" y="161"/>
                  </a:lnTo>
                  <a:lnTo>
                    <a:pt x="3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72" name="Google Shape;1372;p50"/>
            <p:cNvSpPr/>
            <p:nvPr/>
          </p:nvSpPr>
          <p:spPr>
            <a:xfrm>
              <a:off x="6569922" y="2955007"/>
              <a:ext cx="23236" cy="809260"/>
            </a:xfrm>
            <a:custGeom>
              <a:avLst/>
              <a:gdLst/>
              <a:ahLst/>
              <a:cxnLst/>
              <a:rect l="l" t="t" r="r" b="b"/>
              <a:pathLst>
                <a:path w="162" h="5642" extrusionOk="0">
                  <a:moveTo>
                    <a:pt x="1" y="0"/>
                  </a:moveTo>
                  <a:lnTo>
                    <a:pt x="1" y="5642"/>
                  </a:lnTo>
                  <a:lnTo>
                    <a:pt x="161" y="564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73" name="Google Shape;1373;p50"/>
            <p:cNvSpPr/>
            <p:nvPr/>
          </p:nvSpPr>
          <p:spPr>
            <a:xfrm>
              <a:off x="7302297" y="2838395"/>
              <a:ext cx="23236" cy="809404"/>
            </a:xfrm>
            <a:custGeom>
              <a:avLst/>
              <a:gdLst/>
              <a:ahLst/>
              <a:cxnLst/>
              <a:rect l="l" t="t" r="r" b="b"/>
              <a:pathLst>
                <a:path w="162" h="5643" extrusionOk="0">
                  <a:moveTo>
                    <a:pt x="1" y="0"/>
                  </a:moveTo>
                  <a:lnTo>
                    <a:pt x="1" y="5642"/>
                  </a:lnTo>
                  <a:lnTo>
                    <a:pt x="161" y="564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74" name="Google Shape;1374;p50"/>
            <p:cNvSpPr/>
            <p:nvPr/>
          </p:nvSpPr>
          <p:spPr>
            <a:xfrm>
              <a:off x="6483001" y="3053402"/>
              <a:ext cx="23236" cy="938495"/>
            </a:xfrm>
            <a:custGeom>
              <a:avLst/>
              <a:gdLst/>
              <a:ahLst/>
              <a:cxnLst/>
              <a:rect l="l" t="t" r="r" b="b"/>
              <a:pathLst>
                <a:path w="162" h="6543" extrusionOk="0">
                  <a:moveTo>
                    <a:pt x="1" y="1"/>
                  </a:moveTo>
                  <a:lnTo>
                    <a:pt x="1" y="6543"/>
                  </a:lnTo>
                  <a:lnTo>
                    <a:pt x="161" y="6543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75" name="Google Shape;1375;p50"/>
            <p:cNvSpPr/>
            <p:nvPr/>
          </p:nvSpPr>
          <p:spPr>
            <a:xfrm>
              <a:off x="6612665" y="4082113"/>
              <a:ext cx="784002" cy="665395"/>
            </a:xfrm>
            <a:custGeom>
              <a:avLst/>
              <a:gdLst/>
              <a:ahLst/>
              <a:cxnLst/>
              <a:rect l="l" t="t" r="r" b="b"/>
              <a:pathLst>
                <a:path w="5466" h="4639" extrusionOk="0">
                  <a:moveTo>
                    <a:pt x="2733" y="1"/>
                  </a:moveTo>
                  <a:cubicBezTo>
                    <a:pt x="2610" y="1"/>
                    <a:pt x="2489" y="60"/>
                    <a:pt x="2418" y="182"/>
                  </a:cubicBezTo>
                  <a:lnTo>
                    <a:pt x="141" y="4090"/>
                  </a:lnTo>
                  <a:cubicBezTo>
                    <a:pt x="0" y="4332"/>
                    <a:pt x="175" y="4638"/>
                    <a:pt x="457" y="4638"/>
                  </a:cubicBezTo>
                  <a:lnTo>
                    <a:pt x="5008" y="4638"/>
                  </a:lnTo>
                  <a:cubicBezTo>
                    <a:pt x="5290" y="4638"/>
                    <a:pt x="5465" y="4332"/>
                    <a:pt x="5323" y="4090"/>
                  </a:cubicBezTo>
                  <a:lnTo>
                    <a:pt x="3049" y="182"/>
                  </a:lnTo>
                  <a:cubicBezTo>
                    <a:pt x="2978" y="60"/>
                    <a:pt x="2856" y="1"/>
                    <a:pt x="27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76" name="Google Shape;1376;p50"/>
            <p:cNvSpPr/>
            <p:nvPr/>
          </p:nvSpPr>
          <p:spPr>
            <a:xfrm>
              <a:off x="6551993" y="4013981"/>
              <a:ext cx="905059" cy="801228"/>
            </a:xfrm>
            <a:custGeom>
              <a:avLst/>
              <a:gdLst/>
              <a:ahLst/>
              <a:cxnLst/>
              <a:rect l="l" t="t" r="r" b="b"/>
              <a:pathLst>
                <a:path w="6310" h="5586" extrusionOk="0">
                  <a:moveTo>
                    <a:pt x="3156" y="476"/>
                  </a:moveTo>
                  <a:cubicBezTo>
                    <a:pt x="3279" y="476"/>
                    <a:pt x="3400" y="535"/>
                    <a:pt x="3472" y="657"/>
                  </a:cubicBezTo>
                  <a:lnTo>
                    <a:pt x="5747" y="4565"/>
                  </a:lnTo>
                  <a:cubicBezTo>
                    <a:pt x="5888" y="4807"/>
                    <a:pt x="5713" y="5113"/>
                    <a:pt x="5431" y="5113"/>
                  </a:cubicBezTo>
                  <a:lnTo>
                    <a:pt x="880" y="5113"/>
                  </a:lnTo>
                  <a:cubicBezTo>
                    <a:pt x="598" y="5113"/>
                    <a:pt x="422" y="4807"/>
                    <a:pt x="564" y="4565"/>
                  </a:cubicBezTo>
                  <a:lnTo>
                    <a:pt x="2841" y="657"/>
                  </a:lnTo>
                  <a:cubicBezTo>
                    <a:pt x="2912" y="535"/>
                    <a:pt x="3033" y="476"/>
                    <a:pt x="3156" y="476"/>
                  </a:cubicBezTo>
                  <a:close/>
                  <a:moveTo>
                    <a:pt x="3155" y="1"/>
                  </a:moveTo>
                  <a:cubicBezTo>
                    <a:pt x="2853" y="1"/>
                    <a:pt x="2583" y="156"/>
                    <a:pt x="2430" y="418"/>
                  </a:cubicBezTo>
                  <a:lnTo>
                    <a:pt x="154" y="4325"/>
                  </a:lnTo>
                  <a:cubicBezTo>
                    <a:pt x="2" y="4587"/>
                    <a:pt x="1" y="4901"/>
                    <a:pt x="152" y="5164"/>
                  </a:cubicBezTo>
                  <a:cubicBezTo>
                    <a:pt x="302" y="5428"/>
                    <a:pt x="575" y="5586"/>
                    <a:pt x="879" y="5586"/>
                  </a:cubicBezTo>
                  <a:lnTo>
                    <a:pt x="5430" y="5586"/>
                  </a:lnTo>
                  <a:cubicBezTo>
                    <a:pt x="5733" y="5586"/>
                    <a:pt x="6006" y="5428"/>
                    <a:pt x="6157" y="5164"/>
                  </a:cubicBezTo>
                  <a:cubicBezTo>
                    <a:pt x="6310" y="4902"/>
                    <a:pt x="6310" y="4588"/>
                    <a:pt x="6156" y="4325"/>
                  </a:cubicBezTo>
                  <a:lnTo>
                    <a:pt x="3879" y="418"/>
                  </a:lnTo>
                  <a:cubicBezTo>
                    <a:pt x="3727" y="157"/>
                    <a:pt x="3457" y="1"/>
                    <a:pt x="31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77" name="Google Shape;1377;p50"/>
            <p:cNvSpPr/>
            <p:nvPr/>
          </p:nvSpPr>
          <p:spPr>
            <a:xfrm>
              <a:off x="6931807" y="4603496"/>
              <a:ext cx="147305" cy="53214"/>
            </a:xfrm>
            <a:custGeom>
              <a:avLst/>
              <a:gdLst/>
              <a:ahLst/>
              <a:cxnLst/>
              <a:rect l="l" t="t" r="r" b="b"/>
              <a:pathLst>
                <a:path w="1027" h="371" extrusionOk="0">
                  <a:moveTo>
                    <a:pt x="0" y="0"/>
                  </a:moveTo>
                  <a:lnTo>
                    <a:pt x="0" y="370"/>
                  </a:lnTo>
                  <a:lnTo>
                    <a:pt x="1027" y="370"/>
                  </a:lnTo>
                  <a:lnTo>
                    <a:pt x="102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78" name="Google Shape;1378;p50"/>
            <p:cNvSpPr/>
            <p:nvPr/>
          </p:nvSpPr>
          <p:spPr>
            <a:xfrm>
              <a:off x="6930946" y="4656567"/>
              <a:ext cx="148166" cy="46903"/>
            </a:xfrm>
            <a:custGeom>
              <a:avLst/>
              <a:gdLst/>
              <a:ahLst/>
              <a:cxnLst/>
              <a:rect l="l" t="t" r="r" b="b"/>
              <a:pathLst>
                <a:path w="1033" h="327" extrusionOk="0">
                  <a:moveTo>
                    <a:pt x="0" y="0"/>
                  </a:moveTo>
                  <a:cubicBezTo>
                    <a:pt x="0" y="181"/>
                    <a:pt x="145" y="326"/>
                    <a:pt x="326" y="326"/>
                  </a:cubicBezTo>
                  <a:lnTo>
                    <a:pt x="707" y="326"/>
                  </a:lnTo>
                  <a:cubicBezTo>
                    <a:pt x="885" y="326"/>
                    <a:pt x="1033" y="179"/>
                    <a:pt x="103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79" name="Google Shape;1379;p50"/>
            <p:cNvSpPr/>
            <p:nvPr/>
          </p:nvSpPr>
          <p:spPr>
            <a:xfrm>
              <a:off x="7042968" y="4474118"/>
              <a:ext cx="110730" cy="82619"/>
            </a:xfrm>
            <a:custGeom>
              <a:avLst/>
              <a:gdLst/>
              <a:ahLst/>
              <a:cxnLst/>
              <a:rect l="l" t="t" r="r" b="b"/>
              <a:pathLst>
                <a:path w="772" h="576" extrusionOk="0">
                  <a:moveTo>
                    <a:pt x="583" y="1"/>
                  </a:moveTo>
                  <a:cubicBezTo>
                    <a:pt x="493" y="176"/>
                    <a:pt x="310" y="295"/>
                    <a:pt x="99" y="295"/>
                  </a:cubicBezTo>
                  <a:lnTo>
                    <a:pt x="1" y="295"/>
                  </a:lnTo>
                  <a:cubicBezTo>
                    <a:pt x="17" y="331"/>
                    <a:pt x="26" y="371"/>
                    <a:pt x="26" y="413"/>
                  </a:cubicBezTo>
                  <a:lnTo>
                    <a:pt x="26" y="576"/>
                  </a:lnTo>
                  <a:lnTo>
                    <a:pt x="493" y="576"/>
                  </a:lnTo>
                  <a:cubicBezTo>
                    <a:pt x="648" y="576"/>
                    <a:pt x="772" y="450"/>
                    <a:pt x="772" y="296"/>
                  </a:cubicBezTo>
                  <a:lnTo>
                    <a:pt x="772" y="2"/>
                  </a:lnTo>
                  <a:lnTo>
                    <a:pt x="583" y="2"/>
                  </a:lnTo>
                  <a:lnTo>
                    <a:pt x="5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80" name="Google Shape;1380;p50"/>
            <p:cNvSpPr/>
            <p:nvPr/>
          </p:nvSpPr>
          <p:spPr>
            <a:xfrm>
              <a:off x="6855213" y="4474118"/>
              <a:ext cx="111017" cy="82332"/>
            </a:xfrm>
            <a:custGeom>
              <a:avLst/>
              <a:gdLst/>
              <a:ahLst/>
              <a:cxnLst/>
              <a:rect l="l" t="t" r="r" b="b"/>
              <a:pathLst>
                <a:path w="774" h="574" extrusionOk="0">
                  <a:moveTo>
                    <a:pt x="1" y="1"/>
                  </a:moveTo>
                  <a:lnTo>
                    <a:pt x="1" y="295"/>
                  </a:lnTo>
                  <a:cubicBezTo>
                    <a:pt x="1" y="450"/>
                    <a:pt x="126" y="574"/>
                    <a:pt x="280" y="574"/>
                  </a:cubicBezTo>
                  <a:lnTo>
                    <a:pt x="746" y="574"/>
                  </a:lnTo>
                  <a:lnTo>
                    <a:pt x="746" y="413"/>
                  </a:lnTo>
                  <a:lnTo>
                    <a:pt x="748" y="413"/>
                  </a:lnTo>
                  <a:cubicBezTo>
                    <a:pt x="748" y="371"/>
                    <a:pt x="758" y="332"/>
                    <a:pt x="774" y="295"/>
                  </a:cubicBezTo>
                  <a:lnTo>
                    <a:pt x="675" y="295"/>
                  </a:lnTo>
                  <a:cubicBezTo>
                    <a:pt x="465" y="295"/>
                    <a:pt x="282" y="176"/>
                    <a:pt x="1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81" name="Google Shape;1381;p50"/>
            <p:cNvSpPr/>
            <p:nvPr/>
          </p:nvSpPr>
          <p:spPr>
            <a:xfrm>
              <a:off x="7004528" y="4474118"/>
              <a:ext cx="287" cy="287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81F0C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82" name="Google Shape;1382;p50"/>
            <p:cNvSpPr/>
            <p:nvPr/>
          </p:nvSpPr>
          <p:spPr>
            <a:xfrm>
              <a:off x="6897526" y="4438116"/>
              <a:ext cx="85199" cy="54362"/>
            </a:xfrm>
            <a:custGeom>
              <a:avLst/>
              <a:gdLst/>
              <a:ahLst/>
              <a:cxnLst/>
              <a:rect l="l" t="t" r="r" b="b"/>
              <a:pathLst>
                <a:path w="594" h="379" extrusionOk="0">
                  <a:moveTo>
                    <a:pt x="1" y="0"/>
                  </a:moveTo>
                  <a:cubicBezTo>
                    <a:pt x="1" y="209"/>
                    <a:pt x="171" y="379"/>
                    <a:pt x="380" y="379"/>
                  </a:cubicBezTo>
                  <a:lnTo>
                    <a:pt x="593" y="379"/>
                  </a:lnTo>
                  <a:cubicBezTo>
                    <a:pt x="593" y="169"/>
                    <a:pt x="423" y="0"/>
                    <a:pt x="215" y="0"/>
                  </a:cubicBezTo>
                  <a:close/>
                </a:path>
              </a:pathLst>
            </a:custGeom>
            <a:solidFill>
              <a:srgbClr val="2E1D0A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83" name="Google Shape;1383;p50"/>
            <p:cNvSpPr/>
            <p:nvPr/>
          </p:nvSpPr>
          <p:spPr>
            <a:xfrm>
              <a:off x="6986455" y="4515427"/>
              <a:ext cx="36145" cy="56083"/>
            </a:xfrm>
            <a:custGeom>
              <a:avLst/>
              <a:gdLst/>
              <a:ahLst/>
              <a:cxnLst/>
              <a:rect l="l" t="t" r="r" b="b"/>
              <a:pathLst>
                <a:path w="252" h="391" extrusionOk="0">
                  <a:moveTo>
                    <a:pt x="126" y="0"/>
                  </a:moveTo>
                  <a:cubicBezTo>
                    <a:pt x="56" y="0"/>
                    <a:pt x="0" y="56"/>
                    <a:pt x="0" y="125"/>
                  </a:cubicBezTo>
                  <a:lnTo>
                    <a:pt x="0" y="391"/>
                  </a:lnTo>
                  <a:lnTo>
                    <a:pt x="251" y="391"/>
                  </a:lnTo>
                  <a:lnTo>
                    <a:pt x="251" y="125"/>
                  </a:lnTo>
                  <a:cubicBezTo>
                    <a:pt x="251" y="56"/>
                    <a:pt x="195" y="0"/>
                    <a:pt x="126" y="0"/>
                  </a:cubicBezTo>
                  <a:close/>
                </a:path>
              </a:pathLst>
            </a:custGeom>
            <a:solidFill>
              <a:srgbClr val="2E1D0A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84" name="Google Shape;1384;p50"/>
            <p:cNvSpPr/>
            <p:nvPr/>
          </p:nvSpPr>
          <p:spPr>
            <a:xfrm>
              <a:off x="6855213" y="4256959"/>
              <a:ext cx="298626" cy="357010"/>
            </a:xfrm>
            <a:custGeom>
              <a:avLst/>
              <a:gdLst/>
              <a:ahLst/>
              <a:cxnLst/>
              <a:rect l="l" t="t" r="r" b="b"/>
              <a:pathLst>
                <a:path w="2082" h="2489" extrusionOk="0">
                  <a:moveTo>
                    <a:pt x="1042" y="1515"/>
                  </a:moveTo>
                  <a:cubicBezTo>
                    <a:pt x="1042" y="1515"/>
                    <a:pt x="1042" y="1515"/>
                    <a:pt x="1042" y="1515"/>
                  </a:cubicBezTo>
                  <a:lnTo>
                    <a:pt x="1042" y="1515"/>
                  </a:lnTo>
                  <a:cubicBezTo>
                    <a:pt x="1042" y="1515"/>
                    <a:pt x="1042" y="1515"/>
                    <a:pt x="1042" y="1515"/>
                  </a:cubicBezTo>
                  <a:cubicBezTo>
                    <a:pt x="1041" y="1515"/>
                    <a:pt x="1042" y="1515"/>
                    <a:pt x="1042" y="1515"/>
                  </a:cubicBezTo>
                  <a:close/>
                  <a:moveTo>
                    <a:pt x="1786" y="1263"/>
                  </a:moveTo>
                  <a:cubicBezTo>
                    <a:pt x="1786" y="1417"/>
                    <a:pt x="1693" y="1550"/>
                    <a:pt x="1561" y="1609"/>
                  </a:cubicBezTo>
                  <a:lnTo>
                    <a:pt x="1561" y="1546"/>
                  </a:lnTo>
                  <a:lnTo>
                    <a:pt x="1208" y="1546"/>
                  </a:lnTo>
                  <a:cubicBezTo>
                    <a:pt x="1251" y="1384"/>
                    <a:pt x="1396" y="1263"/>
                    <a:pt x="1572" y="1263"/>
                  </a:cubicBezTo>
                  <a:close/>
                  <a:moveTo>
                    <a:pt x="510" y="1263"/>
                  </a:moveTo>
                  <a:cubicBezTo>
                    <a:pt x="685" y="1263"/>
                    <a:pt x="833" y="1384"/>
                    <a:pt x="873" y="1546"/>
                  </a:cubicBezTo>
                  <a:lnTo>
                    <a:pt x="526" y="1546"/>
                  </a:lnTo>
                  <a:lnTo>
                    <a:pt x="526" y="1611"/>
                  </a:lnTo>
                  <a:cubicBezTo>
                    <a:pt x="391" y="1553"/>
                    <a:pt x="296" y="1420"/>
                    <a:pt x="296" y="1263"/>
                  </a:cubicBezTo>
                  <a:close/>
                  <a:moveTo>
                    <a:pt x="1041" y="1"/>
                  </a:moveTo>
                  <a:cubicBezTo>
                    <a:pt x="466" y="1"/>
                    <a:pt x="1" y="466"/>
                    <a:pt x="1" y="1040"/>
                  </a:cubicBezTo>
                  <a:lnTo>
                    <a:pt x="1" y="1516"/>
                  </a:lnTo>
                  <a:lnTo>
                    <a:pt x="191" y="1516"/>
                  </a:lnTo>
                  <a:cubicBezTo>
                    <a:pt x="261" y="1648"/>
                    <a:pt x="380" y="1749"/>
                    <a:pt x="528" y="1791"/>
                  </a:cubicBezTo>
                  <a:lnTo>
                    <a:pt x="528" y="2487"/>
                  </a:lnTo>
                  <a:lnTo>
                    <a:pt x="748" y="2487"/>
                  </a:lnTo>
                  <a:lnTo>
                    <a:pt x="748" y="2489"/>
                  </a:lnTo>
                  <a:lnTo>
                    <a:pt x="1335" y="2489"/>
                  </a:lnTo>
                  <a:lnTo>
                    <a:pt x="1335" y="2487"/>
                  </a:lnTo>
                  <a:lnTo>
                    <a:pt x="1561" y="2487"/>
                  </a:lnTo>
                  <a:lnTo>
                    <a:pt x="1561" y="1788"/>
                  </a:lnTo>
                  <a:cubicBezTo>
                    <a:pt x="1704" y="1748"/>
                    <a:pt x="1824" y="1647"/>
                    <a:pt x="1892" y="1516"/>
                  </a:cubicBezTo>
                  <a:lnTo>
                    <a:pt x="2082" y="1516"/>
                  </a:lnTo>
                  <a:lnTo>
                    <a:pt x="2082" y="1040"/>
                  </a:lnTo>
                  <a:cubicBezTo>
                    <a:pt x="2081" y="466"/>
                    <a:pt x="1616" y="1"/>
                    <a:pt x="10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85" name="Google Shape;1385;p50"/>
            <p:cNvSpPr/>
            <p:nvPr/>
          </p:nvSpPr>
          <p:spPr>
            <a:xfrm>
              <a:off x="6930946" y="4584563"/>
              <a:ext cx="21085" cy="29261"/>
            </a:xfrm>
            <a:custGeom>
              <a:avLst/>
              <a:gdLst/>
              <a:ahLst/>
              <a:cxnLst/>
              <a:rect l="l" t="t" r="r" b="b"/>
              <a:pathLst>
                <a:path w="147" h="204" extrusionOk="0">
                  <a:moveTo>
                    <a:pt x="73" y="1"/>
                  </a:moveTo>
                  <a:cubicBezTo>
                    <a:pt x="32" y="1"/>
                    <a:pt x="0" y="34"/>
                    <a:pt x="0" y="74"/>
                  </a:cubicBezTo>
                  <a:lnTo>
                    <a:pt x="0" y="204"/>
                  </a:lnTo>
                  <a:lnTo>
                    <a:pt x="147" y="204"/>
                  </a:lnTo>
                  <a:lnTo>
                    <a:pt x="147" y="74"/>
                  </a:lnTo>
                  <a:cubicBezTo>
                    <a:pt x="147" y="34"/>
                    <a:pt x="114" y="1"/>
                    <a:pt x="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86" name="Google Shape;1386;p50"/>
            <p:cNvSpPr/>
            <p:nvPr/>
          </p:nvSpPr>
          <p:spPr>
            <a:xfrm>
              <a:off x="6930946" y="4642223"/>
              <a:ext cx="21085" cy="28544"/>
            </a:xfrm>
            <a:custGeom>
              <a:avLst/>
              <a:gdLst/>
              <a:ahLst/>
              <a:cxnLst/>
              <a:rect l="l" t="t" r="r" b="b"/>
              <a:pathLst>
                <a:path w="147" h="199" extrusionOk="0">
                  <a:moveTo>
                    <a:pt x="0" y="1"/>
                  </a:moveTo>
                  <a:lnTo>
                    <a:pt x="0" y="126"/>
                  </a:lnTo>
                  <a:cubicBezTo>
                    <a:pt x="0" y="166"/>
                    <a:pt x="33" y="198"/>
                    <a:pt x="73" y="198"/>
                  </a:cubicBezTo>
                  <a:cubicBezTo>
                    <a:pt x="113" y="198"/>
                    <a:pt x="147" y="165"/>
                    <a:pt x="147" y="126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87" name="Google Shape;1387;p50"/>
            <p:cNvSpPr/>
            <p:nvPr/>
          </p:nvSpPr>
          <p:spPr>
            <a:xfrm>
              <a:off x="6973259" y="4584563"/>
              <a:ext cx="21085" cy="29261"/>
            </a:xfrm>
            <a:custGeom>
              <a:avLst/>
              <a:gdLst/>
              <a:ahLst/>
              <a:cxnLst/>
              <a:rect l="l" t="t" r="r" b="b"/>
              <a:pathLst>
                <a:path w="147" h="204" extrusionOk="0">
                  <a:moveTo>
                    <a:pt x="74" y="1"/>
                  </a:moveTo>
                  <a:cubicBezTo>
                    <a:pt x="32" y="1"/>
                    <a:pt x="0" y="34"/>
                    <a:pt x="0" y="74"/>
                  </a:cubicBezTo>
                  <a:lnTo>
                    <a:pt x="0" y="204"/>
                  </a:lnTo>
                  <a:lnTo>
                    <a:pt x="147" y="204"/>
                  </a:lnTo>
                  <a:lnTo>
                    <a:pt x="147" y="74"/>
                  </a:lnTo>
                  <a:cubicBezTo>
                    <a:pt x="147" y="34"/>
                    <a:pt x="114" y="1"/>
                    <a:pt x="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88" name="Google Shape;1388;p50"/>
            <p:cNvSpPr/>
            <p:nvPr/>
          </p:nvSpPr>
          <p:spPr>
            <a:xfrm>
              <a:off x="6973259" y="4642223"/>
              <a:ext cx="21085" cy="28544"/>
            </a:xfrm>
            <a:custGeom>
              <a:avLst/>
              <a:gdLst/>
              <a:ahLst/>
              <a:cxnLst/>
              <a:rect l="l" t="t" r="r" b="b"/>
              <a:pathLst>
                <a:path w="147" h="199" extrusionOk="0">
                  <a:moveTo>
                    <a:pt x="0" y="1"/>
                  </a:moveTo>
                  <a:lnTo>
                    <a:pt x="0" y="126"/>
                  </a:lnTo>
                  <a:cubicBezTo>
                    <a:pt x="0" y="166"/>
                    <a:pt x="33" y="198"/>
                    <a:pt x="74" y="198"/>
                  </a:cubicBezTo>
                  <a:cubicBezTo>
                    <a:pt x="114" y="198"/>
                    <a:pt x="147" y="165"/>
                    <a:pt x="147" y="126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89" name="Google Shape;1389;p50"/>
            <p:cNvSpPr/>
            <p:nvPr/>
          </p:nvSpPr>
          <p:spPr>
            <a:xfrm>
              <a:off x="7015572" y="4584563"/>
              <a:ext cx="21085" cy="29261"/>
            </a:xfrm>
            <a:custGeom>
              <a:avLst/>
              <a:gdLst/>
              <a:ahLst/>
              <a:cxnLst/>
              <a:rect l="l" t="t" r="r" b="b"/>
              <a:pathLst>
                <a:path w="147" h="204" extrusionOk="0">
                  <a:moveTo>
                    <a:pt x="74" y="1"/>
                  </a:moveTo>
                  <a:cubicBezTo>
                    <a:pt x="33" y="1"/>
                    <a:pt x="0" y="34"/>
                    <a:pt x="0" y="74"/>
                  </a:cubicBezTo>
                  <a:lnTo>
                    <a:pt x="0" y="204"/>
                  </a:lnTo>
                  <a:lnTo>
                    <a:pt x="147" y="204"/>
                  </a:lnTo>
                  <a:lnTo>
                    <a:pt x="147" y="74"/>
                  </a:lnTo>
                  <a:cubicBezTo>
                    <a:pt x="147" y="34"/>
                    <a:pt x="114" y="1"/>
                    <a:pt x="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90" name="Google Shape;1390;p50"/>
            <p:cNvSpPr/>
            <p:nvPr/>
          </p:nvSpPr>
          <p:spPr>
            <a:xfrm>
              <a:off x="7015572" y="4642223"/>
              <a:ext cx="21085" cy="28544"/>
            </a:xfrm>
            <a:custGeom>
              <a:avLst/>
              <a:gdLst/>
              <a:ahLst/>
              <a:cxnLst/>
              <a:rect l="l" t="t" r="r" b="b"/>
              <a:pathLst>
                <a:path w="147" h="199" extrusionOk="0">
                  <a:moveTo>
                    <a:pt x="0" y="1"/>
                  </a:moveTo>
                  <a:lnTo>
                    <a:pt x="0" y="126"/>
                  </a:lnTo>
                  <a:cubicBezTo>
                    <a:pt x="0" y="166"/>
                    <a:pt x="33" y="198"/>
                    <a:pt x="74" y="198"/>
                  </a:cubicBezTo>
                  <a:cubicBezTo>
                    <a:pt x="116" y="198"/>
                    <a:pt x="147" y="165"/>
                    <a:pt x="147" y="126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91" name="Google Shape;1391;p50"/>
            <p:cNvSpPr/>
            <p:nvPr/>
          </p:nvSpPr>
          <p:spPr>
            <a:xfrm>
              <a:off x="7057885" y="4584563"/>
              <a:ext cx="21228" cy="29261"/>
            </a:xfrm>
            <a:custGeom>
              <a:avLst/>
              <a:gdLst/>
              <a:ahLst/>
              <a:cxnLst/>
              <a:rect l="l" t="t" r="r" b="b"/>
              <a:pathLst>
                <a:path w="148" h="204" extrusionOk="0">
                  <a:moveTo>
                    <a:pt x="74" y="1"/>
                  </a:moveTo>
                  <a:cubicBezTo>
                    <a:pt x="33" y="1"/>
                    <a:pt x="0" y="34"/>
                    <a:pt x="0" y="74"/>
                  </a:cubicBezTo>
                  <a:lnTo>
                    <a:pt x="0" y="204"/>
                  </a:lnTo>
                  <a:lnTo>
                    <a:pt x="148" y="204"/>
                  </a:lnTo>
                  <a:lnTo>
                    <a:pt x="148" y="74"/>
                  </a:lnTo>
                  <a:cubicBezTo>
                    <a:pt x="148" y="34"/>
                    <a:pt x="115" y="1"/>
                    <a:pt x="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92" name="Google Shape;1392;p50"/>
            <p:cNvSpPr/>
            <p:nvPr/>
          </p:nvSpPr>
          <p:spPr>
            <a:xfrm>
              <a:off x="7057742" y="4642223"/>
              <a:ext cx="21085" cy="28544"/>
            </a:xfrm>
            <a:custGeom>
              <a:avLst/>
              <a:gdLst/>
              <a:ahLst/>
              <a:cxnLst/>
              <a:rect l="l" t="t" r="r" b="b"/>
              <a:pathLst>
                <a:path w="147" h="199" extrusionOk="0">
                  <a:moveTo>
                    <a:pt x="0" y="1"/>
                  </a:moveTo>
                  <a:lnTo>
                    <a:pt x="0" y="126"/>
                  </a:lnTo>
                  <a:cubicBezTo>
                    <a:pt x="0" y="166"/>
                    <a:pt x="34" y="198"/>
                    <a:pt x="74" y="198"/>
                  </a:cubicBezTo>
                  <a:cubicBezTo>
                    <a:pt x="114" y="198"/>
                    <a:pt x="147" y="165"/>
                    <a:pt x="147" y="126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93" name="Google Shape;1393;p50"/>
            <p:cNvSpPr/>
            <p:nvPr/>
          </p:nvSpPr>
          <p:spPr>
            <a:xfrm>
              <a:off x="6986599" y="4515427"/>
              <a:ext cx="36145" cy="56083"/>
            </a:xfrm>
            <a:custGeom>
              <a:avLst/>
              <a:gdLst/>
              <a:ahLst/>
              <a:cxnLst/>
              <a:rect l="l" t="t" r="r" b="b"/>
              <a:pathLst>
                <a:path w="252" h="391" extrusionOk="0">
                  <a:moveTo>
                    <a:pt x="18" y="0"/>
                  </a:moveTo>
                  <a:cubicBezTo>
                    <a:pt x="9" y="0"/>
                    <a:pt x="0" y="8"/>
                    <a:pt x="0" y="17"/>
                  </a:cubicBezTo>
                  <a:lnTo>
                    <a:pt x="0" y="391"/>
                  </a:lnTo>
                  <a:lnTo>
                    <a:pt x="251" y="391"/>
                  </a:lnTo>
                  <a:lnTo>
                    <a:pt x="251" y="17"/>
                  </a:lnTo>
                  <a:cubicBezTo>
                    <a:pt x="250" y="8"/>
                    <a:pt x="244" y="0"/>
                    <a:pt x="2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94" name="Google Shape;1394;p50"/>
            <p:cNvSpPr/>
            <p:nvPr/>
          </p:nvSpPr>
          <p:spPr>
            <a:xfrm>
              <a:off x="7026330" y="4438116"/>
              <a:ext cx="85055" cy="54362"/>
            </a:xfrm>
            <a:custGeom>
              <a:avLst/>
              <a:gdLst/>
              <a:ahLst/>
              <a:cxnLst/>
              <a:rect l="l" t="t" r="r" b="b"/>
              <a:pathLst>
                <a:path w="593" h="379" extrusionOk="0">
                  <a:moveTo>
                    <a:pt x="379" y="0"/>
                  </a:moveTo>
                  <a:cubicBezTo>
                    <a:pt x="170" y="0"/>
                    <a:pt x="0" y="170"/>
                    <a:pt x="0" y="379"/>
                  </a:cubicBezTo>
                  <a:lnTo>
                    <a:pt x="214" y="379"/>
                  </a:lnTo>
                  <a:cubicBezTo>
                    <a:pt x="424" y="378"/>
                    <a:pt x="593" y="209"/>
                    <a:pt x="5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95" name="Google Shape;1395;p50"/>
            <p:cNvSpPr/>
            <p:nvPr/>
          </p:nvSpPr>
          <p:spPr>
            <a:xfrm>
              <a:off x="6897526" y="4438116"/>
              <a:ext cx="85199" cy="54362"/>
            </a:xfrm>
            <a:custGeom>
              <a:avLst/>
              <a:gdLst/>
              <a:ahLst/>
              <a:cxnLst/>
              <a:rect l="l" t="t" r="r" b="b"/>
              <a:pathLst>
                <a:path w="594" h="379" extrusionOk="0">
                  <a:moveTo>
                    <a:pt x="1" y="0"/>
                  </a:moveTo>
                  <a:cubicBezTo>
                    <a:pt x="1" y="209"/>
                    <a:pt x="171" y="378"/>
                    <a:pt x="380" y="379"/>
                  </a:cubicBezTo>
                  <a:lnTo>
                    <a:pt x="593" y="379"/>
                  </a:lnTo>
                  <a:cubicBezTo>
                    <a:pt x="593" y="170"/>
                    <a:pt x="423" y="0"/>
                    <a:pt x="2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96" name="Google Shape;1396;p50"/>
            <p:cNvSpPr/>
            <p:nvPr/>
          </p:nvSpPr>
          <p:spPr>
            <a:xfrm>
              <a:off x="6561459" y="341205"/>
              <a:ext cx="228775" cy="225050"/>
            </a:xfrm>
            <a:custGeom>
              <a:avLst/>
              <a:gdLst/>
              <a:ahLst/>
              <a:cxnLst/>
              <a:rect l="l" t="t" r="r" b="b"/>
              <a:pathLst>
                <a:path w="1595" h="1569" extrusionOk="0">
                  <a:moveTo>
                    <a:pt x="153" y="1"/>
                  </a:moveTo>
                  <a:cubicBezTo>
                    <a:pt x="118" y="1"/>
                    <a:pt x="82" y="15"/>
                    <a:pt x="55" y="43"/>
                  </a:cubicBezTo>
                  <a:cubicBezTo>
                    <a:pt x="0" y="97"/>
                    <a:pt x="0" y="185"/>
                    <a:pt x="55" y="240"/>
                  </a:cubicBezTo>
                  <a:lnTo>
                    <a:pt x="1342" y="1527"/>
                  </a:lnTo>
                  <a:cubicBezTo>
                    <a:pt x="1369" y="1555"/>
                    <a:pt x="1405" y="1568"/>
                    <a:pt x="1441" y="1568"/>
                  </a:cubicBezTo>
                  <a:cubicBezTo>
                    <a:pt x="1477" y="1568"/>
                    <a:pt x="1513" y="1555"/>
                    <a:pt x="1540" y="1527"/>
                  </a:cubicBezTo>
                  <a:cubicBezTo>
                    <a:pt x="1594" y="1472"/>
                    <a:pt x="1594" y="1385"/>
                    <a:pt x="1540" y="1329"/>
                  </a:cubicBezTo>
                  <a:lnTo>
                    <a:pt x="252" y="43"/>
                  </a:lnTo>
                  <a:cubicBezTo>
                    <a:pt x="225" y="15"/>
                    <a:pt x="189" y="1"/>
                    <a:pt x="1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97" name="Google Shape;1397;p50"/>
            <p:cNvSpPr/>
            <p:nvPr/>
          </p:nvSpPr>
          <p:spPr>
            <a:xfrm>
              <a:off x="6644364" y="258300"/>
              <a:ext cx="228775" cy="224906"/>
            </a:xfrm>
            <a:custGeom>
              <a:avLst/>
              <a:gdLst/>
              <a:ahLst/>
              <a:cxnLst/>
              <a:rect l="l" t="t" r="r" b="b"/>
              <a:pathLst>
                <a:path w="1595" h="1568" extrusionOk="0">
                  <a:moveTo>
                    <a:pt x="154" y="0"/>
                  </a:moveTo>
                  <a:cubicBezTo>
                    <a:pt x="119" y="0"/>
                    <a:pt x="83" y="14"/>
                    <a:pt x="55" y="41"/>
                  </a:cubicBezTo>
                  <a:cubicBezTo>
                    <a:pt x="1" y="97"/>
                    <a:pt x="1" y="184"/>
                    <a:pt x="55" y="239"/>
                  </a:cubicBezTo>
                  <a:lnTo>
                    <a:pt x="1343" y="1526"/>
                  </a:lnTo>
                  <a:cubicBezTo>
                    <a:pt x="1370" y="1554"/>
                    <a:pt x="1406" y="1567"/>
                    <a:pt x="1441" y="1567"/>
                  </a:cubicBezTo>
                  <a:cubicBezTo>
                    <a:pt x="1477" y="1567"/>
                    <a:pt x="1513" y="1554"/>
                    <a:pt x="1540" y="1526"/>
                  </a:cubicBezTo>
                  <a:cubicBezTo>
                    <a:pt x="1595" y="1472"/>
                    <a:pt x="1595" y="1383"/>
                    <a:pt x="1540" y="1328"/>
                  </a:cubicBezTo>
                  <a:lnTo>
                    <a:pt x="253" y="41"/>
                  </a:lnTo>
                  <a:cubicBezTo>
                    <a:pt x="226" y="14"/>
                    <a:pt x="190" y="0"/>
                    <a:pt x="1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98" name="Google Shape;1398;p50"/>
            <p:cNvSpPr/>
            <p:nvPr/>
          </p:nvSpPr>
          <p:spPr>
            <a:xfrm>
              <a:off x="6571356" y="272500"/>
              <a:ext cx="301352" cy="295333"/>
            </a:xfrm>
            <a:custGeom>
              <a:avLst/>
              <a:gdLst/>
              <a:ahLst/>
              <a:cxnLst/>
              <a:rect l="l" t="t" r="r" b="b"/>
              <a:pathLst>
                <a:path w="2101" h="2059" extrusionOk="0">
                  <a:moveTo>
                    <a:pt x="452" y="0"/>
                  </a:moveTo>
                  <a:cubicBezTo>
                    <a:pt x="346" y="0"/>
                    <a:pt x="241" y="40"/>
                    <a:pt x="161" y="121"/>
                  </a:cubicBezTo>
                  <a:cubicBezTo>
                    <a:pt x="1" y="281"/>
                    <a:pt x="1" y="541"/>
                    <a:pt x="161" y="701"/>
                  </a:cubicBezTo>
                  <a:lnTo>
                    <a:pt x="1518" y="2058"/>
                  </a:lnTo>
                  <a:lnTo>
                    <a:pt x="1716" y="1860"/>
                  </a:lnTo>
                  <a:lnTo>
                    <a:pt x="359" y="503"/>
                  </a:lnTo>
                  <a:cubicBezTo>
                    <a:pt x="306" y="452"/>
                    <a:pt x="306" y="368"/>
                    <a:pt x="359" y="316"/>
                  </a:cubicBezTo>
                  <a:cubicBezTo>
                    <a:pt x="385" y="291"/>
                    <a:pt x="419" y="279"/>
                    <a:pt x="452" y="279"/>
                  </a:cubicBezTo>
                  <a:cubicBezTo>
                    <a:pt x="486" y="279"/>
                    <a:pt x="520" y="291"/>
                    <a:pt x="546" y="316"/>
                  </a:cubicBezTo>
                  <a:lnTo>
                    <a:pt x="1903" y="1673"/>
                  </a:lnTo>
                  <a:lnTo>
                    <a:pt x="2101" y="1475"/>
                  </a:lnTo>
                  <a:lnTo>
                    <a:pt x="743" y="121"/>
                  </a:lnTo>
                  <a:cubicBezTo>
                    <a:pt x="662" y="40"/>
                    <a:pt x="557" y="0"/>
                    <a:pt x="4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399" name="Google Shape;1399;p50"/>
            <p:cNvSpPr/>
            <p:nvPr/>
          </p:nvSpPr>
          <p:spPr>
            <a:xfrm>
              <a:off x="6950166" y="648011"/>
              <a:ext cx="89789" cy="83909"/>
            </a:xfrm>
            <a:custGeom>
              <a:avLst/>
              <a:gdLst/>
              <a:ahLst/>
              <a:cxnLst/>
              <a:rect l="l" t="t" r="r" b="b"/>
              <a:pathLst>
                <a:path w="626" h="585" extrusionOk="0">
                  <a:moveTo>
                    <a:pt x="230" y="0"/>
                  </a:moveTo>
                  <a:cubicBezTo>
                    <a:pt x="176" y="0"/>
                    <a:pt x="123" y="21"/>
                    <a:pt x="82" y="61"/>
                  </a:cubicBezTo>
                  <a:cubicBezTo>
                    <a:pt x="1" y="144"/>
                    <a:pt x="1" y="275"/>
                    <a:pt x="82" y="358"/>
                  </a:cubicBezTo>
                  <a:lnTo>
                    <a:pt x="248" y="523"/>
                  </a:lnTo>
                  <a:cubicBezTo>
                    <a:pt x="288" y="564"/>
                    <a:pt x="342" y="584"/>
                    <a:pt x="395" y="584"/>
                  </a:cubicBezTo>
                  <a:cubicBezTo>
                    <a:pt x="449" y="584"/>
                    <a:pt x="502" y="564"/>
                    <a:pt x="543" y="523"/>
                  </a:cubicBezTo>
                  <a:cubicBezTo>
                    <a:pt x="625" y="441"/>
                    <a:pt x="625" y="311"/>
                    <a:pt x="543" y="227"/>
                  </a:cubicBezTo>
                  <a:lnTo>
                    <a:pt x="377" y="61"/>
                  </a:lnTo>
                  <a:cubicBezTo>
                    <a:pt x="337" y="21"/>
                    <a:pt x="283" y="0"/>
                    <a:pt x="2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00" name="Google Shape;1400;p50"/>
            <p:cNvSpPr/>
            <p:nvPr/>
          </p:nvSpPr>
          <p:spPr>
            <a:xfrm>
              <a:off x="6868122" y="563385"/>
              <a:ext cx="155194" cy="155197"/>
            </a:xfrm>
            <a:custGeom>
              <a:avLst/>
              <a:gdLst/>
              <a:ahLst/>
              <a:cxnLst/>
              <a:rect l="l" t="t" r="r" b="b"/>
              <a:pathLst>
                <a:path w="1082" h="1082" extrusionOk="0">
                  <a:moveTo>
                    <a:pt x="342" y="0"/>
                  </a:moveTo>
                  <a:lnTo>
                    <a:pt x="1" y="341"/>
                  </a:lnTo>
                  <a:lnTo>
                    <a:pt x="741" y="1081"/>
                  </a:lnTo>
                  <a:lnTo>
                    <a:pt x="1082" y="740"/>
                  </a:lnTo>
                  <a:lnTo>
                    <a:pt x="3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01" name="Google Shape;1401;p50"/>
            <p:cNvSpPr/>
            <p:nvPr/>
          </p:nvSpPr>
          <p:spPr>
            <a:xfrm>
              <a:off x="6949879" y="646003"/>
              <a:ext cx="82617" cy="80467"/>
            </a:xfrm>
            <a:custGeom>
              <a:avLst/>
              <a:gdLst/>
              <a:ahLst/>
              <a:cxnLst/>
              <a:rect l="l" t="t" r="r" b="b"/>
              <a:pathLst>
                <a:path w="576" h="561" extrusionOk="0">
                  <a:moveTo>
                    <a:pt x="494" y="0"/>
                  </a:moveTo>
                  <a:cubicBezTo>
                    <a:pt x="475" y="0"/>
                    <a:pt x="455" y="8"/>
                    <a:pt x="440" y="22"/>
                  </a:cubicBezTo>
                  <a:lnTo>
                    <a:pt x="31" y="432"/>
                  </a:lnTo>
                  <a:cubicBezTo>
                    <a:pt x="1" y="460"/>
                    <a:pt x="1" y="509"/>
                    <a:pt x="31" y="538"/>
                  </a:cubicBezTo>
                  <a:cubicBezTo>
                    <a:pt x="46" y="553"/>
                    <a:pt x="65" y="560"/>
                    <a:pt x="84" y="560"/>
                  </a:cubicBezTo>
                  <a:cubicBezTo>
                    <a:pt x="103" y="560"/>
                    <a:pt x="123" y="553"/>
                    <a:pt x="138" y="538"/>
                  </a:cubicBezTo>
                  <a:lnTo>
                    <a:pt x="547" y="129"/>
                  </a:lnTo>
                  <a:cubicBezTo>
                    <a:pt x="576" y="100"/>
                    <a:pt x="576" y="52"/>
                    <a:pt x="547" y="22"/>
                  </a:cubicBezTo>
                  <a:cubicBezTo>
                    <a:pt x="533" y="8"/>
                    <a:pt x="513" y="0"/>
                    <a:pt x="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02" name="Google Shape;1402;p50"/>
            <p:cNvSpPr/>
            <p:nvPr/>
          </p:nvSpPr>
          <p:spPr>
            <a:xfrm>
              <a:off x="6919184" y="615164"/>
              <a:ext cx="82761" cy="80467"/>
            </a:xfrm>
            <a:custGeom>
              <a:avLst/>
              <a:gdLst/>
              <a:ahLst/>
              <a:cxnLst/>
              <a:rect l="l" t="t" r="r" b="b"/>
              <a:pathLst>
                <a:path w="577" h="561" extrusionOk="0">
                  <a:moveTo>
                    <a:pt x="493" y="0"/>
                  </a:moveTo>
                  <a:cubicBezTo>
                    <a:pt x="474" y="0"/>
                    <a:pt x="455" y="8"/>
                    <a:pt x="440" y="22"/>
                  </a:cubicBezTo>
                  <a:lnTo>
                    <a:pt x="31" y="432"/>
                  </a:lnTo>
                  <a:cubicBezTo>
                    <a:pt x="1" y="460"/>
                    <a:pt x="1" y="509"/>
                    <a:pt x="31" y="539"/>
                  </a:cubicBezTo>
                  <a:cubicBezTo>
                    <a:pt x="46" y="553"/>
                    <a:pt x="65" y="560"/>
                    <a:pt x="84" y="560"/>
                  </a:cubicBezTo>
                  <a:cubicBezTo>
                    <a:pt x="103" y="560"/>
                    <a:pt x="123" y="553"/>
                    <a:pt x="138" y="539"/>
                  </a:cubicBezTo>
                  <a:lnTo>
                    <a:pt x="547" y="129"/>
                  </a:lnTo>
                  <a:cubicBezTo>
                    <a:pt x="576" y="100"/>
                    <a:pt x="576" y="52"/>
                    <a:pt x="547" y="22"/>
                  </a:cubicBezTo>
                  <a:cubicBezTo>
                    <a:pt x="532" y="8"/>
                    <a:pt x="513" y="0"/>
                    <a:pt x="4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03" name="Google Shape;1403;p50"/>
            <p:cNvSpPr/>
            <p:nvPr/>
          </p:nvSpPr>
          <p:spPr>
            <a:xfrm>
              <a:off x="6888346" y="584182"/>
              <a:ext cx="82761" cy="80467"/>
            </a:xfrm>
            <a:custGeom>
              <a:avLst/>
              <a:gdLst/>
              <a:ahLst/>
              <a:cxnLst/>
              <a:rect l="l" t="t" r="r" b="b"/>
              <a:pathLst>
                <a:path w="577" h="561" extrusionOk="0">
                  <a:moveTo>
                    <a:pt x="493" y="1"/>
                  </a:moveTo>
                  <a:cubicBezTo>
                    <a:pt x="474" y="1"/>
                    <a:pt x="454" y="8"/>
                    <a:pt x="439" y="23"/>
                  </a:cubicBezTo>
                  <a:lnTo>
                    <a:pt x="31" y="432"/>
                  </a:lnTo>
                  <a:cubicBezTo>
                    <a:pt x="1" y="462"/>
                    <a:pt x="1" y="510"/>
                    <a:pt x="31" y="539"/>
                  </a:cubicBezTo>
                  <a:cubicBezTo>
                    <a:pt x="45" y="553"/>
                    <a:pt x="64" y="561"/>
                    <a:pt x="84" y="561"/>
                  </a:cubicBezTo>
                  <a:cubicBezTo>
                    <a:pt x="103" y="561"/>
                    <a:pt x="123" y="553"/>
                    <a:pt x="138" y="539"/>
                  </a:cubicBezTo>
                  <a:lnTo>
                    <a:pt x="546" y="130"/>
                  </a:lnTo>
                  <a:cubicBezTo>
                    <a:pt x="576" y="100"/>
                    <a:pt x="576" y="52"/>
                    <a:pt x="546" y="23"/>
                  </a:cubicBezTo>
                  <a:cubicBezTo>
                    <a:pt x="532" y="8"/>
                    <a:pt x="513" y="1"/>
                    <a:pt x="4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04" name="Google Shape;1404;p50"/>
            <p:cNvSpPr/>
            <p:nvPr/>
          </p:nvSpPr>
          <p:spPr>
            <a:xfrm>
              <a:off x="6848328" y="543447"/>
              <a:ext cx="95239" cy="95241"/>
            </a:xfrm>
            <a:custGeom>
              <a:avLst/>
              <a:gdLst/>
              <a:ahLst/>
              <a:cxnLst/>
              <a:rect l="l" t="t" r="r" b="b"/>
              <a:pathLst>
                <a:path w="664" h="664" extrusionOk="0">
                  <a:moveTo>
                    <a:pt x="517" y="0"/>
                  </a:moveTo>
                  <a:lnTo>
                    <a:pt x="1" y="517"/>
                  </a:lnTo>
                  <a:lnTo>
                    <a:pt x="147" y="663"/>
                  </a:lnTo>
                  <a:lnTo>
                    <a:pt x="664" y="147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05" name="Google Shape;1405;p50"/>
            <p:cNvSpPr/>
            <p:nvPr/>
          </p:nvSpPr>
          <p:spPr>
            <a:xfrm>
              <a:off x="6788516" y="483779"/>
              <a:ext cx="144580" cy="142288"/>
            </a:xfrm>
            <a:custGeom>
              <a:avLst/>
              <a:gdLst/>
              <a:ahLst/>
              <a:cxnLst/>
              <a:rect l="l" t="t" r="r" b="b"/>
              <a:pathLst>
                <a:path w="1008" h="992" extrusionOk="0">
                  <a:moveTo>
                    <a:pt x="772" y="0"/>
                  </a:moveTo>
                  <a:lnTo>
                    <a:pt x="387" y="385"/>
                  </a:lnTo>
                  <a:lnTo>
                    <a:pt x="1" y="771"/>
                  </a:lnTo>
                  <a:lnTo>
                    <a:pt x="173" y="943"/>
                  </a:lnTo>
                  <a:cubicBezTo>
                    <a:pt x="205" y="975"/>
                    <a:pt x="247" y="992"/>
                    <a:pt x="290" y="992"/>
                  </a:cubicBezTo>
                  <a:cubicBezTo>
                    <a:pt x="332" y="992"/>
                    <a:pt x="375" y="975"/>
                    <a:pt x="407" y="943"/>
                  </a:cubicBezTo>
                  <a:lnTo>
                    <a:pt x="675" y="675"/>
                  </a:lnTo>
                  <a:lnTo>
                    <a:pt x="945" y="407"/>
                  </a:lnTo>
                  <a:cubicBezTo>
                    <a:pt x="1008" y="342"/>
                    <a:pt x="1008" y="237"/>
                    <a:pt x="945" y="172"/>
                  </a:cubicBezTo>
                  <a:lnTo>
                    <a:pt x="77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06" name="Google Shape;1406;p50"/>
            <p:cNvSpPr/>
            <p:nvPr/>
          </p:nvSpPr>
          <p:spPr>
            <a:xfrm>
              <a:off x="6753518" y="448781"/>
              <a:ext cx="145584" cy="145443"/>
            </a:xfrm>
            <a:custGeom>
              <a:avLst/>
              <a:gdLst/>
              <a:ahLst/>
              <a:cxnLst/>
              <a:rect l="l" t="t" r="r" b="b"/>
              <a:pathLst>
                <a:path w="1015" h="1014" extrusionOk="0">
                  <a:moveTo>
                    <a:pt x="774" y="0"/>
                  </a:moveTo>
                  <a:lnTo>
                    <a:pt x="1" y="774"/>
                  </a:lnTo>
                  <a:lnTo>
                    <a:pt x="242" y="1013"/>
                  </a:lnTo>
                  <a:lnTo>
                    <a:pt x="1015" y="240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07" name="Google Shape;1407;p50"/>
            <p:cNvSpPr/>
            <p:nvPr/>
          </p:nvSpPr>
          <p:spPr>
            <a:xfrm>
              <a:off x="6784213" y="479476"/>
              <a:ext cx="119192" cy="119194"/>
            </a:xfrm>
            <a:custGeom>
              <a:avLst/>
              <a:gdLst/>
              <a:ahLst/>
              <a:cxnLst/>
              <a:rect l="l" t="t" r="r" b="b"/>
              <a:pathLst>
                <a:path w="831" h="831" extrusionOk="0">
                  <a:moveTo>
                    <a:pt x="774" y="0"/>
                  </a:moveTo>
                  <a:lnTo>
                    <a:pt x="1" y="773"/>
                  </a:lnTo>
                  <a:lnTo>
                    <a:pt x="57" y="830"/>
                  </a:lnTo>
                  <a:lnTo>
                    <a:pt x="831" y="57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08" name="Google Shape;1408;p50"/>
            <p:cNvSpPr/>
            <p:nvPr/>
          </p:nvSpPr>
          <p:spPr>
            <a:xfrm>
              <a:off x="6582688" y="314239"/>
              <a:ext cx="29977" cy="27396"/>
            </a:xfrm>
            <a:custGeom>
              <a:avLst/>
              <a:gdLst/>
              <a:ahLst/>
              <a:cxnLst/>
              <a:rect l="l" t="t" r="r" b="b"/>
              <a:pathLst>
                <a:path w="209" h="191" extrusionOk="0">
                  <a:moveTo>
                    <a:pt x="105" y="0"/>
                  </a:moveTo>
                  <a:cubicBezTo>
                    <a:pt x="81" y="0"/>
                    <a:pt x="56" y="10"/>
                    <a:pt x="37" y="28"/>
                  </a:cubicBezTo>
                  <a:cubicBezTo>
                    <a:pt x="1" y="65"/>
                    <a:pt x="1" y="125"/>
                    <a:pt x="37" y="162"/>
                  </a:cubicBezTo>
                  <a:cubicBezTo>
                    <a:pt x="55" y="181"/>
                    <a:pt x="80" y="190"/>
                    <a:pt x="104" y="190"/>
                  </a:cubicBezTo>
                  <a:cubicBezTo>
                    <a:pt x="128" y="190"/>
                    <a:pt x="153" y="181"/>
                    <a:pt x="171" y="162"/>
                  </a:cubicBezTo>
                  <a:cubicBezTo>
                    <a:pt x="208" y="126"/>
                    <a:pt x="208" y="66"/>
                    <a:pt x="171" y="28"/>
                  </a:cubicBezTo>
                  <a:cubicBezTo>
                    <a:pt x="153" y="10"/>
                    <a:pt x="129" y="0"/>
                    <a:pt x="105" y="0"/>
                  </a:cubicBezTo>
                  <a:close/>
                </a:path>
              </a:pathLst>
            </a:custGeom>
            <a:solidFill>
              <a:srgbClr val="FBFFFF">
                <a:alpha val="4747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09" name="Google Shape;1409;p50"/>
            <p:cNvSpPr/>
            <p:nvPr/>
          </p:nvSpPr>
          <p:spPr>
            <a:xfrm>
              <a:off x="6872138" y="580310"/>
              <a:ext cx="155911" cy="151324"/>
            </a:xfrm>
            <a:custGeom>
              <a:avLst/>
              <a:gdLst/>
              <a:ahLst/>
              <a:cxnLst/>
              <a:rect l="l" t="t" r="r" b="b"/>
              <a:pathLst>
                <a:path w="1087" h="1055" extrusionOk="0">
                  <a:moveTo>
                    <a:pt x="92" y="1"/>
                  </a:moveTo>
                  <a:lnTo>
                    <a:pt x="0" y="93"/>
                  </a:lnTo>
                  <a:lnTo>
                    <a:pt x="962" y="1054"/>
                  </a:lnTo>
                  <a:cubicBezTo>
                    <a:pt x="1007" y="1049"/>
                    <a:pt x="1053" y="1030"/>
                    <a:pt x="1087" y="995"/>
                  </a:cubicBezTo>
                  <a:lnTo>
                    <a:pt x="92" y="1"/>
                  </a:ln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10" name="Google Shape;1410;p50"/>
            <p:cNvSpPr/>
            <p:nvPr/>
          </p:nvSpPr>
          <p:spPr>
            <a:xfrm>
              <a:off x="7050570" y="778536"/>
              <a:ext cx="115607" cy="97392"/>
            </a:xfrm>
            <a:custGeom>
              <a:avLst/>
              <a:gdLst/>
              <a:ahLst/>
              <a:cxnLst/>
              <a:rect l="l" t="t" r="r" b="b"/>
              <a:pathLst>
                <a:path w="806" h="679" extrusionOk="0">
                  <a:moveTo>
                    <a:pt x="375" y="0"/>
                  </a:moveTo>
                  <a:cubicBezTo>
                    <a:pt x="364" y="14"/>
                    <a:pt x="353" y="26"/>
                    <a:pt x="340" y="38"/>
                  </a:cubicBezTo>
                  <a:cubicBezTo>
                    <a:pt x="243" y="135"/>
                    <a:pt x="128" y="210"/>
                    <a:pt x="0" y="259"/>
                  </a:cubicBezTo>
                  <a:lnTo>
                    <a:pt x="161" y="678"/>
                  </a:lnTo>
                  <a:cubicBezTo>
                    <a:pt x="348" y="606"/>
                    <a:pt x="516" y="498"/>
                    <a:pt x="659" y="354"/>
                  </a:cubicBezTo>
                  <a:cubicBezTo>
                    <a:pt x="712" y="301"/>
                    <a:pt x="761" y="242"/>
                    <a:pt x="805" y="181"/>
                  </a:cubicBezTo>
                  <a:lnTo>
                    <a:pt x="37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11" name="Google Shape;1411;p50"/>
            <p:cNvSpPr/>
            <p:nvPr/>
          </p:nvSpPr>
          <p:spPr>
            <a:xfrm>
              <a:off x="7151118" y="826873"/>
              <a:ext cx="161505" cy="149746"/>
            </a:xfrm>
            <a:custGeom>
              <a:avLst/>
              <a:gdLst/>
              <a:ahLst/>
              <a:cxnLst/>
              <a:rect l="l" t="t" r="r" b="b"/>
              <a:pathLst>
                <a:path w="1126" h="1044" extrusionOk="0">
                  <a:moveTo>
                    <a:pt x="1032" y="0"/>
                  </a:moveTo>
                  <a:cubicBezTo>
                    <a:pt x="764" y="58"/>
                    <a:pt x="519" y="192"/>
                    <a:pt x="324" y="386"/>
                  </a:cubicBezTo>
                  <a:cubicBezTo>
                    <a:pt x="181" y="530"/>
                    <a:pt x="72" y="699"/>
                    <a:pt x="1" y="886"/>
                  </a:cubicBezTo>
                  <a:lnTo>
                    <a:pt x="419" y="1044"/>
                  </a:lnTo>
                  <a:cubicBezTo>
                    <a:pt x="468" y="916"/>
                    <a:pt x="543" y="801"/>
                    <a:pt x="641" y="704"/>
                  </a:cubicBezTo>
                  <a:cubicBezTo>
                    <a:pt x="775" y="570"/>
                    <a:pt x="943" y="477"/>
                    <a:pt x="1125" y="439"/>
                  </a:cubicBezTo>
                  <a:lnTo>
                    <a:pt x="10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12" name="Google Shape;1412;p50"/>
            <p:cNvSpPr/>
            <p:nvPr/>
          </p:nvSpPr>
          <p:spPr>
            <a:xfrm>
              <a:off x="7248509" y="548037"/>
              <a:ext cx="141281" cy="214005"/>
            </a:xfrm>
            <a:custGeom>
              <a:avLst/>
              <a:gdLst/>
              <a:ahLst/>
              <a:cxnLst/>
              <a:rect l="l" t="t" r="r" b="b"/>
              <a:pathLst>
                <a:path w="985" h="1492" extrusionOk="0">
                  <a:moveTo>
                    <a:pt x="290" y="0"/>
                  </a:moveTo>
                  <a:cubicBezTo>
                    <a:pt x="258" y="0"/>
                    <a:pt x="225" y="7"/>
                    <a:pt x="193" y="20"/>
                  </a:cubicBezTo>
                  <a:cubicBezTo>
                    <a:pt x="64" y="73"/>
                    <a:pt x="1" y="223"/>
                    <a:pt x="54" y="354"/>
                  </a:cubicBezTo>
                  <a:lnTo>
                    <a:pt x="457" y="1334"/>
                  </a:lnTo>
                  <a:cubicBezTo>
                    <a:pt x="498" y="1432"/>
                    <a:pt x="593" y="1492"/>
                    <a:pt x="694" y="1492"/>
                  </a:cubicBezTo>
                  <a:cubicBezTo>
                    <a:pt x="727" y="1492"/>
                    <a:pt x="760" y="1486"/>
                    <a:pt x="792" y="1473"/>
                  </a:cubicBezTo>
                  <a:cubicBezTo>
                    <a:pt x="922" y="1419"/>
                    <a:pt x="984" y="1270"/>
                    <a:pt x="931" y="1138"/>
                  </a:cubicBezTo>
                  <a:lnTo>
                    <a:pt x="527" y="159"/>
                  </a:lnTo>
                  <a:cubicBezTo>
                    <a:pt x="486" y="60"/>
                    <a:pt x="391" y="0"/>
                    <a:pt x="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13" name="Google Shape;1413;p50"/>
            <p:cNvSpPr/>
            <p:nvPr/>
          </p:nvSpPr>
          <p:spPr>
            <a:xfrm>
              <a:off x="7157285" y="639261"/>
              <a:ext cx="141281" cy="214148"/>
            </a:xfrm>
            <a:custGeom>
              <a:avLst/>
              <a:gdLst/>
              <a:ahLst/>
              <a:cxnLst/>
              <a:rect l="l" t="t" r="r" b="b"/>
              <a:pathLst>
                <a:path w="985" h="1493" extrusionOk="0">
                  <a:moveTo>
                    <a:pt x="290" y="1"/>
                  </a:moveTo>
                  <a:cubicBezTo>
                    <a:pt x="258" y="1"/>
                    <a:pt x="225" y="7"/>
                    <a:pt x="193" y="20"/>
                  </a:cubicBezTo>
                  <a:cubicBezTo>
                    <a:pt x="61" y="73"/>
                    <a:pt x="0" y="223"/>
                    <a:pt x="54" y="354"/>
                  </a:cubicBezTo>
                  <a:lnTo>
                    <a:pt x="457" y="1334"/>
                  </a:lnTo>
                  <a:cubicBezTo>
                    <a:pt x="497" y="1433"/>
                    <a:pt x="593" y="1492"/>
                    <a:pt x="694" y="1492"/>
                  </a:cubicBezTo>
                  <a:cubicBezTo>
                    <a:pt x="726" y="1492"/>
                    <a:pt x="760" y="1486"/>
                    <a:pt x="792" y="1473"/>
                  </a:cubicBezTo>
                  <a:cubicBezTo>
                    <a:pt x="922" y="1420"/>
                    <a:pt x="984" y="1270"/>
                    <a:pt x="931" y="1138"/>
                  </a:cubicBezTo>
                  <a:lnTo>
                    <a:pt x="526" y="159"/>
                  </a:lnTo>
                  <a:cubicBezTo>
                    <a:pt x="486" y="60"/>
                    <a:pt x="390" y="1"/>
                    <a:pt x="2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14" name="Google Shape;1414;p50"/>
            <p:cNvSpPr/>
            <p:nvPr/>
          </p:nvSpPr>
          <p:spPr>
            <a:xfrm>
              <a:off x="7332849" y="463554"/>
              <a:ext cx="141424" cy="214005"/>
            </a:xfrm>
            <a:custGeom>
              <a:avLst/>
              <a:gdLst/>
              <a:ahLst/>
              <a:cxnLst/>
              <a:rect l="l" t="t" r="r" b="b"/>
              <a:pathLst>
                <a:path w="986" h="1492" extrusionOk="0">
                  <a:moveTo>
                    <a:pt x="292" y="0"/>
                  </a:moveTo>
                  <a:cubicBezTo>
                    <a:pt x="259" y="0"/>
                    <a:pt x="226" y="6"/>
                    <a:pt x="194" y="19"/>
                  </a:cubicBezTo>
                  <a:cubicBezTo>
                    <a:pt x="64" y="73"/>
                    <a:pt x="1" y="223"/>
                    <a:pt x="55" y="353"/>
                  </a:cubicBezTo>
                  <a:lnTo>
                    <a:pt x="459" y="1334"/>
                  </a:lnTo>
                  <a:cubicBezTo>
                    <a:pt x="500" y="1432"/>
                    <a:pt x="595" y="1492"/>
                    <a:pt x="696" y="1492"/>
                  </a:cubicBezTo>
                  <a:cubicBezTo>
                    <a:pt x="728" y="1492"/>
                    <a:pt x="761" y="1486"/>
                    <a:pt x="793" y="1473"/>
                  </a:cubicBezTo>
                  <a:cubicBezTo>
                    <a:pt x="925" y="1419"/>
                    <a:pt x="986" y="1269"/>
                    <a:pt x="932" y="1138"/>
                  </a:cubicBezTo>
                  <a:lnTo>
                    <a:pt x="528" y="158"/>
                  </a:lnTo>
                  <a:cubicBezTo>
                    <a:pt x="488" y="59"/>
                    <a:pt x="392" y="0"/>
                    <a:pt x="2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15" name="Google Shape;1415;p50"/>
            <p:cNvSpPr/>
            <p:nvPr/>
          </p:nvSpPr>
          <p:spPr>
            <a:xfrm>
              <a:off x="6807019" y="1082473"/>
              <a:ext cx="143576" cy="134399"/>
            </a:xfrm>
            <a:custGeom>
              <a:avLst/>
              <a:gdLst/>
              <a:ahLst/>
              <a:cxnLst/>
              <a:rect l="l" t="t" r="r" b="b"/>
              <a:pathLst>
                <a:path w="1001" h="937" extrusionOk="0">
                  <a:moveTo>
                    <a:pt x="634" y="1"/>
                  </a:moveTo>
                  <a:cubicBezTo>
                    <a:pt x="548" y="1"/>
                    <a:pt x="463" y="33"/>
                    <a:pt x="397" y="99"/>
                  </a:cubicBezTo>
                  <a:lnTo>
                    <a:pt x="130" y="366"/>
                  </a:lnTo>
                  <a:cubicBezTo>
                    <a:pt x="0" y="496"/>
                    <a:pt x="0" y="707"/>
                    <a:pt x="130" y="838"/>
                  </a:cubicBezTo>
                  <a:cubicBezTo>
                    <a:pt x="196" y="904"/>
                    <a:pt x="282" y="937"/>
                    <a:pt x="367" y="937"/>
                  </a:cubicBezTo>
                  <a:cubicBezTo>
                    <a:pt x="453" y="937"/>
                    <a:pt x="539" y="904"/>
                    <a:pt x="604" y="838"/>
                  </a:cubicBezTo>
                  <a:lnTo>
                    <a:pt x="870" y="572"/>
                  </a:lnTo>
                  <a:cubicBezTo>
                    <a:pt x="1001" y="441"/>
                    <a:pt x="1001" y="230"/>
                    <a:pt x="870" y="99"/>
                  </a:cubicBezTo>
                  <a:cubicBezTo>
                    <a:pt x="805" y="33"/>
                    <a:pt x="719" y="1"/>
                    <a:pt x="6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16" name="Google Shape;1416;p50"/>
            <p:cNvSpPr/>
            <p:nvPr/>
          </p:nvSpPr>
          <p:spPr>
            <a:xfrm>
              <a:off x="6832837" y="946067"/>
              <a:ext cx="249286" cy="249147"/>
            </a:xfrm>
            <a:custGeom>
              <a:avLst/>
              <a:gdLst/>
              <a:ahLst/>
              <a:cxnLst/>
              <a:rect l="l" t="t" r="r" b="b"/>
              <a:pathLst>
                <a:path w="1738" h="1737" extrusionOk="0">
                  <a:moveTo>
                    <a:pt x="1189" y="0"/>
                  </a:moveTo>
                  <a:lnTo>
                    <a:pt x="1" y="1188"/>
                  </a:lnTo>
                  <a:lnTo>
                    <a:pt x="549" y="1737"/>
                  </a:lnTo>
                  <a:lnTo>
                    <a:pt x="1737" y="549"/>
                  </a:lnTo>
                  <a:lnTo>
                    <a:pt x="11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17" name="Google Shape;1417;p50"/>
            <p:cNvSpPr/>
            <p:nvPr/>
          </p:nvSpPr>
          <p:spPr>
            <a:xfrm>
              <a:off x="6818350" y="1079031"/>
              <a:ext cx="132962" cy="129522"/>
            </a:xfrm>
            <a:custGeom>
              <a:avLst/>
              <a:gdLst/>
              <a:ahLst/>
              <a:cxnLst/>
              <a:rect l="l" t="t" r="r" b="b"/>
              <a:pathLst>
                <a:path w="927" h="903" extrusionOk="0">
                  <a:moveTo>
                    <a:pt x="134" y="1"/>
                  </a:moveTo>
                  <a:cubicBezTo>
                    <a:pt x="103" y="1"/>
                    <a:pt x="72" y="13"/>
                    <a:pt x="48" y="37"/>
                  </a:cubicBezTo>
                  <a:cubicBezTo>
                    <a:pt x="0" y="85"/>
                    <a:pt x="0" y="161"/>
                    <a:pt x="48" y="209"/>
                  </a:cubicBezTo>
                  <a:lnTo>
                    <a:pt x="706" y="866"/>
                  </a:lnTo>
                  <a:cubicBezTo>
                    <a:pt x="730" y="890"/>
                    <a:pt x="761" y="903"/>
                    <a:pt x="792" y="903"/>
                  </a:cubicBezTo>
                  <a:cubicBezTo>
                    <a:pt x="823" y="903"/>
                    <a:pt x="854" y="890"/>
                    <a:pt x="878" y="866"/>
                  </a:cubicBezTo>
                  <a:cubicBezTo>
                    <a:pt x="926" y="818"/>
                    <a:pt x="926" y="740"/>
                    <a:pt x="878" y="694"/>
                  </a:cubicBezTo>
                  <a:lnTo>
                    <a:pt x="220" y="37"/>
                  </a:lnTo>
                  <a:cubicBezTo>
                    <a:pt x="196" y="13"/>
                    <a:pt x="165" y="1"/>
                    <a:pt x="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18" name="Google Shape;1418;p50"/>
            <p:cNvSpPr/>
            <p:nvPr/>
          </p:nvSpPr>
          <p:spPr>
            <a:xfrm>
              <a:off x="6867692" y="1029402"/>
              <a:ext cx="133105" cy="129522"/>
            </a:xfrm>
            <a:custGeom>
              <a:avLst/>
              <a:gdLst/>
              <a:ahLst/>
              <a:cxnLst/>
              <a:rect l="l" t="t" r="r" b="b"/>
              <a:pathLst>
                <a:path w="928" h="903" extrusionOk="0">
                  <a:moveTo>
                    <a:pt x="135" y="0"/>
                  </a:moveTo>
                  <a:cubicBezTo>
                    <a:pt x="104" y="0"/>
                    <a:pt x="73" y="12"/>
                    <a:pt x="49" y="36"/>
                  </a:cubicBezTo>
                  <a:cubicBezTo>
                    <a:pt x="0" y="84"/>
                    <a:pt x="0" y="160"/>
                    <a:pt x="49" y="208"/>
                  </a:cubicBezTo>
                  <a:lnTo>
                    <a:pt x="706" y="866"/>
                  </a:lnTo>
                  <a:cubicBezTo>
                    <a:pt x="730" y="890"/>
                    <a:pt x="761" y="902"/>
                    <a:pt x="792" y="902"/>
                  </a:cubicBezTo>
                  <a:cubicBezTo>
                    <a:pt x="824" y="902"/>
                    <a:pt x="855" y="890"/>
                    <a:pt x="879" y="866"/>
                  </a:cubicBezTo>
                  <a:cubicBezTo>
                    <a:pt x="928" y="819"/>
                    <a:pt x="928" y="742"/>
                    <a:pt x="879" y="694"/>
                  </a:cubicBezTo>
                  <a:lnTo>
                    <a:pt x="221" y="36"/>
                  </a:lnTo>
                  <a:cubicBezTo>
                    <a:pt x="197" y="12"/>
                    <a:pt x="166" y="0"/>
                    <a:pt x="1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19" name="Google Shape;1419;p50"/>
            <p:cNvSpPr/>
            <p:nvPr/>
          </p:nvSpPr>
          <p:spPr>
            <a:xfrm>
              <a:off x="6917320" y="979774"/>
              <a:ext cx="132818" cy="129665"/>
            </a:xfrm>
            <a:custGeom>
              <a:avLst/>
              <a:gdLst/>
              <a:ahLst/>
              <a:cxnLst/>
              <a:rect l="l" t="t" r="r" b="b"/>
              <a:pathLst>
                <a:path w="926" h="904" extrusionOk="0">
                  <a:moveTo>
                    <a:pt x="135" y="1"/>
                  </a:moveTo>
                  <a:cubicBezTo>
                    <a:pt x="104" y="1"/>
                    <a:pt x="73" y="13"/>
                    <a:pt x="49" y="37"/>
                  </a:cubicBezTo>
                  <a:cubicBezTo>
                    <a:pt x="1" y="85"/>
                    <a:pt x="1" y="162"/>
                    <a:pt x="49" y="210"/>
                  </a:cubicBezTo>
                  <a:lnTo>
                    <a:pt x="707" y="868"/>
                  </a:lnTo>
                  <a:cubicBezTo>
                    <a:pt x="731" y="892"/>
                    <a:pt x="762" y="904"/>
                    <a:pt x="793" y="904"/>
                  </a:cubicBezTo>
                  <a:cubicBezTo>
                    <a:pt x="824" y="904"/>
                    <a:pt x="855" y="892"/>
                    <a:pt x="879" y="868"/>
                  </a:cubicBezTo>
                  <a:cubicBezTo>
                    <a:pt x="926" y="821"/>
                    <a:pt x="926" y="743"/>
                    <a:pt x="879" y="694"/>
                  </a:cubicBezTo>
                  <a:lnTo>
                    <a:pt x="221" y="37"/>
                  </a:lnTo>
                  <a:cubicBezTo>
                    <a:pt x="197" y="13"/>
                    <a:pt x="166" y="1"/>
                    <a:pt x="1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20" name="Google Shape;1420;p50"/>
            <p:cNvSpPr/>
            <p:nvPr/>
          </p:nvSpPr>
          <p:spPr>
            <a:xfrm>
              <a:off x="6961067" y="914225"/>
              <a:ext cx="153042" cy="152902"/>
            </a:xfrm>
            <a:custGeom>
              <a:avLst/>
              <a:gdLst/>
              <a:ahLst/>
              <a:cxnLst/>
              <a:rect l="l" t="t" r="r" b="b"/>
              <a:pathLst>
                <a:path w="1067" h="1066" extrusionOk="0">
                  <a:moveTo>
                    <a:pt x="236" y="1"/>
                  </a:moveTo>
                  <a:lnTo>
                    <a:pt x="1" y="236"/>
                  </a:lnTo>
                  <a:lnTo>
                    <a:pt x="830" y="1066"/>
                  </a:lnTo>
                  <a:lnTo>
                    <a:pt x="1067" y="831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21" name="Google Shape;1421;p50"/>
            <p:cNvSpPr/>
            <p:nvPr/>
          </p:nvSpPr>
          <p:spPr>
            <a:xfrm>
              <a:off x="6995348" y="826586"/>
              <a:ext cx="205969" cy="205973"/>
            </a:xfrm>
            <a:custGeom>
              <a:avLst/>
              <a:gdLst/>
              <a:ahLst/>
              <a:cxnLst/>
              <a:rect l="l" t="t" r="r" b="b"/>
              <a:pathLst>
                <a:path w="1436" h="1436" extrusionOk="0">
                  <a:moveTo>
                    <a:pt x="0" y="0"/>
                  </a:moveTo>
                  <a:cubicBezTo>
                    <a:pt x="168" y="168"/>
                    <a:pt x="168" y="442"/>
                    <a:pt x="0" y="611"/>
                  </a:cubicBezTo>
                  <a:lnTo>
                    <a:pt x="414" y="1025"/>
                  </a:lnTo>
                  <a:lnTo>
                    <a:pt x="825" y="1435"/>
                  </a:lnTo>
                  <a:cubicBezTo>
                    <a:pt x="909" y="1351"/>
                    <a:pt x="1019" y="1309"/>
                    <a:pt x="1130" y="1309"/>
                  </a:cubicBezTo>
                  <a:cubicBezTo>
                    <a:pt x="1241" y="1309"/>
                    <a:pt x="1351" y="1351"/>
                    <a:pt x="1435" y="1435"/>
                  </a:cubicBezTo>
                  <a:lnTo>
                    <a:pt x="720" y="7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22" name="Google Shape;1422;p50"/>
            <p:cNvSpPr/>
            <p:nvPr/>
          </p:nvSpPr>
          <p:spPr>
            <a:xfrm>
              <a:off x="6994774" y="797469"/>
              <a:ext cx="235516" cy="235377"/>
            </a:xfrm>
            <a:custGeom>
              <a:avLst/>
              <a:gdLst/>
              <a:ahLst/>
              <a:cxnLst/>
              <a:rect l="l" t="t" r="r" b="b"/>
              <a:pathLst>
                <a:path w="1642" h="1641" extrusionOk="0">
                  <a:moveTo>
                    <a:pt x="205" y="0"/>
                  </a:moveTo>
                  <a:lnTo>
                    <a:pt x="1" y="204"/>
                  </a:lnTo>
                  <a:lnTo>
                    <a:pt x="1437" y="1640"/>
                  </a:lnTo>
                  <a:lnTo>
                    <a:pt x="1641" y="1436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23" name="Google Shape;1423;p50"/>
            <p:cNvSpPr/>
            <p:nvPr/>
          </p:nvSpPr>
          <p:spPr>
            <a:xfrm>
              <a:off x="7024322" y="767922"/>
              <a:ext cx="235373" cy="235233"/>
            </a:xfrm>
            <a:custGeom>
              <a:avLst/>
              <a:gdLst/>
              <a:ahLst/>
              <a:cxnLst/>
              <a:rect l="l" t="t" r="r" b="b"/>
              <a:pathLst>
                <a:path w="1641" h="1640" extrusionOk="0">
                  <a:moveTo>
                    <a:pt x="204" y="1"/>
                  </a:moveTo>
                  <a:lnTo>
                    <a:pt x="0" y="205"/>
                  </a:lnTo>
                  <a:lnTo>
                    <a:pt x="1436" y="1640"/>
                  </a:lnTo>
                  <a:lnTo>
                    <a:pt x="1641" y="1436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24" name="Google Shape;1424;p50"/>
            <p:cNvSpPr/>
            <p:nvPr/>
          </p:nvSpPr>
          <p:spPr>
            <a:xfrm>
              <a:off x="7017724" y="790871"/>
              <a:ext cx="219165" cy="219169"/>
            </a:xfrm>
            <a:custGeom>
              <a:avLst/>
              <a:gdLst/>
              <a:ahLst/>
              <a:cxnLst/>
              <a:rect l="l" t="t" r="r" b="b"/>
              <a:pathLst>
                <a:path w="1528" h="1528" extrusionOk="0">
                  <a:moveTo>
                    <a:pt x="91" y="0"/>
                  </a:moveTo>
                  <a:lnTo>
                    <a:pt x="0" y="91"/>
                  </a:lnTo>
                  <a:lnTo>
                    <a:pt x="1436" y="1527"/>
                  </a:lnTo>
                  <a:lnTo>
                    <a:pt x="1527" y="1436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25" name="Google Shape;1425;p50"/>
            <p:cNvSpPr/>
            <p:nvPr/>
          </p:nvSpPr>
          <p:spPr>
            <a:xfrm>
              <a:off x="7064483" y="732063"/>
              <a:ext cx="288586" cy="158352"/>
            </a:xfrm>
            <a:custGeom>
              <a:avLst/>
              <a:gdLst/>
              <a:ahLst/>
              <a:cxnLst/>
              <a:rect l="l" t="t" r="r" b="b"/>
              <a:pathLst>
                <a:path w="2012" h="1104" extrusionOk="0">
                  <a:moveTo>
                    <a:pt x="290" y="1"/>
                  </a:moveTo>
                  <a:cubicBezTo>
                    <a:pt x="190" y="1"/>
                    <a:pt x="94" y="60"/>
                    <a:pt x="54" y="159"/>
                  </a:cubicBezTo>
                  <a:cubicBezTo>
                    <a:pt x="0" y="289"/>
                    <a:pt x="61" y="440"/>
                    <a:pt x="193" y="493"/>
                  </a:cubicBezTo>
                  <a:lnTo>
                    <a:pt x="1626" y="1084"/>
                  </a:lnTo>
                  <a:cubicBezTo>
                    <a:pt x="1658" y="1097"/>
                    <a:pt x="1691" y="1103"/>
                    <a:pt x="1723" y="1103"/>
                  </a:cubicBezTo>
                  <a:cubicBezTo>
                    <a:pt x="1824" y="1103"/>
                    <a:pt x="1919" y="1044"/>
                    <a:pt x="1958" y="945"/>
                  </a:cubicBezTo>
                  <a:cubicBezTo>
                    <a:pt x="2012" y="814"/>
                    <a:pt x="1950" y="663"/>
                    <a:pt x="1819" y="610"/>
                  </a:cubicBezTo>
                  <a:lnTo>
                    <a:pt x="388" y="20"/>
                  </a:lnTo>
                  <a:cubicBezTo>
                    <a:pt x="356" y="7"/>
                    <a:pt x="323" y="1"/>
                    <a:pt x="2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26" name="Google Shape;1426;p50"/>
            <p:cNvSpPr/>
            <p:nvPr/>
          </p:nvSpPr>
          <p:spPr>
            <a:xfrm>
              <a:off x="7157429" y="639261"/>
              <a:ext cx="288586" cy="158352"/>
            </a:xfrm>
            <a:custGeom>
              <a:avLst/>
              <a:gdLst/>
              <a:ahLst/>
              <a:cxnLst/>
              <a:rect l="l" t="t" r="r" b="b"/>
              <a:pathLst>
                <a:path w="2012" h="1104" extrusionOk="0">
                  <a:moveTo>
                    <a:pt x="290" y="1"/>
                  </a:moveTo>
                  <a:cubicBezTo>
                    <a:pt x="190" y="1"/>
                    <a:pt x="94" y="60"/>
                    <a:pt x="54" y="159"/>
                  </a:cubicBezTo>
                  <a:cubicBezTo>
                    <a:pt x="0" y="290"/>
                    <a:pt x="62" y="440"/>
                    <a:pt x="193" y="493"/>
                  </a:cubicBezTo>
                  <a:lnTo>
                    <a:pt x="1625" y="1084"/>
                  </a:lnTo>
                  <a:cubicBezTo>
                    <a:pt x="1657" y="1097"/>
                    <a:pt x="1690" y="1103"/>
                    <a:pt x="1722" y="1103"/>
                  </a:cubicBezTo>
                  <a:cubicBezTo>
                    <a:pt x="1823" y="1103"/>
                    <a:pt x="1918" y="1044"/>
                    <a:pt x="1958" y="945"/>
                  </a:cubicBezTo>
                  <a:cubicBezTo>
                    <a:pt x="2012" y="814"/>
                    <a:pt x="1951" y="665"/>
                    <a:pt x="1819" y="611"/>
                  </a:cubicBezTo>
                  <a:lnTo>
                    <a:pt x="388" y="20"/>
                  </a:lnTo>
                  <a:cubicBezTo>
                    <a:pt x="356" y="7"/>
                    <a:pt x="323" y="1"/>
                    <a:pt x="2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27" name="Google Shape;1427;p50"/>
            <p:cNvSpPr/>
            <p:nvPr/>
          </p:nvSpPr>
          <p:spPr>
            <a:xfrm>
              <a:off x="7248796" y="547894"/>
              <a:ext cx="288873" cy="158352"/>
            </a:xfrm>
            <a:custGeom>
              <a:avLst/>
              <a:gdLst/>
              <a:ahLst/>
              <a:cxnLst/>
              <a:rect l="l" t="t" r="r" b="b"/>
              <a:pathLst>
                <a:path w="2014" h="1104" extrusionOk="0">
                  <a:moveTo>
                    <a:pt x="291" y="0"/>
                  </a:moveTo>
                  <a:cubicBezTo>
                    <a:pt x="190" y="0"/>
                    <a:pt x="95" y="59"/>
                    <a:pt x="54" y="158"/>
                  </a:cubicBezTo>
                  <a:cubicBezTo>
                    <a:pt x="1" y="289"/>
                    <a:pt x="63" y="439"/>
                    <a:pt x="193" y="492"/>
                  </a:cubicBezTo>
                  <a:lnTo>
                    <a:pt x="1625" y="1083"/>
                  </a:lnTo>
                  <a:cubicBezTo>
                    <a:pt x="1657" y="1097"/>
                    <a:pt x="1690" y="1103"/>
                    <a:pt x="1722" y="1103"/>
                  </a:cubicBezTo>
                  <a:cubicBezTo>
                    <a:pt x="1822" y="1103"/>
                    <a:pt x="1918" y="1043"/>
                    <a:pt x="1960" y="944"/>
                  </a:cubicBezTo>
                  <a:cubicBezTo>
                    <a:pt x="2013" y="813"/>
                    <a:pt x="1951" y="663"/>
                    <a:pt x="1821" y="610"/>
                  </a:cubicBezTo>
                  <a:lnTo>
                    <a:pt x="389" y="19"/>
                  </a:lnTo>
                  <a:cubicBezTo>
                    <a:pt x="357" y="6"/>
                    <a:pt x="323" y="0"/>
                    <a:pt x="2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28" name="Google Shape;1428;p50"/>
            <p:cNvSpPr/>
            <p:nvPr/>
          </p:nvSpPr>
          <p:spPr>
            <a:xfrm>
              <a:off x="7332849" y="463841"/>
              <a:ext cx="157345" cy="104134"/>
            </a:xfrm>
            <a:custGeom>
              <a:avLst/>
              <a:gdLst/>
              <a:ahLst/>
              <a:cxnLst/>
              <a:rect l="l" t="t" r="r" b="b"/>
              <a:pathLst>
                <a:path w="1097" h="726" extrusionOk="0">
                  <a:moveTo>
                    <a:pt x="291" y="0"/>
                  </a:moveTo>
                  <a:cubicBezTo>
                    <a:pt x="190" y="0"/>
                    <a:pt x="95" y="60"/>
                    <a:pt x="54" y="158"/>
                  </a:cubicBezTo>
                  <a:cubicBezTo>
                    <a:pt x="1" y="290"/>
                    <a:pt x="62" y="440"/>
                    <a:pt x="193" y="493"/>
                  </a:cubicBezTo>
                  <a:lnTo>
                    <a:pt x="709" y="706"/>
                  </a:lnTo>
                  <a:cubicBezTo>
                    <a:pt x="740" y="719"/>
                    <a:pt x="773" y="725"/>
                    <a:pt x="806" y="725"/>
                  </a:cubicBezTo>
                  <a:cubicBezTo>
                    <a:pt x="907" y="725"/>
                    <a:pt x="1003" y="665"/>
                    <a:pt x="1043" y="567"/>
                  </a:cubicBezTo>
                  <a:cubicBezTo>
                    <a:pt x="1097" y="435"/>
                    <a:pt x="1035" y="286"/>
                    <a:pt x="904" y="232"/>
                  </a:cubicBezTo>
                  <a:lnTo>
                    <a:pt x="388" y="19"/>
                  </a:lnTo>
                  <a:cubicBezTo>
                    <a:pt x="356" y="6"/>
                    <a:pt x="323" y="0"/>
                    <a:pt x="2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29" name="Google Shape;1429;p50"/>
            <p:cNvSpPr/>
            <p:nvPr/>
          </p:nvSpPr>
          <p:spPr>
            <a:xfrm>
              <a:off x="7083130" y="747554"/>
              <a:ext cx="48193" cy="43604"/>
            </a:xfrm>
            <a:custGeom>
              <a:avLst/>
              <a:gdLst/>
              <a:ahLst/>
              <a:cxnLst/>
              <a:rect l="l" t="t" r="r" b="b"/>
              <a:pathLst>
                <a:path w="336" h="304" extrusionOk="0">
                  <a:moveTo>
                    <a:pt x="168" y="0"/>
                  </a:moveTo>
                  <a:cubicBezTo>
                    <a:pt x="128" y="0"/>
                    <a:pt x="89" y="15"/>
                    <a:pt x="60" y="44"/>
                  </a:cubicBezTo>
                  <a:cubicBezTo>
                    <a:pt x="1" y="104"/>
                    <a:pt x="1" y="200"/>
                    <a:pt x="60" y="259"/>
                  </a:cubicBezTo>
                  <a:cubicBezTo>
                    <a:pt x="89" y="289"/>
                    <a:pt x="128" y="303"/>
                    <a:pt x="168" y="303"/>
                  </a:cubicBezTo>
                  <a:cubicBezTo>
                    <a:pt x="207" y="303"/>
                    <a:pt x="246" y="289"/>
                    <a:pt x="276" y="259"/>
                  </a:cubicBezTo>
                  <a:cubicBezTo>
                    <a:pt x="336" y="199"/>
                    <a:pt x="336" y="103"/>
                    <a:pt x="276" y="44"/>
                  </a:cubicBezTo>
                  <a:cubicBezTo>
                    <a:pt x="246" y="15"/>
                    <a:pt x="207" y="0"/>
                    <a:pt x="168" y="0"/>
                  </a:cubicBezTo>
                  <a:close/>
                </a:path>
              </a:pathLst>
            </a:custGeom>
            <a:solidFill>
              <a:srgbClr val="FBFFFF">
                <a:alpha val="4747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30" name="Google Shape;1430;p50"/>
            <p:cNvSpPr/>
            <p:nvPr/>
          </p:nvSpPr>
          <p:spPr>
            <a:xfrm>
              <a:off x="7177079" y="653748"/>
              <a:ext cx="47763" cy="43748"/>
            </a:xfrm>
            <a:custGeom>
              <a:avLst/>
              <a:gdLst/>
              <a:ahLst/>
              <a:cxnLst/>
              <a:rect l="l" t="t" r="r" b="b"/>
              <a:pathLst>
                <a:path w="333" h="305" extrusionOk="0">
                  <a:moveTo>
                    <a:pt x="166" y="1"/>
                  </a:moveTo>
                  <a:cubicBezTo>
                    <a:pt x="127" y="1"/>
                    <a:pt x="88" y="16"/>
                    <a:pt x="59" y="45"/>
                  </a:cubicBezTo>
                  <a:cubicBezTo>
                    <a:pt x="0" y="104"/>
                    <a:pt x="0" y="201"/>
                    <a:pt x="59" y="260"/>
                  </a:cubicBezTo>
                  <a:cubicBezTo>
                    <a:pt x="88" y="289"/>
                    <a:pt x="127" y="304"/>
                    <a:pt x="166" y="304"/>
                  </a:cubicBezTo>
                  <a:cubicBezTo>
                    <a:pt x="205" y="304"/>
                    <a:pt x="245" y="289"/>
                    <a:pt x="274" y="260"/>
                  </a:cubicBezTo>
                  <a:cubicBezTo>
                    <a:pt x="333" y="201"/>
                    <a:pt x="333" y="105"/>
                    <a:pt x="274" y="45"/>
                  </a:cubicBezTo>
                  <a:cubicBezTo>
                    <a:pt x="245" y="16"/>
                    <a:pt x="205" y="1"/>
                    <a:pt x="166" y="1"/>
                  </a:cubicBezTo>
                  <a:close/>
                </a:path>
              </a:pathLst>
            </a:custGeom>
            <a:solidFill>
              <a:srgbClr val="FBFFFF">
                <a:alpha val="4747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31" name="Google Shape;1431;p50"/>
            <p:cNvSpPr/>
            <p:nvPr/>
          </p:nvSpPr>
          <p:spPr>
            <a:xfrm>
              <a:off x="7268303" y="562524"/>
              <a:ext cx="47906" cy="43604"/>
            </a:xfrm>
            <a:custGeom>
              <a:avLst/>
              <a:gdLst/>
              <a:ahLst/>
              <a:cxnLst/>
              <a:rect l="l" t="t" r="r" b="b"/>
              <a:pathLst>
                <a:path w="334" h="304" extrusionOk="0">
                  <a:moveTo>
                    <a:pt x="167" y="1"/>
                  </a:moveTo>
                  <a:cubicBezTo>
                    <a:pt x="128" y="1"/>
                    <a:pt x="89" y="15"/>
                    <a:pt x="59" y="45"/>
                  </a:cubicBezTo>
                  <a:cubicBezTo>
                    <a:pt x="1" y="105"/>
                    <a:pt x="1" y="201"/>
                    <a:pt x="59" y="260"/>
                  </a:cubicBezTo>
                  <a:cubicBezTo>
                    <a:pt x="89" y="289"/>
                    <a:pt x="128" y="304"/>
                    <a:pt x="167" y="304"/>
                  </a:cubicBezTo>
                  <a:cubicBezTo>
                    <a:pt x="206" y="304"/>
                    <a:pt x="245" y="289"/>
                    <a:pt x="274" y="260"/>
                  </a:cubicBezTo>
                  <a:cubicBezTo>
                    <a:pt x="333" y="201"/>
                    <a:pt x="333" y="105"/>
                    <a:pt x="274" y="45"/>
                  </a:cubicBezTo>
                  <a:cubicBezTo>
                    <a:pt x="245" y="15"/>
                    <a:pt x="206" y="1"/>
                    <a:pt x="167" y="1"/>
                  </a:cubicBezTo>
                  <a:close/>
                </a:path>
              </a:pathLst>
            </a:custGeom>
            <a:solidFill>
              <a:srgbClr val="FBFFFF">
                <a:alpha val="4747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32" name="Google Shape;1432;p50"/>
            <p:cNvSpPr/>
            <p:nvPr/>
          </p:nvSpPr>
          <p:spPr>
            <a:xfrm>
              <a:off x="7352356" y="478328"/>
              <a:ext cx="48193" cy="43604"/>
            </a:xfrm>
            <a:custGeom>
              <a:avLst/>
              <a:gdLst/>
              <a:ahLst/>
              <a:cxnLst/>
              <a:rect l="l" t="t" r="r" b="b"/>
              <a:pathLst>
                <a:path w="336" h="304" extrusionOk="0">
                  <a:moveTo>
                    <a:pt x="167" y="1"/>
                  </a:moveTo>
                  <a:cubicBezTo>
                    <a:pt x="128" y="1"/>
                    <a:pt x="89" y="15"/>
                    <a:pt x="59" y="45"/>
                  </a:cubicBezTo>
                  <a:cubicBezTo>
                    <a:pt x="1" y="103"/>
                    <a:pt x="1" y="201"/>
                    <a:pt x="59" y="260"/>
                  </a:cubicBezTo>
                  <a:cubicBezTo>
                    <a:pt x="89" y="289"/>
                    <a:pt x="128" y="304"/>
                    <a:pt x="167" y="304"/>
                  </a:cubicBezTo>
                  <a:cubicBezTo>
                    <a:pt x="207" y="304"/>
                    <a:pt x="246" y="289"/>
                    <a:pt x="275" y="260"/>
                  </a:cubicBezTo>
                  <a:cubicBezTo>
                    <a:pt x="335" y="201"/>
                    <a:pt x="335" y="105"/>
                    <a:pt x="275" y="45"/>
                  </a:cubicBezTo>
                  <a:cubicBezTo>
                    <a:pt x="246" y="15"/>
                    <a:pt x="207" y="1"/>
                    <a:pt x="167" y="1"/>
                  </a:cubicBezTo>
                  <a:close/>
                </a:path>
              </a:pathLst>
            </a:custGeom>
            <a:solidFill>
              <a:srgbClr val="FBFFFF">
                <a:alpha val="4747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33" name="Google Shape;1433;p50"/>
            <p:cNvSpPr/>
            <p:nvPr/>
          </p:nvSpPr>
          <p:spPr>
            <a:xfrm>
              <a:off x="6812182" y="952522"/>
              <a:ext cx="242544" cy="250294"/>
            </a:xfrm>
            <a:custGeom>
              <a:avLst/>
              <a:gdLst/>
              <a:ahLst/>
              <a:cxnLst/>
              <a:rect l="l" t="t" r="r" b="b"/>
              <a:pathLst>
                <a:path w="1691" h="1745" extrusionOk="0">
                  <a:moveTo>
                    <a:pt x="1542" y="0"/>
                  </a:moveTo>
                  <a:lnTo>
                    <a:pt x="0" y="1542"/>
                  </a:lnTo>
                  <a:cubicBezTo>
                    <a:pt x="8" y="1616"/>
                    <a:pt x="39" y="1689"/>
                    <a:pt x="96" y="1744"/>
                  </a:cubicBezTo>
                  <a:lnTo>
                    <a:pt x="1691" y="149"/>
                  </a:lnTo>
                  <a:lnTo>
                    <a:pt x="1542" y="0"/>
                  </a:ln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34" name="Google Shape;1434;p50"/>
            <p:cNvSpPr/>
            <p:nvPr/>
          </p:nvSpPr>
          <p:spPr>
            <a:xfrm>
              <a:off x="6601908" y="3993470"/>
              <a:ext cx="793038" cy="163516"/>
            </a:xfrm>
            <a:custGeom>
              <a:avLst/>
              <a:gdLst/>
              <a:ahLst/>
              <a:cxnLst/>
              <a:rect l="l" t="t" r="r" b="b"/>
              <a:pathLst>
                <a:path w="5529" h="1140" extrusionOk="0">
                  <a:moveTo>
                    <a:pt x="0" y="0"/>
                  </a:moveTo>
                  <a:lnTo>
                    <a:pt x="0" y="1139"/>
                  </a:lnTo>
                  <a:lnTo>
                    <a:pt x="5529" y="1139"/>
                  </a:lnTo>
                  <a:lnTo>
                    <a:pt x="5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35" name="Google Shape;1435;p50"/>
            <p:cNvSpPr/>
            <p:nvPr/>
          </p:nvSpPr>
          <p:spPr>
            <a:xfrm>
              <a:off x="6601908" y="3993470"/>
              <a:ext cx="793038" cy="37580"/>
            </a:xfrm>
            <a:custGeom>
              <a:avLst/>
              <a:gdLst/>
              <a:ahLst/>
              <a:cxnLst/>
              <a:rect l="l" t="t" r="r" b="b"/>
              <a:pathLst>
                <a:path w="5529" h="262" extrusionOk="0">
                  <a:moveTo>
                    <a:pt x="0" y="0"/>
                  </a:moveTo>
                  <a:lnTo>
                    <a:pt x="0" y="261"/>
                  </a:lnTo>
                  <a:lnTo>
                    <a:pt x="5529" y="261"/>
                  </a:lnTo>
                  <a:lnTo>
                    <a:pt x="5529" y="0"/>
                  </a:ln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36" name="Google Shape;1436;p50"/>
            <p:cNvSpPr/>
            <p:nvPr/>
          </p:nvSpPr>
          <p:spPr>
            <a:xfrm>
              <a:off x="6738457" y="4030476"/>
              <a:ext cx="520086" cy="89503"/>
            </a:xfrm>
            <a:custGeom>
              <a:avLst/>
              <a:gdLst/>
              <a:ahLst/>
              <a:cxnLst/>
              <a:rect l="l" t="t" r="r" b="b"/>
              <a:pathLst>
                <a:path w="3626" h="624" extrusionOk="0">
                  <a:moveTo>
                    <a:pt x="311" y="0"/>
                  </a:moveTo>
                  <a:cubicBezTo>
                    <a:pt x="139" y="0"/>
                    <a:pt x="0" y="139"/>
                    <a:pt x="0" y="312"/>
                  </a:cubicBezTo>
                  <a:cubicBezTo>
                    <a:pt x="0" y="485"/>
                    <a:pt x="139" y="624"/>
                    <a:pt x="311" y="624"/>
                  </a:cubicBezTo>
                  <a:lnTo>
                    <a:pt x="3313" y="624"/>
                  </a:lnTo>
                  <a:cubicBezTo>
                    <a:pt x="3484" y="624"/>
                    <a:pt x="3625" y="485"/>
                    <a:pt x="3625" y="312"/>
                  </a:cubicBezTo>
                  <a:cubicBezTo>
                    <a:pt x="3625" y="139"/>
                    <a:pt x="3486" y="0"/>
                    <a:pt x="33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37" name="Google Shape;1437;p50"/>
            <p:cNvSpPr/>
            <p:nvPr/>
          </p:nvSpPr>
          <p:spPr>
            <a:xfrm>
              <a:off x="6324650" y="3883743"/>
              <a:ext cx="382678" cy="382828"/>
            </a:xfrm>
            <a:custGeom>
              <a:avLst/>
              <a:gdLst/>
              <a:ahLst/>
              <a:cxnLst/>
              <a:rect l="l" t="t" r="r" b="b"/>
              <a:pathLst>
                <a:path w="2668" h="2669" extrusionOk="0">
                  <a:moveTo>
                    <a:pt x="1335" y="1"/>
                  </a:moveTo>
                  <a:cubicBezTo>
                    <a:pt x="598" y="1"/>
                    <a:pt x="0" y="599"/>
                    <a:pt x="0" y="1335"/>
                  </a:cubicBezTo>
                  <a:cubicBezTo>
                    <a:pt x="0" y="1486"/>
                    <a:pt x="27" y="1629"/>
                    <a:pt x="73" y="1764"/>
                  </a:cubicBezTo>
                  <a:lnTo>
                    <a:pt x="834" y="1003"/>
                  </a:lnTo>
                  <a:lnTo>
                    <a:pt x="1588" y="1079"/>
                  </a:lnTo>
                  <a:lnTo>
                    <a:pt x="1664" y="1833"/>
                  </a:lnTo>
                  <a:lnTo>
                    <a:pt x="901" y="2596"/>
                  </a:lnTo>
                  <a:cubicBezTo>
                    <a:pt x="1037" y="2642"/>
                    <a:pt x="1182" y="2669"/>
                    <a:pt x="1332" y="2669"/>
                  </a:cubicBezTo>
                  <a:cubicBezTo>
                    <a:pt x="2069" y="2669"/>
                    <a:pt x="2667" y="2072"/>
                    <a:pt x="2667" y="1335"/>
                  </a:cubicBezTo>
                  <a:cubicBezTo>
                    <a:pt x="2668" y="599"/>
                    <a:pt x="2070" y="1"/>
                    <a:pt x="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38" name="Google Shape;1438;p50"/>
            <p:cNvSpPr/>
            <p:nvPr/>
          </p:nvSpPr>
          <p:spPr>
            <a:xfrm>
              <a:off x="7290249" y="3883743"/>
              <a:ext cx="382821" cy="382828"/>
            </a:xfrm>
            <a:custGeom>
              <a:avLst/>
              <a:gdLst/>
              <a:ahLst/>
              <a:cxnLst/>
              <a:rect l="l" t="t" r="r" b="b"/>
              <a:pathLst>
                <a:path w="2669" h="2669" extrusionOk="0">
                  <a:moveTo>
                    <a:pt x="1336" y="1"/>
                  </a:moveTo>
                  <a:cubicBezTo>
                    <a:pt x="599" y="1"/>
                    <a:pt x="3" y="599"/>
                    <a:pt x="3" y="1335"/>
                  </a:cubicBezTo>
                  <a:cubicBezTo>
                    <a:pt x="0" y="2072"/>
                    <a:pt x="598" y="2669"/>
                    <a:pt x="1335" y="2669"/>
                  </a:cubicBezTo>
                  <a:cubicBezTo>
                    <a:pt x="2072" y="2669"/>
                    <a:pt x="2668" y="2072"/>
                    <a:pt x="2668" y="1335"/>
                  </a:cubicBezTo>
                  <a:cubicBezTo>
                    <a:pt x="2668" y="1184"/>
                    <a:pt x="2642" y="1041"/>
                    <a:pt x="2597" y="907"/>
                  </a:cubicBezTo>
                  <a:lnTo>
                    <a:pt x="1834" y="1668"/>
                  </a:lnTo>
                  <a:lnTo>
                    <a:pt x="1080" y="1592"/>
                  </a:lnTo>
                  <a:lnTo>
                    <a:pt x="1005" y="838"/>
                  </a:lnTo>
                  <a:lnTo>
                    <a:pt x="1768" y="75"/>
                  </a:lnTo>
                  <a:cubicBezTo>
                    <a:pt x="1631" y="28"/>
                    <a:pt x="1487" y="1"/>
                    <a:pt x="13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39" name="Google Shape;1439;p50"/>
            <p:cNvSpPr/>
            <p:nvPr/>
          </p:nvSpPr>
          <p:spPr>
            <a:xfrm>
              <a:off x="6817059" y="4062462"/>
              <a:ext cx="362454" cy="25531"/>
            </a:xfrm>
            <a:custGeom>
              <a:avLst/>
              <a:gdLst/>
              <a:ahLst/>
              <a:cxnLst/>
              <a:rect l="l" t="t" r="r" b="b"/>
              <a:pathLst>
                <a:path w="2527" h="178" extrusionOk="0">
                  <a:moveTo>
                    <a:pt x="89" y="1"/>
                  </a:moveTo>
                  <a:cubicBezTo>
                    <a:pt x="41" y="1"/>
                    <a:pt x="1" y="40"/>
                    <a:pt x="1" y="89"/>
                  </a:cubicBezTo>
                  <a:cubicBezTo>
                    <a:pt x="1" y="138"/>
                    <a:pt x="39" y="177"/>
                    <a:pt x="89" y="177"/>
                  </a:cubicBezTo>
                  <a:lnTo>
                    <a:pt x="2438" y="177"/>
                  </a:lnTo>
                  <a:cubicBezTo>
                    <a:pt x="2486" y="177"/>
                    <a:pt x="2526" y="139"/>
                    <a:pt x="2526" y="89"/>
                  </a:cubicBezTo>
                  <a:cubicBezTo>
                    <a:pt x="2526" y="41"/>
                    <a:pt x="2486" y="1"/>
                    <a:pt x="2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40" name="Google Shape;1440;p50"/>
            <p:cNvSpPr/>
            <p:nvPr/>
          </p:nvSpPr>
          <p:spPr>
            <a:xfrm>
              <a:off x="6324650" y="3883743"/>
              <a:ext cx="326596" cy="253163"/>
            </a:xfrm>
            <a:custGeom>
              <a:avLst/>
              <a:gdLst/>
              <a:ahLst/>
              <a:cxnLst/>
              <a:rect l="l" t="t" r="r" b="b"/>
              <a:pathLst>
                <a:path w="2277" h="1765" extrusionOk="0">
                  <a:moveTo>
                    <a:pt x="1335" y="1"/>
                  </a:moveTo>
                  <a:cubicBezTo>
                    <a:pt x="598" y="1"/>
                    <a:pt x="0" y="599"/>
                    <a:pt x="0" y="1335"/>
                  </a:cubicBezTo>
                  <a:cubicBezTo>
                    <a:pt x="0" y="1486"/>
                    <a:pt x="27" y="1629"/>
                    <a:pt x="73" y="1764"/>
                  </a:cubicBezTo>
                  <a:lnTo>
                    <a:pt x="834" y="1003"/>
                  </a:lnTo>
                  <a:lnTo>
                    <a:pt x="1588" y="1079"/>
                  </a:lnTo>
                  <a:lnTo>
                    <a:pt x="2277" y="390"/>
                  </a:lnTo>
                  <a:cubicBezTo>
                    <a:pt x="2036" y="151"/>
                    <a:pt x="1702" y="1"/>
                    <a:pt x="1335" y="1"/>
                  </a:cubicBez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41" name="Google Shape;1441;p50"/>
            <p:cNvSpPr/>
            <p:nvPr/>
          </p:nvSpPr>
          <p:spPr>
            <a:xfrm>
              <a:off x="7346475" y="4013838"/>
              <a:ext cx="326596" cy="253019"/>
            </a:xfrm>
            <a:custGeom>
              <a:avLst/>
              <a:gdLst/>
              <a:ahLst/>
              <a:cxnLst/>
              <a:rect l="l" t="t" r="r" b="b"/>
              <a:pathLst>
                <a:path w="2277" h="1764" extrusionOk="0">
                  <a:moveTo>
                    <a:pt x="2205" y="1"/>
                  </a:moveTo>
                  <a:lnTo>
                    <a:pt x="1442" y="762"/>
                  </a:lnTo>
                  <a:lnTo>
                    <a:pt x="688" y="686"/>
                  </a:lnTo>
                  <a:lnTo>
                    <a:pt x="1" y="1375"/>
                  </a:lnTo>
                  <a:cubicBezTo>
                    <a:pt x="243" y="1615"/>
                    <a:pt x="575" y="1764"/>
                    <a:pt x="943" y="1764"/>
                  </a:cubicBezTo>
                  <a:cubicBezTo>
                    <a:pt x="1680" y="1764"/>
                    <a:pt x="2276" y="1166"/>
                    <a:pt x="2276" y="429"/>
                  </a:cubicBezTo>
                  <a:cubicBezTo>
                    <a:pt x="2276" y="279"/>
                    <a:pt x="2250" y="135"/>
                    <a:pt x="22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42" name="Google Shape;1442;p50"/>
            <p:cNvSpPr/>
            <p:nvPr/>
          </p:nvSpPr>
          <p:spPr>
            <a:xfrm>
              <a:off x="6327518" y="4000212"/>
              <a:ext cx="263342" cy="263634"/>
            </a:xfrm>
            <a:custGeom>
              <a:avLst/>
              <a:gdLst/>
              <a:ahLst/>
              <a:cxnLst/>
              <a:rect l="l" t="t" r="r" b="b"/>
              <a:pathLst>
                <a:path w="1836" h="1838" extrusionOk="0">
                  <a:moveTo>
                    <a:pt x="747" y="1"/>
                  </a:moveTo>
                  <a:lnTo>
                    <a:pt x="686" y="63"/>
                  </a:lnTo>
                  <a:lnTo>
                    <a:pt x="164" y="583"/>
                  </a:lnTo>
                  <a:lnTo>
                    <a:pt x="0" y="748"/>
                  </a:lnTo>
                  <a:cubicBezTo>
                    <a:pt x="12" y="819"/>
                    <a:pt x="29" y="887"/>
                    <a:pt x="52" y="953"/>
                  </a:cubicBezTo>
                  <a:lnTo>
                    <a:pt x="814" y="192"/>
                  </a:lnTo>
                  <a:lnTo>
                    <a:pt x="1568" y="268"/>
                  </a:lnTo>
                  <a:lnTo>
                    <a:pt x="1644" y="1022"/>
                  </a:lnTo>
                  <a:lnTo>
                    <a:pt x="880" y="1785"/>
                  </a:lnTo>
                  <a:cubicBezTo>
                    <a:pt x="948" y="1808"/>
                    <a:pt x="1016" y="1825"/>
                    <a:pt x="1086" y="1838"/>
                  </a:cubicBezTo>
                  <a:lnTo>
                    <a:pt x="1249" y="1673"/>
                  </a:lnTo>
                  <a:lnTo>
                    <a:pt x="1774" y="1150"/>
                  </a:lnTo>
                  <a:lnTo>
                    <a:pt x="1835" y="1089"/>
                  </a:lnTo>
                  <a:lnTo>
                    <a:pt x="1826" y="1004"/>
                  </a:lnTo>
                  <a:lnTo>
                    <a:pt x="1750" y="250"/>
                  </a:lnTo>
                  <a:lnTo>
                    <a:pt x="1735" y="101"/>
                  </a:lnTo>
                  <a:lnTo>
                    <a:pt x="1586" y="86"/>
                  </a:lnTo>
                  <a:lnTo>
                    <a:pt x="832" y="10"/>
                  </a:lnTo>
                  <a:lnTo>
                    <a:pt x="7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43" name="Google Shape;1443;p50"/>
            <p:cNvSpPr/>
            <p:nvPr/>
          </p:nvSpPr>
          <p:spPr>
            <a:xfrm>
              <a:off x="7407148" y="3886755"/>
              <a:ext cx="263342" cy="263490"/>
            </a:xfrm>
            <a:custGeom>
              <a:avLst/>
              <a:gdLst/>
              <a:ahLst/>
              <a:cxnLst/>
              <a:rect l="l" t="t" r="r" b="b"/>
              <a:pathLst>
                <a:path w="1836" h="1837" extrusionOk="0">
                  <a:moveTo>
                    <a:pt x="749" y="0"/>
                  </a:moveTo>
                  <a:lnTo>
                    <a:pt x="584" y="165"/>
                  </a:lnTo>
                  <a:lnTo>
                    <a:pt x="61" y="688"/>
                  </a:lnTo>
                  <a:lnTo>
                    <a:pt x="0" y="749"/>
                  </a:lnTo>
                  <a:lnTo>
                    <a:pt x="9" y="834"/>
                  </a:lnTo>
                  <a:lnTo>
                    <a:pt x="86" y="1588"/>
                  </a:lnTo>
                  <a:lnTo>
                    <a:pt x="100" y="1737"/>
                  </a:lnTo>
                  <a:lnTo>
                    <a:pt x="248" y="1752"/>
                  </a:lnTo>
                  <a:lnTo>
                    <a:pt x="1002" y="1828"/>
                  </a:lnTo>
                  <a:lnTo>
                    <a:pt x="1089" y="1836"/>
                  </a:lnTo>
                  <a:lnTo>
                    <a:pt x="1151" y="1775"/>
                  </a:lnTo>
                  <a:lnTo>
                    <a:pt x="1672" y="1255"/>
                  </a:lnTo>
                  <a:lnTo>
                    <a:pt x="1835" y="1091"/>
                  </a:lnTo>
                  <a:cubicBezTo>
                    <a:pt x="1820" y="1021"/>
                    <a:pt x="1804" y="952"/>
                    <a:pt x="1782" y="886"/>
                  </a:cubicBezTo>
                  <a:lnTo>
                    <a:pt x="1019" y="1647"/>
                  </a:lnTo>
                  <a:lnTo>
                    <a:pt x="265" y="1571"/>
                  </a:lnTo>
                  <a:lnTo>
                    <a:pt x="190" y="817"/>
                  </a:lnTo>
                  <a:lnTo>
                    <a:pt x="953" y="54"/>
                  </a:lnTo>
                  <a:cubicBezTo>
                    <a:pt x="886" y="31"/>
                    <a:pt x="817" y="14"/>
                    <a:pt x="7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44" name="Google Shape;1444;p50"/>
            <p:cNvSpPr/>
            <p:nvPr/>
          </p:nvSpPr>
          <p:spPr>
            <a:xfrm>
              <a:off x="6230700" y="1786735"/>
              <a:ext cx="1548067" cy="1513956"/>
            </a:xfrm>
            <a:custGeom>
              <a:avLst/>
              <a:gdLst/>
              <a:ahLst/>
              <a:cxnLst/>
              <a:rect l="l" t="t" r="r" b="b"/>
              <a:pathLst>
                <a:path w="10793" h="10555" extrusionOk="0">
                  <a:moveTo>
                    <a:pt x="1" y="0"/>
                  </a:moveTo>
                  <a:lnTo>
                    <a:pt x="1" y="10554"/>
                  </a:lnTo>
                  <a:lnTo>
                    <a:pt x="10792" y="10554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45" name="Google Shape;1445;p50"/>
            <p:cNvSpPr/>
            <p:nvPr/>
          </p:nvSpPr>
          <p:spPr>
            <a:xfrm>
              <a:off x="6332395" y="1861321"/>
              <a:ext cx="1446230" cy="1439370"/>
            </a:xfrm>
            <a:custGeom>
              <a:avLst/>
              <a:gdLst/>
              <a:ahLst/>
              <a:cxnLst/>
              <a:rect l="l" t="t" r="r" b="b"/>
              <a:pathLst>
                <a:path w="10083" h="10035" extrusionOk="0">
                  <a:moveTo>
                    <a:pt x="1" y="1"/>
                  </a:moveTo>
                  <a:lnTo>
                    <a:pt x="1" y="3196"/>
                  </a:lnTo>
                  <a:lnTo>
                    <a:pt x="1" y="4190"/>
                  </a:lnTo>
                  <a:lnTo>
                    <a:pt x="1491" y="5680"/>
                  </a:lnTo>
                  <a:lnTo>
                    <a:pt x="1491" y="5869"/>
                  </a:lnTo>
                  <a:lnTo>
                    <a:pt x="1" y="5869"/>
                  </a:lnTo>
                  <a:lnTo>
                    <a:pt x="1" y="6769"/>
                  </a:lnTo>
                  <a:lnTo>
                    <a:pt x="1" y="6993"/>
                  </a:lnTo>
                  <a:lnTo>
                    <a:pt x="1" y="7581"/>
                  </a:lnTo>
                  <a:lnTo>
                    <a:pt x="1" y="8117"/>
                  </a:lnTo>
                  <a:lnTo>
                    <a:pt x="1918" y="10034"/>
                  </a:lnTo>
                  <a:lnTo>
                    <a:pt x="10082" y="10034"/>
                  </a:lnTo>
                  <a:lnTo>
                    <a:pt x="10082" y="798"/>
                  </a:lnTo>
                  <a:lnTo>
                    <a:pt x="9285" y="1"/>
                  </a:lnTo>
                  <a:lnTo>
                    <a:pt x="8646" y="1"/>
                  </a:lnTo>
                  <a:lnTo>
                    <a:pt x="8646" y="640"/>
                  </a:lnTo>
                  <a:lnTo>
                    <a:pt x="8008" y="1"/>
                  </a:lnTo>
                  <a:lnTo>
                    <a:pt x="2698" y="1"/>
                  </a:lnTo>
                  <a:lnTo>
                    <a:pt x="2698" y="562"/>
                  </a:lnTo>
                  <a:lnTo>
                    <a:pt x="2698" y="640"/>
                  </a:lnTo>
                  <a:lnTo>
                    <a:pt x="2059" y="1"/>
                  </a:lnTo>
                  <a:close/>
                </a:path>
              </a:pathLst>
            </a:custGeom>
            <a:solidFill>
              <a:srgbClr val="202020">
                <a:alpha val="1456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46" name="Google Shape;1446;p50"/>
            <p:cNvSpPr/>
            <p:nvPr/>
          </p:nvSpPr>
          <p:spPr>
            <a:xfrm>
              <a:off x="6456609" y="2220910"/>
              <a:ext cx="524246" cy="314696"/>
            </a:xfrm>
            <a:custGeom>
              <a:avLst/>
              <a:gdLst/>
              <a:ahLst/>
              <a:cxnLst/>
              <a:rect l="l" t="t" r="r" b="b"/>
              <a:pathLst>
                <a:path w="3655" h="2194" extrusionOk="0">
                  <a:moveTo>
                    <a:pt x="1" y="0"/>
                  </a:moveTo>
                  <a:lnTo>
                    <a:pt x="1" y="1524"/>
                  </a:lnTo>
                  <a:cubicBezTo>
                    <a:pt x="1" y="1893"/>
                    <a:pt x="301" y="2194"/>
                    <a:pt x="671" y="2194"/>
                  </a:cubicBezTo>
                  <a:lnTo>
                    <a:pt x="3655" y="2194"/>
                  </a:lnTo>
                  <a:lnTo>
                    <a:pt x="3655" y="2004"/>
                  </a:lnTo>
                  <a:lnTo>
                    <a:pt x="671" y="2004"/>
                  </a:lnTo>
                  <a:cubicBezTo>
                    <a:pt x="406" y="2004"/>
                    <a:pt x="191" y="1788"/>
                    <a:pt x="191" y="1524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47" name="Google Shape;1447;p50"/>
            <p:cNvSpPr/>
            <p:nvPr/>
          </p:nvSpPr>
          <p:spPr>
            <a:xfrm>
              <a:off x="7073089" y="2916710"/>
              <a:ext cx="201666" cy="314983"/>
            </a:xfrm>
            <a:custGeom>
              <a:avLst/>
              <a:gdLst/>
              <a:ahLst/>
              <a:cxnLst/>
              <a:rect l="l" t="t" r="r" b="b"/>
              <a:pathLst>
                <a:path w="1406" h="2196" extrusionOk="0">
                  <a:moveTo>
                    <a:pt x="0" y="1"/>
                  </a:moveTo>
                  <a:lnTo>
                    <a:pt x="0" y="1525"/>
                  </a:lnTo>
                  <a:cubicBezTo>
                    <a:pt x="0" y="1894"/>
                    <a:pt x="301" y="2195"/>
                    <a:pt x="670" y="2195"/>
                  </a:cubicBezTo>
                  <a:lnTo>
                    <a:pt x="1405" y="2195"/>
                  </a:lnTo>
                  <a:lnTo>
                    <a:pt x="1405" y="2005"/>
                  </a:lnTo>
                  <a:lnTo>
                    <a:pt x="670" y="2005"/>
                  </a:lnTo>
                  <a:cubicBezTo>
                    <a:pt x="406" y="2005"/>
                    <a:pt x="191" y="1790"/>
                    <a:pt x="191" y="1525"/>
                  </a:cubicBezTo>
                  <a:lnTo>
                    <a:pt x="1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48" name="Google Shape;1448;p50"/>
            <p:cNvSpPr/>
            <p:nvPr/>
          </p:nvSpPr>
          <p:spPr>
            <a:xfrm>
              <a:off x="7268734" y="3011520"/>
              <a:ext cx="326883" cy="220173"/>
            </a:xfrm>
            <a:custGeom>
              <a:avLst/>
              <a:gdLst/>
              <a:ahLst/>
              <a:cxnLst/>
              <a:rect l="l" t="t" r="r" b="b"/>
              <a:pathLst>
                <a:path w="2279" h="1535" extrusionOk="0">
                  <a:moveTo>
                    <a:pt x="2089" y="1"/>
                  </a:moveTo>
                  <a:lnTo>
                    <a:pt x="2089" y="864"/>
                  </a:lnTo>
                  <a:cubicBezTo>
                    <a:pt x="2089" y="1129"/>
                    <a:pt x="1874" y="1344"/>
                    <a:pt x="1609" y="1344"/>
                  </a:cubicBezTo>
                  <a:lnTo>
                    <a:pt x="1" y="1344"/>
                  </a:lnTo>
                  <a:lnTo>
                    <a:pt x="1" y="1534"/>
                  </a:lnTo>
                  <a:lnTo>
                    <a:pt x="1609" y="1534"/>
                  </a:lnTo>
                  <a:cubicBezTo>
                    <a:pt x="1978" y="1534"/>
                    <a:pt x="2278" y="1233"/>
                    <a:pt x="2278" y="864"/>
                  </a:cubicBezTo>
                  <a:lnTo>
                    <a:pt x="22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49" name="Google Shape;1449;p50"/>
            <p:cNvSpPr/>
            <p:nvPr/>
          </p:nvSpPr>
          <p:spPr>
            <a:xfrm>
              <a:off x="7065918" y="2168987"/>
              <a:ext cx="388989" cy="314983"/>
            </a:xfrm>
            <a:custGeom>
              <a:avLst/>
              <a:gdLst/>
              <a:ahLst/>
              <a:cxnLst/>
              <a:rect l="l" t="t" r="r" b="b"/>
              <a:pathLst>
                <a:path w="2712" h="2196" extrusionOk="0">
                  <a:moveTo>
                    <a:pt x="0" y="1"/>
                  </a:moveTo>
                  <a:lnTo>
                    <a:pt x="0" y="1525"/>
                  </a:lnTo>
                  <a:cubicBezTo>
                    <a:pt x="0" y="1894"/>
                    <a:pt x="301" y="2195"/>
                    <a:pt x="669" y="2195"/>
                  </a:cubicBezTo>
                  <a:lnTo>
                    <a:pt x="2712" y="2195"/>
                  </a:lnTo>
                  <a:lnTo>
                    <a:pt x="2712" y="2005"/>
                  </a:lnTo>
                  <a:lnTo>
                    <a:pt x="669" y="2005"/>
                  </a:lnTo>
                  <a:cubicBezTo>
                    <a:pt x="404" y="2005"/>
                    <a:pt x="189" y="1790"/>
                    <a:pt x="189" y="1525"/>
                  </a:cubicBezTo>
                  <a:lnTo>
                    <a:pt x="1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50" name="Google Shape;1450;p50"/>
            <p:cNvSpPr/>
            <p:nvPr/>
          </p:nvSpPr>
          <p:spPr>
            <a:xfrm>
              <a:off x="6824088" y="2508352"/>
              <a:ext cx="524246" cy="314696"/>
            </a:xfrm>
            <a:custGeom>
              <a:avLst/>
              <a:gdLst/>
              <a:ahLst/>
              <a:cxnLst/>
              <a:rect l="l" t="t" r="r" b="b"/>
              <a:pathLst>
                <a:path w="3655" h="2194" extrusionOk="0">
                  <a:moveTo>
                    <a:pt x="1" y="0"/>
                  </a:moveTo>
                  <a:lnTo>
                    <a:pt x="1" y="190"/>
                  </a:lnTo>
                  <a:lnTo>
                    <a:pt x="2984" y="190"/>
                  </a:lnTo>
                  <a:cubicBezTo>
                    <a:pt x="3249" y="190"/>
                    <a:pt x="3464" y="404"/>
                    <a:pt x="3464" y="670"/>
                  </a:cubicBezTo>
                  <a:lnTo>
                    <a:pt x="3464" y="2193"/>
                  </a:lnTo>
                  <a:lnTo>
                    <a:pt x="3655" y="2193"/>
                  </a:lnTo>
                  <a:lnTo>
                    <a:pt x="3655" y="670"/>
                  </a:lnTo>
                  <a:cubicBezTo>
                    <a:pt x="3655" y="301"/>
                    <a:pt x="3353" y="0"/>
                    <a:pt x="29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51" name="Google Shape;1451;p50"/>
            <p:cNvSpPr/>
            <p:nvPr/>
          </p:nvSpPr>
          <p:spPr>
            <a:xfrm>
              <a:off x="7358380" y="2508352"/>
              <a:ext cx="96100" cy="314696"/>
            </a:xfrm>
            <a:custGeom>
              <a:avLst/>
              <a:gdLst/>
              <a:ahLst/>
              <a:cxnLst/>
              <a:rect l="l" t="t" r="r" b="b"/>
              <a:pathLst>
                <a:path w="670" h="2194" extrusionOk="0">
                  <a:moveTo>
                    <a:pt x="670" y="0"/>
                  </a:moveTo>
                  <a:cubicBezTo>
                    <a:pt x="301" y="0"/>
                    <a:pt x="0" y="301"/>
                    <a:pt x="0" y="670"/>
                  </a:cubicBezTo>
                  <a:lnTo>
                    <a:pt x="0" y="2193"/>
                  </a:lnTo>
                  <a:lnTo>
                    <a:pt x="189" y="2193"/>
                  </a:lnTo>
                  <a:lnTo>
                    <a:pt x="189" y="670"/>
                  </a:lnTo>
                  <a:cubicBezTo>
                    <a:pt x="189" y="404"/>
                    <a:pt x="405" y="190"/>
                    <a:pt x="670" y="190"/>
                  </a:cubicBezTo>
                  <a:lnTo>
                    <a:pt x="6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52" name="Google Shape;1452;p50"/>
            <p:cNvSpPr/>
            <p:nvPr/>
          </p:nvSpPr>
          <p:spPr>
            <a:xfrm>
              <a:off x="7518740" y="1980658"/>
              <a:ext cx="96387" cy="314696"/>
            </a:xfrm>
            <a:custGeom>
              <a:avLst/>
              <a:gdLst/>
              <a:ahLst/>
              <a:cxnLst/>
              <a:rect l="l" t="t" r="r" b="b"/>
              <a:pathLst>
                <a:path w="672" h="2194" extrusionOk="0">
                  <a:moveTo>
                    <a:pt x="671" y="1"/>
                  </a:moveTo>
                  <a:cubicBezTo>
                    <a:pt x="301" y="1"/>
                    <a:pt x="1" y="301"/>
                    <a:pt x="1" y="670"/>
                  </a:cubicBezTo>
                  <a:lnTo>
                    <a:pt x="1" y="2194"/>
                  </a:lnTo>
                  <a:lnTo>
                    <a:pt x="191" y="2194"/>
                  </a:lnTo>
                  <a:lnTo>
                    <a:pt x="191" y="670"/>
                  </a:lnTo>
                  <a:cubicBezTo>
                    <a:pt x="191" y="405"/>
                    <a:pt x="406" y="190"/>
                    <a:pt x="671" y="190"/>
                  </a:cubicBezTo>
                  <a:lnTo>
                    <a:pt x="67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53" name="Google Shape;1453;p50"/>
            <p:cNvSpPr/>
            <p:nvPr/>
          </p:nvSpPr>
          <p:spPr>
            <a:xfrm>
              <a:off x="7450178" y="2220910"/>
              <a:ext cx="96243" cy="314696"/>
            </a:xfrm>
            <a:custGeom>
              <a:avLst/>
              <a:gdLst/>
              <a:ahLst/>
              <a:cxnLst/>
              <a:rect l="l" t="t" r="r" b="b"/>
              <a:pathLst>
                <a:path w="671" h="2194" extrusionOk="0">
                  <a:moveTo>
                    <a:pt x="481" y="0"/>
                  </a:moveTo>
                  <a:lnTo>
                    <a:pt x="481" y="1524"/>
                  </a:lnTo>
                  <a:cubicBezTo>
                    <a:pt x="481" y="1788"/>
                    <a:pt x="265" y="2004"/>
                    <a:pt x="1" y="2004"/>
                  </a:cubicBezTo>
                  <a:lnTo>
                    <a:pt x="1" y="2194"/>
                  </a:lnTo>
                  <a:cubicBezTo>
                    <a:pt x="370" y="2194"/>
                    <a:pt x="669" y="1893"/>
                    <a:pt x="670" y="1524"/>
                  </a:cubicBezTo>
                  <a:lnTo>
                    <a:pt x="6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54" name="Google Shape;1454;p50"/>
            <p:cNvSpPr/>
            <p:nvPr/>
          </p:nvSpPr>
          <p:spPr>
            <a:xfrm>
              <a:off x="7380325" y="2456429"/>
              <a:ext cx="242114" cy="314553"/>
            </a:xfrm>
            <a:custGeom>
              <a:avLst/>
              <a:gdLst/>
              <a:ahLst/>
              <a:cxnLst/>
              <a:rect l="l" t="t" r="r" b="b"/>
              <a:pathLst>
                <a:path w="1688" h="2193" extrusionOk="0">
                  <a:moveTo>
                    <a:pt x="0" y="1"/>
                  </a:moveTo>
                  <a:lnTo>
                    <a:pt x="0" y="189"/>
                  </a:lnTo>
                  <a:lnTo>
                    <a:pt x="1017" y="189"/>
                  </a:lnTo>
                  <a:cubicBezTo>
                    <a:pt x="1281" y="189"/>
                    <a:pt x="1497" y="405"/>
                    <a:pt x="1497" y="669"/>
                  </a:cubicBezTo>
                  <a:lnTo>
                    <a:pt x="1497" y="2193"/>
                  </a:lnTo>
                  <a:lnTo>
                    <a:pt x="1688" y="2193"/>
                  </a:lnTo>
                  <a:lnTo>
                    <a:pt x="1688" y="670"/>
                  </a:lnTo>
                  <a:cubicBezTo>
                    <a:pt x="1688" y="301"/>
                    <a:pt x="1387" y="1"/>
                    <a:pt x="10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55" name="Google Shape;1455;p50"/>
            <p:cNvSpPr/>
            <p:nvPr/>
          </p:nvSpPr>
          <p:spPr>
            <a:xfrm>
              <a:off x="7599780" y="1888430"/>
              <a:ext cx="37579" cy="204825"/>
            </a:xfrm>
            <a:custGeom>
              <a:avLst/>
              <a:gdLst/>
              <a:ahLst/>
              <a:cxnLst/>
              <a:rect l="l" t="t" r="r" b="b"/>
              <a:pathLst>
                <a:path w="262" h="1428" extrusionOk="0">
                  <a:moveTo>
                    <a:pt x="0" y="0"/>
                  </a:moveTo>
                  <a:lnTo>
                    <a:pt x="0" y="1428"/>
                  </a:lnTo>
                  <a:lnTo>
                    <a:pt x="261" y="1428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56" name="Google Shape;1456;p50"/>
            <p:cNvSpPr/>
            <p:nvPr/>
          </p:nvSpPr>
          <p:spPr>
            <a:xfrm>
              <a:off x="7572384" y="1861321"/>
              <a:ext cx="91940" cy="259187"/>
            </a:xfrm>
            <a:custGeom>
              <a:avLst/>
              <a:gdLst/>
              <a:ahLst/>
              <a:cxnLst/>
              <a:rect l="l" t="t" r="r" b="b"/>
              <a:pathLst>
                <a:path w="641" h="1807" extrusionOk="0">
                  <a:moveTo>
                    <a:pt x="452" y="190"/>
                  </a:moveTo>
                  <a:lnTo>
                    <a:pt x="452" y="1619"/>
                  </a:lnTo>
                  <a:lnTo>
                    <a:pt x="191" y="1619"/>
                  </a:lnTo>
                  <a:lnTo>
                    <a:pt x="191" y="190"/>
                  </a:lnTo>
                  <a:close/>
                  <a:moveTo>
                    <a:pt x="1" y="1"/>
                  </a:moveTo>
                  <a:lnTo>
                    <a:pt x="1" y="1807"/>
                  </a:lnTo>
                  <a:lnTo>
                    <a:pt x="640" y="1807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57" name="Google Shape;1457;p50"/>
            <p:cNvSpPr/>
            <p:nvPr/>
          </p:nvSpPr>
          <p:spPr>
            <a:xfrm>
              <a:off x="7599780" y="2209436"/>
              <a:ext cx="37579" cy="204825"/>
            </a:xfrm>
            <a:custGeom>
              <a:avLst/>
              <a:gdLst/>
              <a:ahLst/>
              <a:cxnLst/>
              <a:rect l="l" t="t" r="r" b="b"/>
              <a:pathLst>
                <a:path w="262" h="1428" extrusionOk="0">
                  <a:moveTo>
                    <a:pt x="0" y="0"/>
                  </a:moveTo>
                  <a:lnTo>
                    <a:pt x="0" y="1428"/>
                  </a:lnTo>
                  <a:lnTo>
                    <a:pt x="261" y="1428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58" name="Google Shape;1458;p50"/>
            <p:cNvSpPr/>
            <p:nvPr/>
          </p:nvSpPr>
          <p:spPr>
            <a:xfrm>
              <a:off x="7572384" y="2182326"/>
              <a:ext cx="91940" cy="259474"/>
            </a:xfrm>
            <a:custGeom>
              <a:avLst/>
              <a:gdLst/>
              <a:ahLst/>
              <a:cxnLst/>
              <a:rect l="l" t="t" r="r" b="b"/>
              <a:pathLst>
                <a:path w="641" h="1809" extrusionOk="0">
                  <a:moveTo>
                    <a:pt x="452" y="190"/>
                  </a:moveTo>
                  <a:lnTo>
                    <a:pt x="452" y="1618"/>
                  </a:lnTo>
                  <a:lnTo>
                    <a:pt x="191" y="1618"/>
                  </a:lnTo>
                  <a:lnTo>
                    <a:pt x="191" y="190"/>
                  </a:lnTo>
                  <a:close/>
                  <a:moveTo>
                    <a:pt x="1" y="1"/>
                  </a:moveTo>
                  <a:lnTo>
                    <a:pt x="1" y="1808"/>
                  </a:lnTo>
                  <a:lnTo>
                    <a:pt x="640" y="1808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59" name="Google Shape;1459;p50"/>
            <p:cNvSpPr/>
            <p:nvPr/>
          </p:nvSpPr>
          <p:spPr>
            <a:xfrm>
              <a:off x="6719381" y="1861321"/>
              <a:ext cx="761627" cy="529849"/>
            </a:xfrm>
            <a:custGeom>
              <a:avLst/>
              <a:gdLst/>
              <a:ahLst/>
              <a:cxnLst/>
              <a:rect l="l" t="t" r="r" b="b"/>
              <a:pathLst>
                <a:path w="5310" h="3694" extrusionOk="0">
                  <a:moveTo>
                    <a:pt x="0" y="1"/>
                  </a:moveTo>
                  <a:lnTo>
                    <a:pt x="0" y="3693"/>
                  </a:lnTo>
                  <a:lnTo>
                    <a:pt x="5310" y="3693"/>
                  </a:lnTo>
                  <a:lnTo>
                    <a:pt x="53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60" name="Google Shape;1460;p50"/>
            <p:cNvSpPr/>
            <p:nvPr/>
          </p:nvSpPr>
          <p:spPr>
            <a:xfrm>
              <a:off x="6719381" y="2031003"/>
              <a:ext cx="761627" cy="202100"/>
            </a:xfrm>
            <a:custGeom>
              <a:avLst/>
              <a:gdLst/>
              <a:ahLst/>
              <a:cxnLst/>
              <a:rect l="l" t="t" r="r" b="b"/>
              <a:pathLst>
                <a:path w="5310" h="1409" extrusionOk="0">
                  <a:moveTo>
                    <a:pt x="0" y="1"/>
                  </a:moveTo>
                  <a:lnTo>
                    <a:pt x="0" y="1409"/>
                  </a:lnTo>
                  <a:lnTo>
                    <a:pt x="5310" y="1409"/>
                  </a:lnTo>
                  <a:lnTo>
                    <a:pt x="531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61" name="Google Shape;1461;p50"/>
            <p:cNvSpPr/>
            <p:nvPr/>
          </p:nvSpPr>
          <p:spPr>
            <a:xfrm>
              <a:off x="6719381" y="1861321"/>
              <a:ext cx="761627" cy="80897"/>
            </a:xfrm>
            <a:custGeom>
              <a:avLst/>
              <a:gdLst/>
              <a:ahLst/>
              <a:cxnLst/>
              <a:rect l="l" t="t" r="r" b="b"/>
              <a:pathLst>
                <a:path w="5310" h="564" extrusionOk="0">
                  <a:moveTo>
                    <a:pt x="0" y="1"/>
                  </a:moveTo>
                  <a:lnTo>
                    <a:pt x="0" y="563"/>
                  </a:lnTo>
                  <a:lnTo>
                    <a:pt x="5310" y="563"/>
                  </a:lnTo>
                  <a:lnTo>
                    <a:pt x="531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62" name="Google Shape;1462;p50"/>
            <p:cNvSpPr/>
            <p:nvPr/>
          </p:nvSpPr>
          <p:spPr>
            <a:xfrm>
              <a:off x="6837570" y="2064997"/>
              <a:ext cx="356573" cy="130813"/>
            </a:xfrm>
            <a:custGeom>
              <a:avLst/>
              <a:gdLst/>
              <a:ahLst/>
              <a:cxnLst/>
              <a:rect l="l" t="t" r="r" b="b"/>
              <a:pathLst>
                <a:path w="2486" h="912" extrusionOk="0">
                  <a:moveTo>
                    <a:pt x="1" y="1"/>
                  </a:moveTo>
                  <a:lnTo>
                    <a:pt x="1" y="912"/>
                  </a:lnTo>
                  <a:lnTo>
                    <a:pt x="2486" y="912"/>
                  </a:lnTo>
                  <a:lnTo>
                    <a:pt x="248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63" name="Google Shape;1463;p50"/>
            <p:cNvSpPr/>
            <p:nvPr/>
          </p:nvSpPr>
          <p:spPr>
            <a:xfrm>
              <a:off x="6837570" y="2064997"/>
              <a:ext cx="42169" cy="130813"/>
            </a:xfrm>
            <a:custGeom>
              <a:avLst/>
              <a:gdLst/>
              <a:ahLst/>
              <a:cxnLst/>
              <a:rect l="l" t="t" r="r" b="b"/>
              <a:pathLst>
                <a:path w="294" h="912" extrusionOk="0">
                  <a:moveTo>
                    <a:pt x="1" y="1"/>
                  </a:moveTo>
                  <a:lnTo>
                    <a:pt x="1" y="912"/>
                  </a:lnTo>
                  <a:lnTo>
                    <a:pt x="294" y="912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64" name="Google Shape;1464;p50"/>
            <p:cNvSpPr/>
            <p:nvPr/>
          </p:nvSpPr>
          <p:spPr>
            <a:xfrm>
              <a:off x="6900538" y="2064997"/>
              <a:ext cx="42169" cy="130813"/>
            </a:xfrm>
            <a:custGeom>
              <a:avLst/>
              <a:gdLst/>
              <a:ahLst/>
              <a:cxnLst/>
              <a:rect l="l" t="t" r="r" b="b"/>
              <a:pathLst>
                <a:path w="294" h="912" extrusionOk="0">
                  <a:moveTo>
                    <a:pt x="0" y="1"/>
                  </a:moveTo>
                  <a:lnTo>
                    <a:pt x="0" y="912"/>
                  </a:lnTo>
                  <a:lnTo>
                    <a:pt x="293" y="912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65" name="Google Shape;1465;p50"/>
            <p:cNvSpPr/>
            <p:nvPr/>
          </p:nvSpPr>
          <p:spPr>
            <a:xfrm>
              <a:off x="6963362" y="2064997"/>
              <a:ext cx="42169" cy="130813"/>
            </a:xfrm>
            <a:custGeom>
              <a:avLst/>
              <a:gdLst/>
              <a:ahLst/>
              <a:cxnLst/>
              <a:rect l="l" t="t" r="r" b="b"/>
              <a:pathLst>
                <a:path w="294" h="912" extrusionOk="0">
                  <a:moveTo>
                    <a:pt x="1" y="1"/>
                  </a:moveTo>
                  <a:lnTo>
                    <a:pt x="1" y="912"/>
                  </a:lnTo>
                  <a:lnTo>
                    <a:pt x="294" y="912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66" name="Google Shape;1466;p50"/>
            <p:cNvSpPr/>
            <p:nvPr/>
          </p:nvSpPr>
          <p:spPr>
            <a:xfrm>
              <a:off x="7026330" y="2064997"/>
              <a:ext cx="42169" cy="130813"/>
            </a:xfrm>
            <a:custGeom>
              <a:avLst/>
              <a:gdLst/>
              <a:ahLst/>
              <a:cxnLst/>
              <a:rect l="l" t="t" r="r" b="b"/>
              <a:pathLst>
                <a:path w="294" h="912" extrusionOk="0">
                  <a:moveTo>
                    <a:pt x="0" y="1"/>
                  </a:moveTo>
                  <a:lnTo>
                    <a:pt x="0" y="912"/>
                  </a:lnTo>
                  <a:lnTo>
                    <a:pt x="293" y="912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67" name="Google Shape;1467;p50"/>
            <p:cNvSpPr/>
            <p:nvPr/>
          </p:nvSpPr>
          <p:spPr>
            <a:xfrm>
              <a:off x="7089154" y="2064997"/>
              <a:ext cx="42169" cy="130813"/>
            </a:xfrm>
            <a:custGeom>
              <a:avLst/>
              <a:gdLst/>
              <a:ahLst/>
              <a:cxnLst/>
              <a:rect l="l" t="t" r="r" b="b"/>
              <a:pathLst>
                <a:path w="294" h="912" extrusionOk="0">
                  <a:moveTo>
                    <a:pt x="1" y="1"/>
                  </a:moveTo>
                  <a:lnTo>
                    <a:pt x="1" y="912"/>
                  </a:lnTo>
                  <a:lnTo>
                    <a:pt x="294" y="912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68" name="Google Shape;1468;p50"/>
            <p:cNvSpPr/>
            <p:nvPr/>
          </p:nvSpPr>
          <p:spPr>
            <a:xfrm>
              <a:off x="7151978" y="2064997"/>
              <a:ext cx="42169" cy="130813"/>
            </a:xfrm>
            <a:custGeom>
              <a:avLst/>
              <a:gdLst/>
              <a:ahLst/>
              <a:cxnLst/>
              <a:rect l="l" t="t" r="r" b="b"/>
              <a:pathLst>
                <a:path w="294" h="912" extrusionOk="0">
                  <a:moveTo>
                    <a:pt x="1" y="1"/>
                  </a:moveTo>
                  <a:lnTo>
                    <a:pt x="1" y="912"/>
                  </a:lnTo>
                  <a:lnTo>
                    <a:pt x="294" y="912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69" name="Google Shape;1469;p50"/>
            <p:cNvSpPr/>
            <p:nvPr/>
          </p:nvSpPr>
          <p:spPr>
            <a:xfrm>
              <a:off x="6841013" y="2107597"/>
              <a:ext cx="34998" cy="46043"/>
            </a:xfrm>
            <a:custGeom>
              <a:avLst/>
              <a:gdLst/>
              <a:ahLst/>
              <a:cxnLst/>
              <a:rect l="l" t="t" r="r" b="b"/>
              <a:pathLst>
                <a:path w="244" h="321" extrusionOk="0">
                  <a:moveTo>
                    <a:pt x="122" y="42"/>
                  </a:moveTo>
                  <a:cubicBezTo>
                    <a:pt x="144" y="42"/>
                    <a:pt x="161" y="53"/>
                    <a:pt x="174" y="71"/>
                  </a:cubicBezTo>
                  <a:cubicBezTo>
                    <a:pt x="185" y="90"/>
                    <a:pt x="192" y="119"/>
                    <a:pt x="192" y="159"/>
                  </a:cubicBezTo>
                  <a:cubicBezTo>
                    <a:pt x="192" y="199"/>
                    <a:pt x="185" y="229"/>
                    <a:pt x="174" y="247"/>
                  </a:cubicBezTo>
                  <a:cubicBezTo>
                    <a:pt x="161" y="267"/>
                    <a:pt x="144" y="277"/>
                    <a:pt x="122" y="277"/>
                  </a:cubicBezTo>
                  <a:cubicBezTo>
                    <a:pt x="100" y="277"/>
                    <a:pt x="83" y="266"/>
                    <a:pt x="71" y="247"/>
                  </a:cubicBezTo>
                  <a:cubicBezTo>
                    <a:pt x="58" y="227"/>
                    <a:pt x="52" y="198"/>
                    <a:pt x="52" y="159"/>
                  </a:cubicBezTo>
                  <a:cubicBezTo>
                    <a:pt x="52" y="120"/>
                    <a:pt x="58" y="91"/>
                    <a:pt x="71" y="71"/>
                  </a:cubicBezTo>
                  <a:cubicBezTo>
                    <a:pt x="84" y="50"/>
                    <a:pt x="101" y="42"/>
                    <a:pt x="122" y="42"/>
                  </a:cubicBezTo>
                  <a:close/>
                  <a:moveTo>
                    <a:pt x="122" y="0"/>
                  </a:moveTo>
                  <a:cubicBezTo>
                    <a:pt x="103" y="0"/>
                    <a:pt x="85" y="4"/>
                    <a:pt x="69" y="12"/>
                  </a:cubicBezTo>
                  <a:cubicBezTo>
                    <a:pt x="55" y="20"/>
                    <a:pt x="42" y="31"/>
                    <a:pt x="31" y="46"/>
                  </a:cubicBezTo>
                  <a:cubicBezTo>
                    <a:pt x="21" y="60"/>
                    <a:pt x="14" y="76"/>
                    <a:pt x="9" y="96"/>
                  </a:cubicBezTo>
                  <a:cubicBezTo>
                    <a:pt x="4" y="117"/>
                    <a:pt x="0" y="138"/>
                    <a:pt x="0" y="161"/>
                  </a:cubicBezTo>
                  <a:cubicBezTo>
                    <a:pt x="0" y="183"/>
                    <a:pt x="4" y="204"/>
                    <a:pt x="9" y="225"/>
                  </a:cubicBezTo>
                  <a:cubicBezTo>
                    <a:pt x="14" y="245"/>
                    <a:pt x="21" y="262"/>
                    <a:pt x="31" y="276"/>
                  </a:cubicBezTo>
                  <a:cubicBezTo>
                    <a:pt x="41" y="290"/>
                    <a:pt x="54" y="301"/>
                    <a:pt x="69" y="309"/>
                  </a:cubicBezTo>
                  <a:cubicBezTo>
                    <a:pt x="84" y="317"/>
                    <a:pt x="101" y="321"/>
                    <a:pt x="121" y="321"/>
                  </a:cubicBezTo>
                  <a:cubicBezTo>
                    <a:pt x="142" y="321"/>
                    <a:pt x="160" y="317"/>
                    <a:pt x="175" y="309"/>
                  </a:cubicBezTo>
                  <a:cubicBezTo>
                    <a:pt x="190" y="301"/>
                    <a:pt x="201" y="289"/>
                    <a:pt x="212" y="276"/>
                  </a:cubicBezTo>
                  <a:cubicBezTo>
                    <a:pt x="223" y="261"/>
                    <a:pt x="229" y="245"/>
                    <a:pt x="235" y="225"/>
                  </a:cubicBezTo>
                  <a:cubicBezTo>
                    <a:pt x="240" y="204"/>
                    <a:pt x="243" y="183"/>
                    <a:pt x="243" y="161"/>
                  </a:cubicBezTo>
                  <a:cubicBezTo>
                    <a:pt x="243" y="137"/>
                    <a:pt x="240" y="117"/>
                    <a:pt x="235" y="96"/>
                  </a:cubicBezTo>
                  <a:cubicBezTo>
                    <a:pt x="229" y="76"/>
                    <a:pt x="223" y="60"/>
                    <a:pt x="212" y="46"/>
                  </a:cubicBezTo>
                  <a:cubicBezTo>
                    <a:pt x="203" y="31"/>
                    <a:pt x="190" y="20"/>
                    <a:pt x="175" y="12"/>
                  </a:cubicBezTo>
                  <a:cubicBezTo>
                    <a:pt x="160" y="4"/>
                    <a:pt x="143" y="0"/>
                    <a:pt x="1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70" name="Google Shape;1470;p50"/>
            <p:cNvSpPr/>
            <p:nvPr/>
          </p:nvSpPr>
          <p:spPr>
            <a:xfrm>
              <a:off x="6903980" y="2107597"/>
              <a:ext cx="34854" cy="46043"/>
            </a:xfrm>
            <a:custGeom>
              <a:avLst/>
              <a:gdLst/>
              <a:ahLst/>
              <a:cxnLst/>
              <a:rect l="l" t="t" r="r" b="b"/>
              <a:pathLst>
                <a:path w="243" h="321" extrusionOk="0">
                  <a:moveTo>
                    <a:pt x="122" y="42"/>
                  </a:moveTo>
                  <a:cubicBezTo>
                    <a:pt x="145" y="42"/>
                    <a:pt x="161" y="53"/>
                    <a:pt x="173" y="71"/>
                  </a:cubicBezTo>
                  <a:cubicBezTo>
                    <a:pt x="185" y="90"/>
                    <a:pt x="191" y="119"/>
                    <a:pt x="191" y="159"/>
                  </a:cubicBezTo>
                  <a:cubicBezTo>
                    <a:pt x="191" y="199"/>
                    <a:pt x="185" y="229"/>
                    <a:pt x="173" y="247"/>
                  </a:cubicBezTo>
                  <a:cubicBezTo>
                    <a:pt x="161" y="267"/>
                    <a:pt x="145" y="277"/>
                    <a:pt x="122" y="277"/>
                  </a:cubicBezTo>
                  <a:cubicBezTo>
                    <a:pt x="99" y="277"/>
                    <a:pt x="82" y="266"/>
                    <a:pt x="70" y="247"/>
                  </a:cubicBezTo>
                  <a:cubicBezTo>
                    <a:pt x="58" y="227"/>
                    <a:pt x="51" y="198"/>
                    <a:pt x="51" y="159"/>
                  </a:cubicBezTo>
                  <a:cubicBezTo>
                    <a:pt x="51" y="120"/>
                    <a:pt x="58" y="91"/>
                    <a:pt x="70" y="71"/>
                  </a:cubicBezTo>
                  <a:cubicBezTo>
                    <a:pt x="83" y="50"/>
                    <a:pt x="100" y="42"/>
                    <a:pt x="122" y="42"/>
                  </a:cubicBezTo>
                  <a:close/>
                  <a:moveTo>
                    <a:pt x="122" y="0"/>
                  </a:moveTo>
                  <a:cubicBezTo>
                    <a:pt x="102" y="0"/>
                    <a:pt x="84" y="4"/>
                    <a:pt x="68" y="12"/>
                  </a:cubicBezTo>
                  <a:cubicBezTo>
                    <a:pt x="54" y="20"/>
                    <a:pt x="42" y="31"/>
                    <a:pt x="31" y="46"/>
                  </a:cubicBezTo>
                  <a:cubicBezTo>
                    <a:pt x="20" y="60"/>
                    <a:pt x="14" y="76"/>
                    <a:pt x="8" y="96"/>
                  </a:cubicBezTo>
                  <a:cubicBezTo>
                    <a:pt x="3" y="117"/>
                    <a:pt x="1" y="138"/>
                    <a:pt x="1" y="161"/>
                  </a:cubicBezTo>
                  <a:cubicBezTo>
                    <a:pt x="1" y="183"/>
                    <a:pt x="3" y="204"/>
                    <a:pt x="8" y="225"/>
                  </a:cubicBezTo>
                  <a:cubicBezTo>
                    <a:pt x="14" y="245"/>
                    <a:pt x="20" y="262"/>
                    <a:pt x="31" y="276"/>
                  </a:cubicBezTo>
                  <a:cubicBezTo>
                    <a:pt x="40" y="290"/>
                    <a:pt x="54" y="301"/>
                    <a:pt x="68" y="309"/>
                  </a:cubicBezTo>
                  <a:cubicBezTo>
                    <a:pt x="83" y="317"/>
                    <a:pt x="100" y="321"/>
                    <a:pt x="121" y="321"/>
                  </a:cubicBezTo>
                  <a:cubicBezTo>
                    <a:pt x="141" y="321"/>
                    <a:pt x="159" y="317"/>
                    <a:pt x="174" y="309"/>
                  </a:cubicBezTo>
                  <a:cubicBezTo>
                    <a:pt x="189" y="301"/>
                    <a:pt x="201" y="289"/>
                    <a:pt x="212" y="276"/>
                  </a:cubicBezTo>
                  <a:cubicBezTo>
                    <a:pt x="222" y="261"/>
                    <a:pt x="229" y="245"/>
                    <a:pt x="234" y="225"/>
                  </a:cubicBezTo>
                  <a:cubicBezTo>
                    <a:pt x="239" y="204"/>
                    <a:pt x="243" y="183"/>
                    <a:pt x="243" y="161"/>
                  </a:cubicBezTo>
                  <a:cubicBezTo>
                    <a:pt x="243" y="137"/>
                    <a:pt x="239" y="117"/>
                    <a:pt x="234" y="96"/>
                  </a:cubicBezTo>
                  <a:cubicBezTo>
                    <a:pt x="229" y="76"/>
                    <a:pt x="222" y="60"/>
                    <a:pt x="212" y="46"/>
                  </a:cubicBezTo>
                  <a:cubicBezTo>
                    <a:pt x="202" y="31"/>
                    <a:pt x="189" y="20"/>
                    <a:pt x="174" y="12"/>
                  </a:cubicBezTo>
                  <a:cubicBezTo>
                    <a:pt x="159" y="4"/>
                    <a:pt x="142" y="0"/>
                    <a:pt x="1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71" name="Google Shape;1471;p50"/>
            <p:cNvSpPr/>
            <p:nvPr/>
          </p:nvSpPr>
          <p:spPr>
            <a:xfrm>
              <a:off x="6967091" y="2107597"/>
              <a:ext cx="34854" cy="46043"/>
            </a:xfrm>
            <a:custGeom>
              <a:avLst/>
              <a:gdLst/>
              <a:ahLst/>
              <a:cxnLst/>
              <a:rect l="l" t="t" r="r" b="b"/>
              <a:pathLst>
                <a:path w="243" h="321" extrusionOk="0">
                  <a:moveTo>
                    <a:pt x="120" y="42"/>
                  </a:moveTo>
                  <a:cubicBezTo>
                    <a:pt x="144" y="42"/>
                    <a:pt x="160" y="53"/>
                    <a:pt x="171" y="71"/>
                  </a:cubicBezTo>
                  <a:cubicBezTo>
                    <a:pt x="183" y="90"/>
                    <a:pt x="190" y="119"/>
                    <a:pt x="190" y="159"/>
                  </a:cubicBezTo>
                  <a:cubicBezTo>
                    <a:pt x="190" y="199"/>
                    <a:pt x="183" y="229"/>
                    <a:pt x="171" y="247"/>
                  </a:cubicBezTo>
                  <a:cubicBezTo>
                    <a:pt x="160" y="267"/>
                    <a:pt x="142" y="277"/>
                    <a:pt x="120" y="277"/>
                  </a:cubicBezTo>
                  <a:cubicBezTo>
                    <a:pt x="98" y="277"/>
                    <a:pt x="81" y="266"/>
                    <a:pt x="69" y="247"/>
                  </a:cubicBezTo>
                  <a:cubicBezTo>
                    <a:pt x="56" y="227"/>
                    <a:pt x="50" y="198"/>
                    <a:pt x="50" y="159"/>
                  </a:cubicBezTo>
                  <a:cubicBezTo>
                    <a:pt x="50" y="120"/>
                    <a:pt x="56" y="91"/>
                    <a:pt x="69" y="71"/>
                  </a:cubicBezTo>
                  <a:cubicBezTo>
                    <a:pt x="82" y="50"/>
                    <a:pt x="99" y="42"/>
                    <a:pt x="120" y="42"/>
                  </a:cubicBezTo>
                  <a:close/>
                  <a:moveTo>
                    <a:pt x="122" y="0"/>
                  </a:moveTo>
                  <a:cubicBezTo>
                    <a:pt x="102" y="0"/>
                    <a:pt x="83" y="4"/>
                    <a:pt x="69" y="12"/>
                  </a:cubicBezTo>
                  <a:cubicBezTo>
                    <a:pt x="54" y="20"/>
                    <a:pt x="42" y="31"/>
                    <a:pt x="31" y="46"/>
                  </a:cubicBezTo>
                  <a:cubicBezTo>
                    <a:pt x="21" y="60"/>
                    <a:pt x="13" y="76"/>
                    <a:pt x="8" y="96"/>
                  </a:cubicBezTo>
                  <a:cubicBezTo>
                    <a:pt x="3" y="117"/>
                    <a:pt x="0" y="138"/>
                    <a:pt x="0" y="161"/>
                  </a:cubicBezTo>
                  <a:cubicBezTo>
                    <a:pt x="0" y="183"/>
                    <a:pt x="3" y="204"/>
                    <a:pt x="8" y="225"/>
                  </a:cubicBezTo>
                  <a:cubicBezTo>
                    <a:pt x="13" y="245"/>
                    <a:pt x="21" y="262"/>
                    <a:pt x="31" y="276"/>
                  </a:cubicBezTo>
                  <a:cubicBezTo>
                    <a:pt x="40" y="290"/>
                    <a:pt x="54" y="301"/>
                    <a:pt x="69" y="309"/>
                  </a:cubicBezTo>
                  <a:cubicBezTo>
                    <a:pt x="83" y="317"/>
                    <a:pt x="101" y="321"/>
                    <a:pt x="120" y="321"/>
                  </a:cubicBezTo>
                  <a:cubicBezTo>
                    <a:pt x="140" y="321"/>
                    <a:pt x="160" y="317"/>
                    <a:pt x="174" y="309"/>
                  </a:cubicBezTo>
                  <a:cubicBezTo>
                    <a:pt x="189" y="301"/>
                    <a:pt x="200" y="289"/>
                    <a:pt x="211" y="276"/>
                  </a:cubicBezTo>
                  <a:cubicBezTo>
                    <a:pt x="222" y="261"/>
                    <a:pt x="229" y="245"/>
                    <a:pt x="235" y="225"/>
                  </a:cubicBezTo>
                  <a:cubicBezTo>
                    <a:pt x="240" y="204"/>
                    <a:pt x="242" y="183"/>
                    <a:pt x="242" y="161"/>
                  </a:cubicBezTo>
                  <a:cubicBezTo>
                    <a:pt x="242" y="137"/>
                    <a:pt x="240" y="117"/>
                    <a:pt x="235" y="96"/>
                  </a:cubicBezTo>
                  <a:cubicBezTo>
                    <a:pt x="228" y="76"/>
                    <a:pt x="222" y="60"/>
                    <a:pt x="211" y="46"/>
                  </a:cubicBezTo>
                  <a:cubicBezTo>
                    <a:pt x="202" y="31"/>
                    <a:pt x="189" y="20"/>
                    <a:pt x="174" y="12"/>
                  </a:cubicBezTo>
                  <a:cubicBezTo>
                    <a:pt x="160" y="4"/>
                    <a:pt x="142" y="0"/>
                    <a:pt x="1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72" name="Google Shape;1472;p50"/>
            <p:cNvSpPr/>
            <p:nvPr/>
          </p:nvSpPr>
          <p:spPr>
            <a:xfrm>
              <a:off x="7029629" y="2107597"/>
              <a:ext cx="34998" cy="46043"/>
            </a:xfrm>
            <a:custGeom>
              <a:avLst/>
              <a:gdLst/>
              <a:ahLst/>
              <a:cxnLst/>
              <a:rect l="l" t="t" r="r" b="b"/>
              <a:pathLst>
                <a:path w="244" h="321" extrusionOk="0">
                  <a:moveTo>
                    <a:pt x="123" y="42"/>
                  </a:moveTo>
                  <a:cubicBezTo>
                    <a:pt x="146" y="42"/>
                    <a:pt x="162" y="53"/>
                    <a:pt x="174" y="71"/>
                  </a:cubicBezTo>
                  <a:cubicBezTo>
                    <a:pt x="186" y="90"/>
                    <a:pt x="192" y="119"/>
                    <a:pt x="192" y="159"/>
                  </a:cubicBezTo>
                  <a:cubicBezTo>
                    <a:pt x="192" y="199"/>
                    <a:pt x="186" y="229"/>
                    <a:pt x="174" y="247"/>
                  </a:cubicBezTo>
                  <a:cubicBezTo>
                    <a:pt x="161" y="267"/>
                    <a:pt x="145" y="277"/>
                    <a:pt x="123" y="277"/>
                  </a:cubicBezTo>
                  <a:cubicBezTo>
                    <a:pt x="100" y="277"/>
                    <a:pt x="83" y="266"/>
                    <a:pt x="71" y="247"/>
                  </a:cubicBezTo>
                  <a:cubicBezTo>
                    <a:pt x="58" y="227"/>
                    <a:pt x="52" y="198"/>
                    <a:pt x="52" y="159"/>
                  </a:cubicBezTo>
                  <a:cubicBezTo>
                    <a:pt x="52" y="120"/>
                    <a:pt x="58" y="91"/>
                    <a:pt x="71" y="71"/>
                  </a:cubicBezTo>
                  <a:cubicBezTo>
                    <a:pt x="84" y="50"/>
                    <a:pt x="101" y="42"/>
                    <a:pt x="123" y="42"/>
                  </a:cubicBezTo>
                  <a:close/>
                  <a:moveTo>
                    <a:pt x="125" y="0"/>
                  </a:moveTo>
                  <a:cubicBezTo>
                    <a:pt x="104" y="0"/>
                    <a:pt x="85" y="4"/>
                    <a:pt x="69" y="12"/>
                  </a:cubicBezTo>
                  <a:cubicBezTo>
                    <a:pt x="55" y="20"/>
                    <a:pt x="42" y="31"/>
                    <a:pt x="32" y="46"/>
                  </a:cubicBezTo>
                  <a:cubicBezTo>
                    <a:pt x="21" y="60"/>
                    <a:pt x="15" y="76"/>
                    <a:pt x="9" y="96"/>
                  </a:cubicBezTo>
                  <a:cubicBezTo>
                    <a:pt x="4" y="117"/>
                    <a:pt x="1" y="138"/>
                    <a:pt x="1" y="161"/>
                  </a:cubicBezTo>
                  <a:cubicBezTo>
                    <a:pt x="1" y="183"/>
                    <a:pt x="4" y="204"/>
                    <a:pt x="9" y="225"/>
                  </a:cubicBezTo>
                  <a:cubicBezTo>
                    <a:pt x="15" y="245"/>
                    <a:pt x="21" y="262"/>
                    <a:pt x="32" y="276"/>
                  </a:cubicBezTo>
                  <a:cubicBezTo>
                    <a:pt x="41" y="290"/>
                    <a:pt x="54" y="301"/>
                    <a:pt x="69" y="309"/>
                  </a:cubicBezTo>
                  <a:cubicBezTo>
                    <a:pt x="84" y="317"/>
                    <a:pt x="101" y="321"/>
                    <a:pt x="122" y="321"/>
                  </a:cubicBezTo>
                  <a:cubicBezTo>
                    <a:pt x="142" y="321"/>
                    <a:pt x="160" y="317"/>
                    <a:pt x="175" y="309"/>
                  </a:cubicBezTo>
                  <a:cubicBezTo>
                    <a:pt x="190" y="301"/>
                    <a:pt x="202" y="289"/>
                    <a:pt x="212" y="276"/>
                  </a:cubicBezTo>
                  <a:cubicBezTo>
                    <a:pt x="223" y="261"/>
                    <a:pt x="230" y="245"/>
                    <a:pt x="235" y="225"/>
                  </a:cubicBezTo>
                  <a:cubicBezTo>
                    <a:pt x="240" y="204"/>
                    <a:pt x="243" y="183"/>
                    <a:pt x="243" y="161"/>
                  </a:cubicBezTo>
                  <a:cubicBezTo>
                    <a:pt x="243" y="137"/>
                    <a:pt x="241" y="117"/>
                    <a:pt x="236" y="96"/>
                  </a:cubicBezTo>
                  <a:cubicBezTo>
                    <a:pt x="231" y="76"/>
                    <a:pt x="224" y="60"/>
                    <a:pt x="213" y="46"/>
                  </a:cubicBezTo>
                  <a:cubicBezTo>
                    <a:pt x="205" y="31"/>
                    <a:pt x="191" y="20"/>
                    <a:pt x="176" y="12"/>
                  </a:cubicBezTo>
                  <a:cubicBezTo>
                    <a:pt x="161" y="4"/>
                    <a:pt x="144" y="0"/>
                    <a:pt x="1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73" name="Google Shape;1473;p50"/>
            <p:cNvSpPr/>
            <p:nvPr/>
          </p:nvSpPr>
          <p:spPr>
            <a:xfrm>
              <a:off x="7092883" y="2107597"/>
              <a:ext cx="34711" cy="46043"/>
            </a:xfrm>
            <a:custGeom>
              <a:avLst/>
              <a:gdLst/>
              <a:ahLst/>
              <a:cxnLst/>
              <a:rect l="l" t="t" r="r" b="b"/>
              <a:pathLst>
                <a:path w="242" h="321" extrusionOk="0">
                  <a:moveTo>
                    <a:pt x="120" y="42"/>
                  </a:moveTo>
                  <a:cubicBezTo>
                    <a:pt x="142" y="42"/>
                    <a:pt x="160" y="53"/>
                    <a:pt x="171" y="71"/>
                  </a:cubicBezTo>
                  <a:cubicBezTo>
                    <a:pt x="183" y="90"/>
                    <a:pt x="190" y="119"/>
                    <a:pt x="190" y="159"/>
                  </a:cubicBezTo>
                  <a:cubicBezTo>
                    <a:pt x="190" y="199"/>
                    <a:pt x="183" y="229"/>
                    <a:pt x="171" y="247"/>
                  </a:cubicBezTo>
                  <a:cubicBezTo>
                    <a:pt x="160" y="267"/>
                    <a:pt x="141" y="277"/>
                    <a:pt x="120" y="277"/>
                  </a:cubicBezTo>
                  <a:cubicBezTo>
                    <a:pt x="98" y="277"/>
                    <a:pt x="80" y="266"/>
                    <a:pt x="69" y="247"/>
                  </a:cubicBezTo>
                  <a:cubicBezTo>
                    <a:pt x="56" y="227"/>
                    <a:pt x="49" y="198"/>
                    <a:pt x="49" y="159"/>
                  </a:cubicBezTo>
                  <a:cubicBezTo>
                    <a:pt x="49" y="120"/>
                    <a:pt x="56" y="91"/>
                    <a:pt x="69" y="71"/>
                  </a:cubicBezTo>
                  <a:cubicBezTo>
                    <a:pt x="82" y="50"/>
                    <a:pt x="99" y="42"/>
                    <a:pt x="120" y="42"/>
                  </a:cubicBezTo>
                  <a:close/>
                  <a:moveTo>
                    <a:pt x="122" y="0"/>
                  </a:moveTo>
                  <a:cubicBezTo>
                    <a:pt x="102" y="0"/>
                    <a:pt x="85" y="4"/>
                    <a:pt x="69" y="12"/>
                  </a:cubicBezTo>
                  <a:cubicBezTo>
                    <a:pt x="54" y="20"/>
                    <a:pt x="42" y="31"/>
                    <a:pt x="31" y="46"/>
                  </a:cubicBezTo>
                  <a:cubicBezTo>
                    <a:pt x="21" y="60"/>
                    <a:pt x="13" y="76"/>
                    <a:pt x="8" y="96"/>
                  </a:cubicBezTo>
                  <a:cubicBezTo>
                    <a:pt x="2" y="117"/>
                    <a:pt x="0" y="138"/>
                    <a:pt x="0" y="161"/>
                  </a:cubicBezTo>
                  <a:cubicBezTo>
                    <a:pt x="0" y="183"/>
                    <a:pt x="2" y="204"/>
                    <a:pt x="8" y="225"/>
                  </a:cubicBezTo>
                  <a:cubicBezTo>
                    <a:pt x="13" y="245"/>
                    <a:pt x="21" y="262"/>
                    <a:pt x="31" y="276"/>
                  </a:cubicBezTo>
                  <a:cubicBezTo>
                    <a:pt x="42" y="290"/>
                    <a:pt x="54" y="301"/>
                    <a:pt x="69" y="309"/>
                  </a:cubicBezTo>
                  <a:cubicBezTo>
                    <a:pt x="83" y="317"/>
                    <a:pt x="101" y="321"/>
                    <a:pt x="120" y="321"/>
                  </a:cubicBezTo>
                  <a:cubicBezTo>
                    <a:pt x="140" y="321"/>
                    <a:pt x="160" y="317"/>
                    <a:pt x="173" y="309"/>
                  </a:cubicBezTo>
                  <a:cubicBezTo>
                    <a:pt x="188" y="301"/>
                    <a:pt x="200" y="289"/>
                    <a:pt x="211" y="276"/>
                  </a:cubicBezTo>
                  <a:cubicBezTo>
                    <a:pt x="222" y="261"/>
                    <a:pt x="229" y="245"/>
                    <a:pt x="234" y="225"/>
                  </a:cubicBezTo>
                  <a:cubicBezTo>
                    <a:pt x="240" y="204"/>
                    <a:pt x="242" y="183"/>
                    <a:pt x="242" y="161"/>
                  </a:cubicBezTo>
                  <a:cubicBezTo>
                    <a:pt x="242" y="137"/>
                    <a:pt x="240" y="117"/>
                    <a:pt x="234" y="96"/>
                  </a:cubicBezTo>
                  <a:cubicBezTo>
                    <a:pt x="228" y="76"/>
                    <a:pt x="222" y="60"/>
                    <a:pt x="211" y="46"/>
                  </a:cubicBezTo>
                  <a:cubicBezTo>
                    <a:pt x="202" y="31"/>
                    <a:pt x="188" y="20"/>
                    <a:pt x="173" y="12"/>
                  </a:cubicBezTo>
                  <a:cubicBezTo>
                    <a:pt x="160" y="4"/>
                    <a:pt x="141" y="0"/>
                    <a:pt x="1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74" name="Google Shape;1474;p50"/>
            <p:cNvSpPr/>
            <p:nvPr/>
          </p:nvSpPr>
          <p:spPr>
            <a:xfrm>
              <a:off x="7155707" y="2107597"/>
              <a:ext cx="34854" cy="46043"/>
            </a:xfrm>
            <a:custGeom>
              <a:avLst/>
              <a:gdLst/>
              <a:ahLst/>
              <a:cxnLst/>
              <a:rect l="l" t="t" r="r" b="b"/>
              <a:pathLst>
                <a:path w="243" h="321" extrusionOk="0">
                  <a:moveTo>
                    <a:pt x="120" y="42"/>
                  </a:moveTo>
                  <a:cubicBezTo>
                    <a:pt x="144" y="42"/>
                    <a:pt x="161" y="53"/>
                    <a:pt x="172" y="71"/>
                  </a:cubicBezTo>
                  <a:cubicBezTo>
                    <a:pt x="184" y="90"/>
                    <a:pt x="190" y="119"/>
                    <a:pt x="190" y="159"/>
                  </a:cubicBezTo>
                  <a:cubicBezTo>
                    <a:pt x="190" y="199"/>
                    <a:pt x="184" y="229"/>
                    <a:pt x="172" y="247"/>
                  </a:cubicBezTo>
                  <a:cubicBezTo>
                    <a:pt x="159" y="267"/>
                    <a:pt x="143" y="277"/>
                    <a:pt x="120" y="277"/>
                  </a:cubicBezTo>
                  <a:cubicBezTo>
                    <a:pt x="98" y="277"/>
                    <a:pt x="81" y="266"/>
                    <a:pt x="69" y="247"/>
                  </a:cubicBezTo>
                  <a:cubicBezTo>
                    <a:pt x="56" y="227"/>
                    <a:pt x="50" y="198"/>
                    <a:pt x="50" y="159"/>
                  </a:cubicBezTo>
                  <a:cubicBezTo>
                    <a:pt x="50" y="120"/>
                    <a:pt x="56" y="91"/>
                    <a:pt x="69" y="71"/>
                  </a:cubicBezTo>
                  <a:cubicBezTo>
                    <a:pt x="82" y="50"/>
                    <a:pt x="99" y="42"/>
                    <a:pt x="120" y="42"/>
                  </a:cubicBezTo>
                  <a:close/>
                  <a:moveTo>
                    <a:pt x="123" y="0"/>
                  </a:moveTo>
                  <a:cubicBezTo>
                    <a:pt x="102" y="0"/>
                    <a:pt x="85" y="4"/>
                    <a:pt x="69" y="12"/>
                  </a:cubicBezTo>
                  <a:cubicBezTo>
                    <a:pt x="54" y="20"/>
                    <a:pt x="40" y="31"/>
                    <a:pt x="32" y="46"/>
                  </a:cubicBezTo>
                  <a:cubicBezTo>
                    <a:pt x="21" y="60"/>
                    <a:pt x="13" y="76"/>
                    <a:pt x="8" y="96"/>
                  </a:cubicBezTo>
                  <a:cubicBezTo>
                    <a:pt x="3" y="117"/>
                    <a:pt x="1" y="138"/>
                    <a:pt x="1" y="161"/>
                  </a:cubicBezTo>
                  <a:cubicBezTo>
                    <a:pt x="1" y="183"/>
                    <a:pt x="3" y="204"/>
                    <a:pt x="8" y="225"/>
                  </a:cubicBezTo>
                  <a:cubicBezTo>
                    <a:pt x="13" y="245"/>
                    <a:pt x="21" y="262"/>
                    <a:pt x="32" y="276"/>
                  </a:cubicBezTo>
                  <a:cubicBezTo>
                    <a:pt x="40" y="290"/>
                    <a:pt x="54" y="301"/>
                    <a:pt x="69" y="309"/>
                  </a:cubicBezTo>
                  <a:cubicBezTo>
                    <a:pt x="83" y="317"/>
                    <a:pt x="101" y="321"/>
                    <a:pt x="120" y="321"/>
                  </a:cubicBezTo>
                  <a:cubicBezTo>
                    <a:pt x="141" y="321"/>
                    <a:pt x="159" y="317"/>
                    <a:pt x="174" y="309"/>
                  </a:cubicBezTo>
                  <a:cubicBezTo>
                    <a:pt x="189" y="301"/>
                    <a:pt x="201" y="289"/>
                    <a:pt x="211" y="276"/>
                  </a:cubicBezTo>
                  <a:cubicBezTo>
                    <a:pt x="222" y="261"/>
                    <a:pt x="229" y="245"/>
                    <a:pt x="235" y="225"/>
                  </a:cubicBezTo>
                  <a:cubicBezTo>
                    <a:pt x="239" y="204"/>
                    <a:pt x="242" y="183"/>
                    <a:pt x="242" y="161"/>
                  </a:cubicBezTo>
                  <a:cubicBezTo>
                    <a:pt x="242" y="137"/>
                    <a:pt x="239" y="117"/>
                    <a:pt x="235" y="96"/>
                  </a:cubicBezTo>
                  <a:cubicBezTo>
                    <a:pt x="228" y="76"/>
                    <a:pt x="222" y="60"/>
                    <a:pt x="211" y="46"/>
                  </a:cubicBezTo>
                  <a:cubicBezTo>
                    <a:pt x="203" y="31"/>
                    <a:pt x="189" y="20"/>
                    <a:pt x="174" y="12"/>
                  </a:cubicBezTo>
                  <a:cubicBezTo>
                    <a:pt x="159" y="4"/>
                    <a:pt x="142" y="0"/>
                    <a:pt x="1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75" name="Google Shape;1475;p50"/>
            <p:cNvSpPr/>
            <p:nvPr/>
          </p:nvSpPr>
          <p:spPr>
            <a:xfrm>
              <a:off x="6837570" y="2064997"/>
              <a:ext cx="42169" cy="27109"/>
            </a:xfrm>
            <a:custGeom>
              <a:avLst/>
              <a:gdLst/>
              <a:ahLst/>
              <a:cxnLst/>
              <a:rect l="l" t="t" r="r" b="b"/>
              <a:pathLst>
                <a:path w="294" h="189" extrusionOk="0">
                  <a:moveTo>
                    <a:pt x="1" y="1"/>
                  </a:moveTo>
                  <a:lnTo>
                    <a:pt x="1" y="188"/>
                  </a:lnTo>
                  <a:lnTo>
                    <a:pt x="294" y="188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76" name="Google Shape;1476;p50"/>
            <p:cNvSpPr/>
            <p:nvPr/>
          </p:nvSpPr>
          <p:spPr>
            <a:xfrm>
              <a:off x="6900538" y="2064997"/>
              <a:ext cx="42169" cy="27109"/>
            </a:xfrm>
            <a:custGeom>
              <a:avLst/>
              <a:gdLst/>
              <a:ahLst/>
              <a:cxnLst/>
              <a:rect l="l" t="t" r="r" b="b"/>
              <a:pathLst>
                <a:path w="294" h="189" extrusionOk="0">
                  <a:moveTo>
                    <a:pt x="0" y="1"/>
                  </a:moveTo>
                  <a:lnTo>
                    <a:pt x="0" y="188"/>
                  </a:lnTo>
                  <a:lnTo>
                    <a:pt x="293" y="188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77" name="Google Shape;1477;p50"/>
            <p:cNvSpPr/>
            <p:nvPr/>
          </p:nvSpPr>
          <p:spPr>
            <a:xfrm>
              <a:off x="6963362" y="2064997"/>
              <a:ext cx="42169" cy="27109"/>
            </a:xfrm>
            <a:custGeom>
              <a:avLst/>
              <a:gdLst/>
              <a:ahLst/>
              <a:cxnLst/>
              <a:rect l="l" t="t" r="r" b="b"/>
              <a:pathLst>
                <a:path w="294" h="189" extrusionOk="0">
                  <a:moveTo>
                    <a:pt x="1" y="1"/>
                  </a:moveTo>
                  <a:lnTo>
                    <a:pt x="1" y="188"/>
                  </a:lnTo>
                  <a:lnTo>
                    <a:pt x="294" y="188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78" name="Google Shape;1478;p50"/>
            <p:cNvSpPr/>
            <p:nvPr/>
          </p:nvSpPr>
          <p:spPr>
            <a:xfrm>
              <a:off x="7026330" y="2064997"/>
              <a:ext cx="42169" cy="27109"/>
            </a:xfrm>
            <a:custGeom>
              <a:avLst/>
              <a:gdLst/>
              <a:ahLst/>
              <a:cxnLst/>
              <a:rect l="l" t="t" r="r" b="b"/>
              <a:pathLst>
                <a:path w="294" h="189" extrusionOk="0">
                  <a:moveTo>
                    <a:pt x="0" y="1"/>
                  </a:moveTo>
                  <a:lnTo>
                    <a:pt x="0" y="188"/>
                  </a:lnTo>
                  <a:lnTo>
                    <a:pt x="293" y="188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79" name="Google Shape;1479;p50"/>
            <p:cNvSpPr/>
            <p:nvPr/>
          </p:nvSpPr>
          <p:spPr>
            <a:xfrm>
              <a:off x="7089154" y="2064997"/>
              <a:ext cx="42169" cy="27109"/>
            </a:xfrm>
            <a:custGeom>
              <a:avLst/>
              <a:gdLst/>
              <a:ahLst/>
              <a:cxnLst/>
              <a:rect l="l" t="t" r="r" b="b"/>
              <a:pathLst>
                <a:path w="294" h="189" extrusionOk="0">
                  <a:moveTo>
                    <a:pt x="1" y="1"/>
                  </a:moveTo>
                  <a:lnTo>
                    <a:pt x="1" y="188"/>
                  </a:lnTo>
                  <a:lnTo>
                    <a:pt x="294" y="188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80" name="Google Shape;1480;p50"/>
            <p:cNvSpPr/>
            <p:nvPr/>
          </p:nvSpPr>
          <p:spPr>
            <a:xfrm>
              <a:off x="7151978" y="2064997"/>
              <a:ext cx="42169" cy="27109"/>
            </a:xfrm>
            <a:custGeom>
              <a:avLst/>
              <a:gdLst/>
              <a:ahLst/>
              <a:cxnLst/>
              <a:rect l="l" t="t" r="r" b="b"/>
              <a:pathLst>
                <a:path w="294" h="189" extrusionOk="0">
                  <a:moveTo>
                    <a:pt x="1" y="1"/>
                  </a:moveTo>
                  <a:lnTo>
                    <a:pt x="1" y="188"/>
                  </a:lnTo>
                  <a:lnTo>
                    <a:pt x="294" y="188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81" name="Google Shape;1481;p50"/>
            <p:cNvSpPr/>
            <p:nvPr/>
          </p:nvSpPr>
          <p:spPr>
            <a:xfrm>
              <a:off x="6837570" y="2168844"/>
              <a:ext cx="42169" cy="26966"/>
            </a:xfrm>
            <a:custGeom>
              <a:avLst/>
              <a:gdLst/>
              <a:ahLst/>
              <a:cxnLst/>
              <a:rect l="l" t="t" r="r" b="b"/>
              <a:pathLst>
                <a:path w="294" h="188" extrusionOk="0">
                  <a:moveTo>
                    <a:pt x="1" y="1"/>
                  </a:moveTo>
                  <a:lnTo>
                    <a:pt x="1" y="188"/>
                  </a:lnTo>
                  <a:lnTo>
                    <a:pt x="294" y="188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202020">
                <a:alpha val="1456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82" name="Google Shape;1482;p50"/>
            <p:cNvSpPr/>
            <p:nvPr/>
          </p:nvSpPr>
          <p:spPr>
            <a:xfrm>
              <a:off x="6900538" y="2168844"/>
              <a:ext cx="42169" cy="26966"/>
            </a:xfrm>
            <a:custGeom>
              <a:avLst/>
              <a:gdLst/>
              <a:ahLst/>
              <a:cxnLst/>
              <a:rect l="l" t="t" r="r" b="b"/>
              <a:pathLst>
                <a:path w="294" h="188" extrusionOk="0">
                  <a:moveTo>
                    <a:pt x="0" y="1"/>
                  </a:moveTo>
                  <a:lnTo>
                    <a:pt x="0" y="188"/>
                  </a:lnTo>
                  <a:lnTo>
                    <a:pt x="293" y="188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202020">
                <a:alpha val="1456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83" name="Google Shape;1483;p50"/>
            <p:cNvSpPr/>
            <p:nvPr/>
          </p:nvSpPr>
          <p:spPr>
            <a:xfrm>
              <a:off x="6963362" y="2168844"/>
              <a:ext cx="42169" cy="26966"/>
            </a:xfrm>
            <a:custGeom>
              <a:avLst/>
              <a:gdLst/>
              <a:ahLst/>
              <a:cxnLst/>
              <a:rect l="l" t="t" r="r" b="b"/>
              <a:pathLst>
                <a:path w="294" h="188" extrusionOk="0">
                  <a:moveTo>
                    <a:pt x="1" y="1"/>
                  </a:moveTo>
                  <a:lnTo>
                    <a:pt x="1" y="188"/>
                  </a:lnTo>
                  <a:lnTo>
                    <a:pt x="294" y="188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202020">
                <a:alpha val="1456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84" name="Google Shape;1484;p50"/>
            <p:cNvSpPr/>
            <p:nvPr/>
          </p:nvSpPr>
          <p:spPr>
            <a:xfrm>
              <a:off x="7026330" y="2168844"/>
              <a:ext cx="42169" cy="26966"/>
            </a:xfrm>
            <a:custGeom>
              <a:avLst/>
              <a:gdLst/>
              <a:ahLst/>
              <a:cxnLst/>
              <a:rect l="l" t="t" r="r" b="b"/>
              <a:pathLst>
                <a:path w="294" h="188" extrusionOk="0">
                  <a:moveTo>
                    <a:pt x="0" y="1"/>
                  </a:moveTo>
                  <a:lnTo>
                    <a:pt x="0" y="188"/>
                  </a:lnTo>
                  <a:lnTo>
                    <a:pt x="293" y="188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202020">
                <a:alpha val="1456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85" name="Google Shape;1485;p50"/>
            <p:cNvSpPr/>
            <p:nvPr/>
          </p:nvSpPr>
          <p:spPr>
            <a:xfrm>
              <a:off x="7089154" y="2168844"/>
              <a:ext cx="42169" cy="26966"/>
            </a:xfrm>
            <a:custGeom>
              <a:avLst/>
              <a:gdLst/>
              <a:ahLst/>
              <a:cxnLst/>
              <a:rect l="l" t="t" r="r" b="b"/>
              <a:pathLst>
                <a:path w="294" h="188" extrusionOk="0">
                  <a:moveTo>
                    <a:pt x="1" y="1"/>
                  </a:moveTo>
                  <a:lnTo>
                    <a:pt x="1" y="188"/>
                  </a:lnTo>
                  <a:lnTo>
                    <a:pt x="294" y="188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202020">
                <a:alpha val="1456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86" name="Google Shape;1486;p50"/>
            <p:cNvSpPr/>
            <p:nvPr/>
          </p:nvSpPr>
          <p:spPr>
            <a:xfrm>
              <a:off x="7151978" y="2168844"/>
              <a:ext cx="42169" cy="26966"/>
            </a:xfrm>
            <a:custGeom>
              <a:avLst/>
              <a:gdLst/>
              <a:ahLst/>
              <a:cxnLst/>
              <a:rect l="l" t="t" r="r" b="b"/>
              <a:pathLst>
                <a:path w="294" h="188" extrusionOk="0">
                  <a:moveTo>
                    <a:pt x="1" y="1"/>
                  </a:moveTo>
                  <a:lnTo>
                    <a:pt x="1" y="188"/>
                  </a:lnTo>
                  <a:lnTo>
                    <a:pt x="294" y="188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202020">
                <a:alpha val="1456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87" name="Google Shape;1487;p50"/>
            <p:cNvSpPr/>
            <p:nvPr/>
          </p:nvSpPr>
          <p:spPr>
            <a:xfrm>
              <a:off x="7258550" y="2064997"/>
              <a:ext cx="140994" cy="130813"/>
            </a:xfrm>
            <a:custGeom>
              <a:avLst/>
              <a:gdLst/>
              <a:ahLst/>
              <a:cxnLst/>
              <a:rect l="l" t="t" r="r" b="b"/>
              <a:pathLst>
                <a:path w="983" h="912" extrusionOk="0">
                  <a:moveTo>
                    <a:pt x="0" y="1"/>
                  </a:moveTo>
                  <a:lnTo>
                    <a:pt x="0" y="912"/>
                  </a:lnTo>
                  <a:lnTo>
                    <a:pt x="983" y="912"/>
                  </a:lnTo>
                  <a:lnTo>
                    <a:pt x="98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88" name="Google Shape;1488;p50"/>
            <p:cNvSpPr/>
            <p:nvPr/>
          </p:nvSpPr>
          <p:spPr>
            <a:xfrm>
              <a:off x="6811896" y="2299225"/>
              <a:ext cx="561969" cy="144296"/>
            </a:xfrm>
            <a:custGeom>
              <a:avLst/>
              <a:gdLst/>
              <a:ahLst/>
              <a:cxnLst/>
              <a:rect l="l" t="t" r="r" b="b"/>
              <a:pathLst>
                <a:path w="3918" h="1006" extrusionOk="0">
                  <a:moveTo>
                    <a:pt x="0" y="1"/>
                  </a:moveTo>
                  <a:lnTo>
                    <a:pt x="0" y="1006"/>
                  </a:lnTo>
                  <a:lnTo>
                    <a:pt x="3917" y="1006"/>
                  </a:lnTo>
                  <a:lnTo>
                    <a:pt x="391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89" name="Google Shape;1489;p50"/>
            <p:cNvSpPr/>
            <p:nvPr/>
          </p:nvSpPr>
          <p:spPr>
            <a:xfrm>
              <a:off x="6719381" y="2258490"/>
              <a:ext cx="761627" cy="44178"/>
            </a:xfrm>
            <a:custGeom>
              <a:avLst/>
              <a:gdLst/>
              <a:ahLst/>
              <a:cxnLst/>
              <a:rect l="l" t="t" r="r" b="b"/>
              <a:pathLst>
                <a:path w="5310" h="308" extrusionOk="0">
                  <a:moveTo>
                    <a:pt x="0" y="0"/>
                  </a:moveTo>
                  <a:lnTo>
                    <a:pt x="0" y="307"/>
                  </a:lnTo>
                  <a:lnTo>
                    <a:pt x="5310" y="307"/>
                  </a:lnTo>
                  <a:lnTo>
                    <a:pt x="53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90" name="Google Shape;1490;p50"/>
            <p:cNvSpPr/>
            <p:nvPr/>
          </p:nvSpPr>
          <p:spPr>
            <a:xfrm>
              <a:off x="6811896" y="2399199"/>
              <a:ext cx="561969" cy="44321"/>
            </a:xfrm>
            <a:custGeom>
              <a:avLst/>
              <a:gdLst/>
              <a:ahLst/>
              <a:cxnLst/>
              <a:rect l="l" t="t" r="r" b="b"/>
              <a:pathLst>
                <a:path w="3918" h="309" extrusionOk="0">
                  <a:moveTo>
                    <a:pt x="0" y="1"/>
                  </a:moveTo>
                  <a:lnTo>
                    <a:pt x="0" y="309"/>
                  </a:lnTo>
                  <a:lnTo>
                    <a:pt x="3917" y="309"/>
                  </a:lnTo>
                  <a:lnTo>
                    <a:pt x="39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91" name="Google Shape;1491;p50"/>
            <p:cNvSpPr/>
            <p:nvPr/>
          </p:nvSpPr>
          <p:spPr>
            <a:xfrm>
              <a:off x="7089297" y="2302811"/>
              <a:ext cx="42169" cy="53932"/>
            </a:xfrm>
            <a:custGeom>
              <a:avLst/>
              <a:gdLst/>
              <a:ahLst/>
              <a:cxnLst/>
              <a:rect l="l" t="t" r="r" b="b"/>
              <a:pathLst>
                <a:path w="294" h="376" extrusionOk="0">
                  <a:moveTo>
                    <a:pt x="1" y="0"/>
                  </a:moveTo>
                  <a:lnTo>
                    <a:pt x="1" y="230"/>
                  </a:lnTo>
                  <a:cubicBezTo>
                    <a:pt x="1" y="310"/>
                    <a:pt x="67" y="376"/>
                    <a:pt x="147" y="376"/>
                  </a:cubicBezTo>
                  <a:cubicBezTo>
                    <a:pt x="227" y="376"/>
                    <a:pt x="293" y="310"/>
                    <a:pt x="294" y="230"/>
                  </a:cubicBezTo>
                  <a:lnTo>
                    <a:pt x="2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92" name="Google Shape;1492;p50"/>
            <p:cNvSpPr/>
            <p:nvPr/>
          </p:nvSpPr>
          <p:spPr>
            <a:xfrm>
              <a:off x="6332395" y="1861321"/>
              <a:ext cx="295328" cy="601136"/>
            </a:xfrm>
            <a:custGeom>
              <a:avLst/>
              <a:gdLst/>
              <a:ahLst/>
              <a:cxnLst/>
              <a:rect l="l" t="t" r="r" b="b"/>
              <a:pathLst>
                <a:path w="2059" h="4191" extrusionOk="0">
                  <a:moveTo>
                    <a:pt x="1" y="1"/>
                  </a:moveTo>
                  <a:lnTo>
                    <a:pt x="1" y="4190"/>
                  </a:lnTo>
                  <a:lnTo>
                    <a:pt x="2059" y="4190"/>
                  </a:lnTo>
                  <a:lnTo>
                    <a:pt x="20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93" name="Google Shape;1493;p50"/>
            <p:cNvSpPr/>
            <p:nvPr/>
          </p:nvSpPr>
          <p:spPr>
            <a:xfrm>
              <a:off x="6376573" y="2031003"/>
              <a:ext cx="207260" cy="227631"/>
            </a:xfrm>
            <a:custGeom>
              <a:avLst/>
              <a:gdLst/>
              <a:ahLst/>
              <a:cxnLst/>
              <a:rect l="l" t="t" r="r" b="b"/>
              <a:pathLst>
                <a:path w="1445" h="1587" extrusionOk="0">
                  <a:moveTo>
                    <a:pt x="1" y="1"/>
                  </a:moveTo>
                  <a:lnTo>
                    <a:pt x="1" y="1586"/>
                  </a:lnTo>
                  <a:lnTo>
                    <a:pt x="1444" y="1586"/>
                  </a:lnTo>
                  <a:lnTo>
                    <a:pt x="14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94" name="Google Shape;1494;p50"/>
            <p:cNvSpPr/>
            <p:nvPr/>
          </p:nvSpPr>
          <p:spPr>
            <a:xfrm>
              <a:off x="6403682" y="2095405"/>
              <a:ext cx="153042" cy="33994"/>
            </a:xfrm>
            <a:custGeom>
              <a:avLst/>
              <a:gdLst/>
              <a:ahLst/>
              <a:cxnLst/>
              <a:rect l="l" t="t" r="r" b="b"/>
              <a:pathLst>
                <a:path w="1067" h="237" extrusionOk="0">
                  <a:moveTo>
                    <a:pt x="1" y="1"/>
                  </a:moveTo>
                  <a:lnTo>
                    <a:pt x="1" y="237"/>
                  </a:lnTo>
                  <a:lnTo>
                    <a:pt x="1067" y="237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95" name="Google Shape;1495;p50"/>
            <p:cNvSpPr/>
            <p:nvPr/>
          </p:nvSpPr>
          <p:spPr>
            <a:xfrm>
              <a:off x="6418312" y="2129256"/>
              <a:ext cx="29404" cy="34281"/>
            </a:xfrm>
            <a:custGeom>
              <a:avLst/>
              <a:gdLst/>
              <a:ahLst/>
              <a:cxnLst/>
              <a:rect l="l" t="t" r="r" b="b"/>
              <a:pathLst>
                <a:path w="205" h="239" extrusionOk="0">
                  <a:moveTo>
                    <a:pt x="0" y="1"/>
                  </a:moveTo>
                  <a:lnTo>
                    <a:pt x="0" y="238"/>
                  </a:lnTo>
                  <a:lnTo>
                    <a:pt x="205" y="238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96" name="Google Shape;1496;p50"/>
            <p:cNvSpPr/>
            <p:nvPr/>
          </p:nvSpPr>
          <p:spPr>
            <a:xfrm>
              <a:off x="6512262" y="2129256"/>
              <a:ext cx="29547" cy="34281"/>
            </a:xfrm>
            <a:custGeom>
              <a:avLst/>
              <a:gdLst/>
              <a:ahLst/>
              <a:cxnLst/>
              <a:rect l="l" t="t" r="r" b="b"/>
              <a:pathLst>
                <a:path w="20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205" y="238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97" name="Google Shape;1497;p50"/>
            <p:cNvSpPr/>
            <p:nvPr/>
          </p:nvSpPr>
          <p:spPr>
            <a:xfrm>
              <a:off x="6376573" y="1971622"/>
              <a:ext cx="207260" cy="59526"/>
            </a:xfrm>
            <a:custGeom>
              <a:avLst/>
              <a:gdLst/>
              <a:ahLst/>
              <a:cxnLst/>
              <a:rect l="l" t="t" r="r" b="b"/>
              <a:pathLst>
                <a:path w="1445" h="415" extrusionOk="0">
                  <a:moveTo>
                    <a:pt x="1" y="1"/>
                  </a:moveTo>
                  <a:lnTo>
                    <a:pt x="1" y="415"/>
                  </a:lnTo>
                  <a:lnTo>
                    <a:pt x="1444" y="415"/>
                  </a:lnTo>
                  <a:lnTo>
                    <a:pt x="14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98" name="Google Shape;1498;p50"/>
            <p:cNvSpPr/>
            <p:nvPr/>
          </p:nvSpPr>
          <p:spPr>
            <a:xfrm>
              <a:off x="6376573" y="1912096"/>
              <a:ext cx="207260" cy="59669"/>
            </a:xfrm>
            <a:custGeom>
              <a:avLst/>
              <a:gdLst/>
              <a:ahLst/>
              <a:cxnLst/>
              <a:rect l="l" t="t" r="r" b="b"/>
              <a:pathLst>
                <a:path w="1445" h="416" extrusionOk="0">
                  <a:moveTo>
                    <a:pt x="1" y="1"/>
                  </a:moveTo>
                  <a:lnTo>
                    <a:pt x="1" y="416"/>
                  </a:lnTo>
                  <a:lnTo>
                    <a:pt x="1444" y="416"/>
                  </a:lnTo>
                  <a:lnTo>
                    <a:pt x="14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499" name="Google Shape;1499;p50"/>
            <p:cNvSpPr/>
            <p:nvPr/>
          </p:nvSpPr>
          <p:spPr>
            <a:xfrm>
              <a:off x="6332395" y="2319593"/>
              <a:ext cx="295328" cy="142861"/>
            </a:xfrm>
            <a:custGeom>
              <a:avLst/>
              <a:gdLst/>
              <a:ahLst/>
              <a:cxnLst/>
              <a:rect l="l" t="t" r="r" b="b"/>
              <a:pathLst>
                <a:path w="2059" h="996" extrusionOk="0">
                  <a:moveTo>
                    <a:pt x="1" y="1"/>
                  </a:moveTo>
                  <a:lnTo>
                    <a:pt x="1" y="995"/>
                  </a:lnTo>
                  <a:lnTo>
                    <a:pt x="2059" y="995"/>
                  </a:lnTo>
                  <a:lnTo>
                    <a:pt x="2059" y="1"/>
                  </a:ln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00" name="Google Shape;1500;p50"/>
            <p:cNvSpPr/>
            <p:nvPr/>
          </p:nvSpPr>
          <p:spPr>
            <a:xfrm>
              <a:off x="6332395" y="2703136"/>
              <a:ext cx="1348266" cy="161364"/>
            </a:xfrm>
            <a:custGeom>
              <a:avLst/>
              <a:gdLst/>
              <a:ahLst/>
              <a:cxnLst/>
              <a:rect l="l" t="t" r="r" b="b"/>
              <a:pathLst>
                <a:path w="9400" h="1125" extrusionOk="0">
                  <a:moveTo>
                    <a:pt x="1" y="0"/>
                  </a:moveTo>
                  <a:lnTo>
                    <a:pt x="1" y="1124"/>
                  </a:lnTo>
                  <a:lnTo>
                    <a:pt x="9400" y="1124"/>
                  </a:lnTo>
                  <a:lnTo>
                    <a:pt x="940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01" name="Google Shape;1501;p50"/>
            <p:cNvSpPr/>
            <p:nvPr/>
          </p:nvSpPr>
          <p:spPr>
            <a:xfrm>
              <a:off x="6332395" y="2864356"/>
              <a:ext cx="1348266" cy="161221"/>
            </a:xfrm>
            <a:custGeom>
              <a:avLst/>
              <a:gdLst/>
              <a:ahLst/>
              <a:cxnLst/>
              <a:rect l="l" t="t" r="r" b="b"/>
              <a:pathLst>
                <a:path w="9400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9400" y="1124"/>
                  </a:lnTo>
                  <a:lnTo>
                    <a:pt x="94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02" name="Google Shape;1502;p50"/>
            <p:cNvSpPr/>
            <p:nvPr/>
          </p:nvSpPr>
          <p:spPr>
            <a:xfrm>
              <a:off x="6332395" y="2832083"/>
              <a:ext cx="861742" cy="116756"/>
            </a:xfrm>
            <a:custGeom>
              <a:avLst/>
              <a:gdLst/>
              <a:ahLst/>
              <a:cxnLst/>
              <a:rect l="l" t="t" r="r" b="b"/>
              <a:pathLst>
                <a:path w="6008" h="814" extrusionOk="0">
                  <a:moveTo>
                    <a:pt x="1" y="1"/>
                  </a:moveTo>
                  <a:lnTo>
                    <a:pt x="1" y="813"/>
                  </a:lnTo>
                  <a:lnTo>
                    <a:pt x="6008" y="813"/>
                  </a:lnTo>
                  <a:lnTo>
                    <a:pt x="60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03" name="Google Shape;1503;p50"/>
            <p:cNvSpPr/>
            <p:nvPr/>
          </p:nvSpPr>
          <p:spPr>
            <a:xfrm>
              <a:off x="7483168" y="2864356"/>
              <a:ext cx="197507" cy="161221"/>
            </a:xfrm>
            <a:custGeom>
              <a:avLst/>
              <a:gdLst/>
              <a:ahLst/>
              <a:cxnLst/>
              <a:rect l="l" t="t" r="r" b="b"/>
              <a:pathLst>
                <a:path w="1377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1377" y="1124"/>
                  </a:lnTo>
                  <a:lnTo>
                    <a:pt x="1377" y="0"/>
                  </a:lnTo>
                  <a:close/>
                </a:path>
              </a:pathLst>
            </a:custGeom>
            <a:solidFill>
              <a:srgbClr val="50CCFF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04" name="Google Shape;1504;p50"/>
            <p:cNvSpPr/>
            <p:nvPr/>
          </p:nvSpPr>
          <p:spPr>
            <a:xfrm>
              <a:off x="7483168" y="2703136"/>
              <a:ext cx="49341" cy="161364"/>
            </a:xfrm>
            <a:custGeom>
              <a:avLst/>
              <a:gdLst/>
              <a:ahLst/>
              <a:cxnLst/>
              <a:rect l="l" t="t" r="r" b="b"/>
              <a:pathLst>
                <a:path w="344" h="1125" extrusionOk="0">
                  <a:moveTo>
                    <a:pt x="1" y="0"/>
                  </a:moveTo>
                  <a:lnTo>
                    <a:pt x="1" y="1124"/>
                  </a:lnTo>
                  <a:lnTo>
                    <a:pt x="344" y="1124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05" name="Google Shape;1505;p50"/>
            <p:cNvSpPr/>
            <p:nvPr/>
          </p:nvSpPr>
          <p:spPr>
            <a:xfrm>
              <a:off x="7532366" y="2703136"/>
              <a:ext cx="49484" cy="161364"/>
            </a:xfrm>
            <a:custGeom>
              <a:avLst/>
              <a:gdLst/>
              <a:ahLst/>
              <a:cxnLst/>
              <a:rect l="l" t="t" r="r" b="b"/>
              <a:pathLst>
                <a:path w="345" h="1125" extrusionOk="0">
                  <a:moveTo>
                    <a:pt x="1" y="0"/>
                  </a:moveTo>
                  <a:lnTo>
                    <a:pt x="1" y="1124"/>
                  </a:lnTo>
                  <a:lnTo>
                    <a:pt x="344" y="1124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06" name="Google Shape;1506;p50"/>
            <p:cNvSpPr/>
            <p:nvPr/>
          </p:nvSpPr>
          <p:spPr>
            <a:xfrm>
              <a:off x="7581994" y="2703136"/>
              <a:ext cx="49341" cy="161364"/>
            </a:xfrm>
            <a:custGeom>
              <a:avLst/>
              <a:gdLst/>
              <a:ahLst/>
              <a:cxnLst/>
              <a:rect l="l" t="t" r="r" b="b"/>
              <a:pathLst>
                <a:path w="344" h="1125" extrusionOk="0">
                  <a:moveTo>
                    <a:pt x="0" y="0"/>
                  </a:moveTo>
                  <a:lnTo>
                    <a:pt x="0" y="1124"/>
                  </a:lnTo>
                  <a:lnTo>
                    <a:pt x="344" y="1124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07" name="Google Shape;1507;p50"/>
            <p:cNvSpPr/>
            <p:nvPr/>
          </p:nvSpPr>
          <p:spPr>
            <a:xfrm>
              <a:off x="7631192" y="2703136"/>
              <a:ext cx="49341" cy="161364"/>
            </a:xfrm>
            <a:custGeom>
              <a:avLst/>
              <a:gdLst/>
              <a:ahLst/>
              <a:cxnLst/>
              <a:rect l="l" t="t" r="r" b="b"/>
              <a:pathLst>
                <a:path w="344" h="1125" extrusionOk="0">
                  <a:moveTo>
                    <a:pt x="1" y="0"/>
                  </a:moveTo>
                  <a:lnTo>
                    <a:pt x="1" y="1124"/>
                  </a:lnTo>
                  <a:lnTo>
                    <a:pt x="344" y="1124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08" name="Google Shape;1508;p50"/>
            <p:cNvSpPr/>
            <p:nvPr/>
          </p:nvSpPr>
          <p:spPr>
            <a:xfrm>
              <a:off x="7483168" y="2864356"/>
              <a:ext cx="49341" cy="161221"/>
            </a:xfrm>
            <a:custGeom>
              <a:avLst/>
              <a:gdLst/>
              <a:ahLst/>
              <a:cxnLst/>
              <a:rect l="l" t="t" r="r" b="b"/>
              <a:pathLst>
                <a:path w="344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344" y="1124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09" name="Google Shape;1509;p50"/>
            <p:cNvSpPr/>
            <p:nvPr/>
          </p:nvSpPr>
          <p:spPr>
            <a:xfrm>
              <a:off x="7532366" y="2864356"/>
              <a:ext cx="49484" cy="161221"/>
            </a:xfrm>
            <a:custGeom>
              <a:avLst/>
              <a:gdLst/>
              <a:ahLst/>
              <a:cxnLst/>
              <a:rect l="l" t="t" r="r" b="b"/>
              <a:pathLst>
                <a:path w="345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344" y="1124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10" name="Google Shape;1510;p50"/>
            <p:cNvSpPr/>
            <p:nvPr/>
          </p:nvSpPr>
          <p:spPr>
            <a:xfrm>
              <a:off x="7581994" y="2864356"/>
              <a:ext cx="49341" cy="161221"/>
            </a:xfrm>
            <a:custGeom>
              <a:avLst/>
              <a:gdLst/>
              <a:ahLst/>
              <a:cxnLst/>
              <a:rect l="l" t="t" r="r" b="b"/>
              <a:pathLst>
                <a:path w="344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344" y="1124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11" name="Google Shape;1511;p50"/>
            <p:cNvSpPr/>
            <p:nvPr/>
          </p:nvSpPr>
          <p:spPr>
            <a:xfrm>
              <a:off x="7631192" y="2864356"/>
              <a:ext cx="49341" cy="161221"/>
            </a:xfrm>
            <a:custGeom>
              <a:avLst/>
              <a:gdLst/>
              <a:ahLst/>
              <a:cxnLst/>
              <a:rect l="l" t="t" r="r" b="b"/>
              <a:pathLst>
                <a:path w="344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344" y="1124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12" name="Google Shape;1512;p50"/>
            <p:cNvSpPr/>
            <p:nvPr/>
          </p:nvSpPr>
          <p:spPr>
            <a:xfrm>
              <a:off x="7492491" y="2810712"/>
              <a:ext cx="26965" cy="27109"/>
            </a:xfrm>
            <a:custGeom>
              <a:avLst/>
              <a:gdLst/>
              <a:ahLst/>
              <a:cxnLst/>
              <a:rect l="l" t="t" r="r" b="b"/>
              <a:pathLst>
                <a:path w="188" h="189" extrusionOk="0">
                  <a:moveTo>
                    <a:pt x="95" y="1"/>
                  </a:moveTo>
                  <a:cubicBezTo>
                    <a:pt x="43" y="1"/>
                    <a:pt x="1" y="44"/>
                    <a:pt x="1" y="95"/>
                  </a:cubicBezTo>
                  <a:cubicBezTo>
                    <a:pt x="1" y="146"/>
                    <a:pt x="43" y="188"/>
                    <a:pt x="95" y="188"/>
                  </a:cubicBezTo>
                  <a:cubicBezTo>
                    <a:pt x="146" y="188"/>
                    <a:pt x="188" y="146"/>
                    <a:pt x="188" y="95"/>
                  </a:cubicBezTo>
                  <a:cubicBezTo>
                    <a:pt x="188" y="44"/>
                    <a:pt x="146" y="1"/>
                    <a:pt x="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13" name="Google Shape;1513;p50"/>
            <p:cNvSpPr/>
            <p:nvPr/>
          </p:nvSpPr>
          <p:spPr>
            <a:xfrm>
              <a:off x="7543841" y="2810712"/>
              <a:ext cx="26965" cy="27109"/>
            </a:xfrm>
            <a:custGeom>
              <a:avLst/>
              <a:gdLst/>
              <a:ahLst/>
              <a:cxnLst/>
              <a:rect l="l" t="t" r="r" b="b"/>
              <a:pathLst>
                <a:path w="188" h="189" extrusionOk="0">
                  <a:moveTo>
                    <a:pt x="93" y="1"/>
                  </a:moveTo>
                  <a:cubicBezTo>
                    <a:pt x="42" y="1"/>
                    <a:pt x="0" y="44"/>
                    <a:pt x="0" y="95"/>
                  </a:cubicBezTo>
                  <a:cubicBezTo>
                    <a:pt x="0" y="146"/>
                    <a:pt x="42" y="188"/>
                    <a:pt x="93" y="188"/>
                  </a:cubicBezTo>
                  <a:cubicBezTo>
                    <a:pt x="145" y="188"/>
                    <a:pt x="187" y="146"/>
                    <a:pt x="187" y="95"/>
                  </a:cubicBezTo>
                  <a:cubicBezTo>
                    <a:pt x="187" y="44"/>
                    <a:pt x="145" y="1"/>
                    <a:pt x="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14" name="Google Shape;1514;p50"/>
            <p:cNvSpPr/>
            <p:nvPr/>
          </p:nvSpPr>
          <p:spPr>
            <a:xfrm>
              <a:off x="7593038" y="2810712"/>
              <a:ext cx="26965" cy="27109"/>
            </a:xfrm>
            <a:custGeom>
              <a:avLst/>
              <a:gdLst/>
              <a:ahLst/>
              <a:cxnLst/>
              <a:rect l="l" t="t" r="r" b="b"/>
              <a:pathLst>
                <a:path w="188" h="189" extrusionOk="0">
                  <a:moveTo>
                    <a:pt x="94" y="1"/>
                  </a:moveTo>
                  <a:cubicBezTo>
                    <a:pt x="42" y="1"/>
                    <a:pt x="0" y="44"/>
                    <a:pt x="0" y="95"/>
                  </a:cubicBezTo>
                  <a:cubicBezTo>
                    <a:pt x="0" y="146"/>
                    <a:pt x="43" y="188"/>
                    <a:pt x="94" y="188"/>
                  </a:cubicBezTo>
                  <a:cubicBezTo>
                    <a:pt x="146" y="188"/>
                    <a:pt x="187" y="146"/>
                    <a:pt x="187" y="95"/>
                  </a:cubicBezTo>
                  <a:cubicBezTo>
                    <a:pt x="187" y="44"/>
                    <a:pt x="146" y="1"/>
                    <a:pt x="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15" name="Google Shape;1515;p50"/>
            <p:cNvSpPr/>
            <p:nvPr/>
          </p:nvSpPr>
          <p:spPr>
            <a:xfrm>
              <a:off x="7642380" y="2810712"/>
              <a:ext cx="26965" cy="27109"/>
            </a:xfrm>
            <a:custGeom>
              <a:avLst/>
              <a:gdLst/>
              <a:ahLst/>
              <a:cxnLst/>
              <a:rect l="l" t="t" r="r" b="b"/>
              <a:pathLst>
                <a:path w="188" h="189" extrusionOk="0">
                  <a:moveTo>
                    <a:pt x="95" y="1"/>
                  </a:moveTo>
                  <a:cubicBezTo>
                    <a:pt x="42" y="1"/>
                    <a:pt x="1" y="44"/>
                    <a:pt x="1" y="95"/>
                  </a:cubicBezTo>
                  <a:cubicBezTo>
                    <a:pt x="1" y="146"/>
                    <a:pt x="42" y="188"/>
                    <a:pt x="95" y="188"/>
                  </a:cubicBezTo>
                  <a:cubicBezTo>
                    <a:pt x="147" y="188"/>
                    <a:pt x="188" y="146"/>
                    <a:pt x="188" y="95"/>
                  </a:cubicBezTo>
                  <a:cubicBezTo>
                    <a:pt x="188" y="44"/>
                    <a:pt x="147" y="1"/>
                    <a:pt x="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16" name="Google Shape;1516;p50"/>
            <p:cNvSpPr/>
            <p:nvPr/>
          </p:nvSpPr>
          <p:spPr>
            <a:xfrm>
              <a:off x="7642380" y="2971932"/>
              <a:ext cx="26965" cy="26966"/>
            </a:xfrm>
            <a:custGeom>
              <a:avLst/>
              <a:gdLst/>
              <a:ahLst/>
              <a:cxnLst/>
              <a:rect l="l" t="t" r="r" b="b"/>
              <a:pathLst>
                <a:path w="188" h="188" extrusionOk="0">
                  <a:moveTo>
                    <a:pt x="95" y="1"/>
                  </a:moveTo>
                  <a:cubicBezTo>
                    <a:pt x="44" y="3"/>
                    <a:pt x="1" y="44"/>
                    <a:pt x="1" y="95"/>
                  </a:cubicBezTo>
                  <a:cubicBezTo>
                    <a:pt x="1" y="145"/>
                    <a:pt x="42" y="188"/>
                    <a:pt x="95" y="188"/>
                  </a:cubicBezTo>
                  <a:cubicBezTo>
                    <a:pt x="145" y="188"/>
                    <a:pt x="188" y="147"/>
                    <a:pt x="188" y="95"/>
                  </a:cubicBezTo>
                  <a:cubicBezTo>
                    <a:pt x="188" y="43"/>
                    <a:pt x="147" y="1"/>
                    <a:pt x="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17" name="Google Shape;1517;p50"/>
            <p:cNvSpPr/>
            <p:nvPr/>
          </p:nvSpPr>
          <p:spPr>
            <a:xfrm>
              <a:off x="7591461" y="2971932"/>
              <a:ext cx="26965" cy="26966"/>
            </a:xfrm>
            <a:custGeom>
              <a:avLst/>
              <a:gdLst/>
              <a:ahLst/>
              <a:cxnLst/>
              <a:rect l="l" t="t" r="r" b="b"/>
              <a:pathLst>
                <a:path w="188" h="188" extrusionOk="0">
                  <a:moveTo>
                    <a:pt x="95" y="1"/>
                  </a:moveTo>
                  <a:cubicBezTo>
                    <a:pt x="42" y="3"/>
                    <a:pt x="1" y="44"/>
                    <a:pt x="1" y="95"/>
                  </a:cubicBezTo>
                  <a:cubicBezTo>
                    <a:pt x="1" y="145"/>
                    <a:pt x="42" y="188"/>
                    <a:pt x="95" y="188"/>
                  </a:cubicBezTo>
                  <a:cubicBezTo>
                    <a:pt x="145" y="188"/>
                    <a:pt x="188" y="147"/>
                    <a:pt x="188" y="95"/>
                  </a:cubicBezTo>
                  <a:cubicBezTo>
                    <a:pt x="188" y="43"/>
                    <a:pt x="146" y="1"/>
                    <a:pt x="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18" name="Google Shape;1518;p50"/>
            <p:cNvSpPr/>
            <p:nvPr/>
          </p:nvSpPr>
          <p:spPr>
            <a:xfrm>
              <a:off x="7542263" y="2971932"/>
              <a:ext cx="26965" cy="26966"/>
            </a:xfrm>
            <a:custGeom>
              <a:avLst/>
              <a:gdLst/>
              <a:ahLst/>
              <a:cxnLst/>
              <a:rect l="l" t="t" r="r" b="b"/>
              <a:pathLst>
                <a:path w="188" h="188" extrusionOk="0">
                  <a:moveTo>
                    <a:pt x="93" y="1"/>
                  </a:moveTo>
                  <a:cubicBezTo>
                    <a:pt x="42" y="3"/>
                    <a:pt x="0" y="44"/>
                    <a:pt x="0" y="95"/>
                  </a:cubicBezTo>
                  <a:cubicBezTo>
                    <a:pt x="0" y="145"/>
                    <a:pt x="42" y="188"/>
                    <a:pt x="93" y="188"/>
                  </a:cubicBezTo>
                  <a:cubicBezTo>
                    <a:pt x="145" y="188"/>
                    <a:pt x="187" y="147"/>
                    <a:pt x="187" y="95"/>
                  </a:cubicBezTo>
                  <a:cubicBezTo>
                    <a:pt x="187" y="43"/>
                    <a:pt x="146" y="1"/>
                    <a:pt x="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19" name="Google Shape;1519;p50"/>
            <p:cNvSpPr/>
            <p:nvPr/>
          </p:nvSpPr>
          <p:spPr>
            <a:xfrm>
              <a:off x="7492634" y="2971932"/>
              <a:ext cx="27109" cy="26966"/>
            </a:xfrm>
            <a:custGeom>
              <a:avLst/>
              <a:gdLst/>
              <a:ahLst/>
              <a:cxnLst/>
              <a:rect l="l" t="t" r="r" b="b"/>
              <a:pathLst>
                <a:path w="189" h="188" extrusionOk="0">
                  <a:moveTo>
                    <a:pt x="95" y="1"/>
                  </a:moveTo>
                  <a:cubicBezTo>
                    <a:pt x="43" y="3"/>
                    <a:pt x="1" y="44"/>
                    <a:pt x="1" y="95"/>
                  </a:cubicBezTo>
                  <a:cubicBezTo>
                    <a:pt x="1" y="145"/>
                    <a:pt x="43" y="188"/>
                    <a:pt x="95" y="188"/>
                  </a:cubicBezTo>
                  <a:cubicBezTo>
                    <a:pt x="145" y="188"/>
                    <a:pt x="188" y="147"/>
                    <a:pt x="188" y="95"/>
                  </a:cubicBezTo>
                  <a:cubicBezTo>
                    <a:pt x="188" y="43"/>
                    <a:pt x="147" y="1"/>
                    <a:pt x="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20" name="Google Shape;1520;p50"/>
            <p:cNvSpPr/>
            <p:nvPr/>
          </p:nvSpPr>
          <p:spPr>
            <a:xfrm>
              <a:off x="6546255" y="2563861"/>
              <a:ext cx="937045" cy="600849"/>
            </a:xfrm>
            <a:custGeom>
              <a:avLst/>
              <a:gdLst/>
              <a:ahLst/>
              <a:cxnLst/>
              <a:rect l="l" t="t" r="r" b="b"/>
              <a:pathLst>
                <a:path w="6533" h="4189" extrusionOk="0">
                  <a:moveTo>
                    <a:pt x="0" y="0"/>
                  </a:moveTo>
                  <a:lnTo>
                    <a:pt x="0" y="4189"/>
                  </a:lnTo>
                  <a:lnTo>
                    <a:pt x="6533" y="4189"/>
                  </a:lnTo>
                  <a:lnTo>
                    <a:pt x="65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21" name="Google Shape;1521;p50"/>
            <p:cNvSpPr/>
            <p:nvPr/>
          </p:nvSpPr>
          <p:spPr>
            <a:xfrm>
              <a:off x="7045120" y="2832083"/>
              <a:ext cx="85486" cy="33994"/>
            </a:xfrm>
            <a:custGeom>
              <a:avLst/>
              <a:gdLst/>
              <a:ahLst/>
              <a:cxnLst/>
              <a:rect l="l" t="t" r="r" b="b"/>
              <a:pathLst>
                <a:path w="596" h="237" extrusionOk="0">
                  <a:moveTo>
                    <a:pt x="1" y="1"/>
                  </a:moveTo>
                  <a:lnTo>
                    <a:pt x="1" y="237"/>
                  </a:lnTo>
                  <a:lnTo>
                    <a:pt x="595" y="237"/>
                  </a:lnTo>
                  <a:lnTo>
                    <a:pt x="5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22" name="Google Shape;1522;p50"/>
            <p:cNvSpPr/>
            <p:nvPr/>
          </p:nvSpPr>
          <p:spPr>
            <a:xfrm>
              <a:off x="7071368" y="2865934"/>
              <a:ext cx="29404" cy="34138"/>
            </a:xfrm>
            <a:custGeom>
              <a:avLst/>
              <a:gdLst/>
              <a:ahLst/>
              <a:cxnLst/>
              <a:rect l="l" t="t" r="r" b="b"/>
              <a:pathLst>
                <a:path w="205" h="238" extrusionOk="0">
                  <a:moveTo>
                    <a:pt x="1" y="1"/>
                  </a:moveTo>
                  <a:lnTo>
                    <a:pt x="1" y="237"/>
                  </a:lnTo>
                  <a:lnTo>
                    <a:pt x="205" y="237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23" name="Google Shape;1523;p50"/>
            <p:cNvSpPr/>
            <p:nvPr/>
          </p:nvSpPr>
          <p:spPr>
            <a:xfrm>
              <a:off x="6812469" y="2832083"/>
              <a:ext cx="85629" cy="33994"/>
            </a:xfrm>
            <a:custGeom>
              <a:avLst/>
              <a:gdLst/>
              <a:ahLst/>
              <a:cxnLst/>
              <a:rect l="l" t="t" r="r" b="b"/>
              <a:pathLst>
                <a:path w="597" h="237" extrusionOk="0">
                  <a:moveTo>
                    <a:pt x="1" y="1"/>
                  </a:moveTo>
                  <a:lnTo>
                    <a:pt x="1" y="237"/>
                  </a:lnTo>
                  <a:lnTo>
                    <a:pt x="596" y="237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24" name="Google Shape;1524;p50"/>
            <p:cNvSpPr/>
            <p:nvPr/>
          </p:nvSpPr>
          <p:spPr>
            <a:xfrm>
              <a:off x="6838718" y="2865934"/>
              <a:ext cx="29547" cy="34138"/>
            </a:xfrm>
            <a:custGeom>
              <a:avLst/>
              <a:gdLst/>
              <a:ahLst/>
              <a:cxnLst/>
              <a:rect l="l" t="t" r="r" b="b"/>
              <a:pathLst>
                <a:path w="206" h="238" extrusionOk="0">
                  <a:moveTo>
                    <a:pt x="0" y="1"/>
                  </a:moveTo>
                  <a:lnTo>
                    <a:pt x="0" y="237"/>
                  </a:lnTo>
                  <a:lnTo>
                    <a:pt x="206" y="237"/>
                  </a:lnTo>
                  <a:lnTo>
                    <a:pt x="2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25" name="Google Shape;1525;p50"/>
            <p:cNvSpPr/>
            <p:nvPr/>
          </p:nvSpPr>
          <p:spPr>
            <a:xfrm>
              <a:off x="6577811" y="2832083"/>
              <a:ext cx="85629" cy="33994"/>
            </a:xfrm>
            <a:custGeom>
              <a:avLst/>
              <a:gdLst/>
              <a:ahLst/>
              <a:cxnLst/>
              <a:rect l="l" t="t" r="r" b="b"/>
              <a:pathLst>
                <a:path w="597" h="237" extrusionOk="0">
                  <a:moveTo>
                    <a:pt x="0" y="1"/>
                  </a:moveTo>
                  <a:lnTo>
                    <a:pt x="0" y="237"/>
                  </a:lnTo>
                  <a:lnTo>
                    <a:pt x="596" y="237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26" name="Google Shape;1526;p50"/>
            <p:cNvSpPr/>
            <p:nvPr/>
          </p:nvSpPr>
          <p:spPr>
            <a:xfrm>
              <a:off x="6603916" y="2865934"/>
              <a:ext cx="29404" cy="34138"/>
            </a:xfrm>
            <a:custGeom>
              <a:avLst/>
              <a:gdLst/>
              <a:ahLst/>
              <a:cxnLst/>
              <a:rect l="l" t="t" r="r" b="b"/>
              <a:pathLst>
                <a:path w="205" h="238" extrusionOk="0">
                  <a:moveTo>
                    <a:pt x="0" y="1"/>
                  </a:moveTo>
                  <a:lnTo>
                    <a:pt x="0" y="237"/>
                  </a:lnTo>
                  <a:lnTo>
                    <a:pt x="204" y="237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27" name="Google Shape;1527;p50"/>
            <p:cNvSpPr/>
            <p:nvPr/>
          </p:nvSpPr>
          <p:spPr>
            <a:xfrm>
              <a:off x="7162592" y="2563861"/>
              <a:ext cx="31555" cy="600849"/>
            </a:xfrm>
            <a:custGeom>
              <a:avLst/>
              <a:gdLst/>
              <a:ahLst/>
              <a:cxnLst/>
              <a:rect l="l" t="t" r="r" b="b"/>
              <a:pathLst>
                <a:path w="220" h="4189" extrusionOk="0">
                  <a:moveTo>
                    <a:pt x="1" y="0"/>
                  </a:moveTo>
                  <a:lnTo>
                    <a:pt x="1" y="4189"/>
                  </a:lnTo>
                  <a:lnTo>
                    <a:pt x="220" y="4189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28" name="Google Shape;1528;p50"/>
            <p:cNvSpPr/>
            <p:nvPr/>
          </p:nvSpPr>
          <p:spPr>
            <a:xfrm>
              <a:off x="6983300" y="2563861"/>
              <a:ext cx="31555" cy="600849"/>
            </a:xfrm>
            <a:custGeom>
              <a:avLst/>
              <a:gdLst/>
              <a:ahLst/>
              <a:cxnLst/>
              <a:rect l="l" t="t" r="r" b="b"/>
              <a:pathLst>
                <a:path w="220" h="4189" extrusionOk="0">
                  <a:moveTo>
                    <a:pt x="1" y="0"/>
                  </a:moveTo>
                  <a:lnTo>
                    <a:pt x="1" y="4189"/>
                  </a:lnTo>
                  <a:lnTo>
                    <a:pt x="220" y="4189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29" name="Google Shape;1529;p50"/>
            <p:cNvSpPr/>
            <p:nvPr/>
          </p:nvSpPr>
          <p:spPr>
            <a:xfrm>
              <a:off x="6694280" y="2563861"/>
              <a:ext cx="31555" cy="600849"/>
            </a:xfrm>
            <a:custGeom>
              <a:avLst/>
              <a:gdLst/>
              <a:ahLst/>
              <a:cxnLst/>
              <a:rect l="l" t="t" r="r" b="b"/>
              <a:pathLst>
                <a:path w="220" h="4189" extrusionOk="0">
                  <a:moveTo>
                    <a:pt x="0" y="0"/>
                  </a:moveTo>
                  <a:lnTo>
                    <a:pt x="0" y="4189"/>
                  </a:lnTo>
                  <a:lnTo>
                    <a:pt x="219" y="4189"/>
                  </a:lnTo>
                  <a:lnTo>
                    <a:pt x="21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30" name="Google Shape;1530;p50"/>
            <p:cNvSpPr/>
            <p:nvPr/>
          </p:nvSpPr>
          <p:spPr>
            <a:xfrm>
              <a:off x="7381330" y="3075922"/>
              <a:ext cx="55508" cy="52354"/>
            </a:xfrm>
            <a:custGeom>
              <a:avLst/>
              <a:gdLst/>
              <a:ahLst/>
              <a:cxnLst/>
              <a:rect l="l" t="t" r="r" b="b"/>
              <a:pathLst>
                <a:path w="387" h="365" extrusionOk="0">
                  <a:moveTo>
                    <a:pt x="324" y="1"/>
                  </a:moveTo>
                  <a:lnTo>
                    <a:pt x="1" y="324"/>
                  </a:lnTo>
                  <a:cubicBezTo>
                    <a:pt x="41" y="351"/>
                    <a:pt x="87" y="364"/>
                    <a:pt x="132" y="364"/>
                  </a:cubicBezTo>
                  <a:cubicBezTo>
                    <a:pt x="192" y="364"/>
                    <a:pt x="251" y="341"/>
                    <a:pt x="297" y="296"/>
                  </a:cubicBezTo>
                  <a:cubicBezTo>
                    <a:pt x="377" y="216"/>
                    <a:pt x="387" y="91"/>
                    <a:pt x="3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31" name="Google Shape;1531;p50"/>
            <p:cNvSpPr/>
            <p:nvPr/>
          </p:nvSpPr>
          <p:spPr>
            <a:xfrm>
              <a:off x="7363831" y="3061435"/>
              <a:ext cx="55652" cy="52354"/>
            </a:xfrm>
            <a:custGeom>
              <a:avLst/>
              <a:gdLst/>
              <a:ahLst/>
              <a:cxnLst/>
              <a:rect l="l" t="t" r="r" b="b"/>
              <a:pathLst>
                <a:path w="388" h="365" extrusionOk="0">
                  <a:moveTo>
                    <a:pt x="256" y="1"/>
                  </a:moveTo>
                  <a:cubicBezTo>
                    <a:pt x="196" y="1"/>
                    <a:pt x="136" y="23"/>
                    <a:pt x="91" y="69"/>
                  </a:cubicBezTo>
                  <a:cubicBezTo>
                    <a:pt x="10" y="149"/>
                    <a:pt x="1" y="274"/>
                    <a:pt x="64" y="365"/>
                  </a:cubicBezTo>
                  <a:lnTo>
                    <a:pt x="388" y="42"/>
                  </a:lnTo>
                  <a:cubicBezTo>
                    <a:pt x="348" y="14"/>
                    <a:pt x="302" y="1"/>
                    <a:pt x="2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32" name="Google Shape;1532;p50"/>
            <p:cNvSpPr/>
            <p:nvPr/>
          </p:nvSpPr>
          <p:spPr>
            <a:xfrm>
              <a:off x="7372867" y="3067316"/>
              <a:ext cx="55222" cy="55079"/>
            </a:xfrm>
            <a:custGeom>
              <a:avLst/>
              <a:gdLst/>
              <a:ahLst/>
              <a:cxnLst/>
              <a:rect l="l" t="t" r="r" b="b"/>
              <a:pathLst>
                <a:path w="385" h="384" extrusionOk="0">
                  <a:moveTo>
                    <a:pt x="325" y="1"/>
                  </a:moveTo>
                  <a:lnTo>
                    <a:pt x="1" y="324"/>
                  </a:lnTo>
                  <a:cubicBezTo>
                    <a:pt x="8" y="336"/>
                    <a:pt x="18" y="346"/>
                    <a:pt x="28" y="357"/>
                  </a:cubicBezTo>
                  <a:cubicBezTo>
                    <a:pt x="38" y="368"/>
                    <a:pt x="49" y="376"/>
                    <a:pt x="61" y="384"/>
                  </a:cubicBezTo>
                  <a:lnTo>
                    <a:pt x="385" y="61"/>
                  </a:lnTo>
                  <a:cubicBezTo>
                    <a:pt x="376" y="49"/>
                    <a:pt x="369" y="38"/>
                    <a:pt x="358" y="28"/>
                  </a:cubicBezTo>
                  <a:cubicBezTo>
                    <a:pt x="347" y="17"/>
                    <a:pt x="336" y="8"/>
                    <a:pt x="3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33" name="Google Shape;1533;p50"/>
            <p:cNvSpPr/>
            <p:nvPr/>
          </p:nvSpPr>
          <p:spPr>
            <a:xfrm>
              <a:off x="7315493" y="2608900"/>
              <a:ext cx="55652" cy="52354"/>
            </a:xfrm>
            <a:custGeom>
              <a:avLst/>
              <a:gdLst/>
              <a:ahLst/>
              <a:cxnLst/>
              <a:rect l="l" t="t" r="r" b="b"/>
              <a:pathLst>
                <a:path w="388" h="365" extrusionOk="0">
                  <a:moveTo>
                    <a:pt x="325" y="1"/>
                  </a:moveTo>
                  <a:lnTo>
                    <a:pt x="1" y="324"/>
                  </a:lnTo>
                  <a:cubicBezTo>
                    <a:pt x="41" y="351"/>
                    <a:pt x="88" y="364"/>
                    <a:pt x="134" y="364"/>
                  </a:cubicBezTo>
                  <a:cubicBezTo>
                    <a:pt x="194" y="364"/>
                    <a:pt x="253" y="342"/>
                    <a:pt x="298" y="296"/>
                  </a:cubicBezTo>
                  <a:cubicBezTo>
                    <a:pt x="378" y="216"/>
                    <a:pt x="388" y="91"/>
                    <a:pt x="3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34" name="Google Shape;1534;p50"/>
            <p:cNvSpPr/>
            <p:nvPr/>
          </p:nvSpPr>
          <p:spPr>
            <a:xfrm>
              <a:off x="7297994" y="2594413"/>
              <a:ext cx="55795" cy="52210"/>
            </a:xfrm>
            <a:custGeom>
              <a:avLst/>
              <a:gdLst/>
              <a:ahLst/>
              <a:cxnLst/>
              <a:rect l="l" t="t" r="r" b="b"/>
              <a:pathLst>
                <a:path w="389" h="364" extrusionOk="0">
                  <a:moveTo>
                    <a:pt x="257" y="0"/>
                  </a:moveTo>
                  <a:cubicBezTo>
                    <a:pt x="197" y="0"/>
                    <a:pt x="136" y="23"/>
                    <a:pt x="91" y="69"/>
                  </a:cubicBezTo>
                  <a:cubicBezTo>
                    <a:pt x="11" y="149"/>
                    <a:pt x="1" y="274"/>
                    <a:pt x="64" y="364"/>
                  </a:cubicBezTo>
                  <a:lnTo>
                    <a:pt x="388" y="40"/>
                  </a:lnTo>
                  <a:cubicBezTo>
                    <a:pt x="349" y="13"/>
                    <a:pt x="303" y="0"/>
                    <a:pt x="2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35" name="Google Shape;1535;p50"/>
            <p:cNvSpPr/>
            <p:nvPr/>
          </p:nvSpPr>
          <p:spPr>
            <a:xfrm>
              <a:off x="7307174" y="2600294"/>
              <a:ext cx="55078" cy="55079"/>
            </a:xfrm>
            <a:custGeom>
              <a:avLst/>
              <a:gdLst/>
              <a:ahLst/>
              <a:cxnLst/>
              <a:rect l="l" t="t" r="r" b="b"/>
              <a:pathLst>
                <a:path w="384" h="384" extrusionOk="0">
                  <a:moveTo>
                    <a:pt x="324" y="1"/>
                  </a:moveTo>
                  <a:lnTo>
                    <a:pt x="0" y="324"/>
                  </a:lnTo>
                  <a:cubicBezTo>
                    <a:pt x="9" y="336"/>
                    <a:pt x="17" y="346"/>
                    <a:pt x="27" y="357"/>
                  </a:cubicBezTo>
                  <a:cubicBezTo>
                    <a:pt x="37" y="368"/>
                    <a:pt x="48" y="376"/>
                    <a:pt x="61" y="384"/>
                  </a:cubicBezTo>
                  <a:lnTo>
                    <a:pt x="384" y="61"/>
                  </a:lnTo>
                  <a:cubicBezTo>
                    <a:pt x="376" y="49"/>
                    <a:pt x="368" y="38"/>
                    <a:pt x="357" y="28"/>
                  </a:cubicBezTo>
                  <a:cubicBezTo>
                    <a:pt x="347" y="17"/>
                    <a:pt x="335" y="8"/>
                    <a:pt x="3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36" name="Google Shape;1536;p50"/>
            <p:cNvSpPr/>
            <p:nvPr/>
          </p:nvSpPr>
          <p:spPr>
            <a:xfrm>
              <a:off x="7249944" y="3075922"/>
              <a:ext cx="55508" cy="52354"/>
            </a:xfrm>
            <a:custGeom>
              <a:avLst/>
              <a:gdLst/>
              <a:ahLst/>
              <a:cxnLst/>
              <a:rect l="l" t="t" r="r" b="b"/>
              <a:pathLst>
                <a:path w="387" h="365" extrusionOk="0">
                  <a:moveTo>
                    <a:pt x="323" y="1"/>
                  </a:moveTo>
                  <a:lnTo>
                    <a:pt x="0" y="324"/>
                  </a:lnTo>
                  <a:cubicBezTo>
                    <a:pt x="40" y="351"/>
                    <a:pt x="86" y="364"/>
                    <a:pt x="132" y="364"/>
                  </a:cubicBezTo>
                  <a:cubicBezTo>
                    <a:pt x="192" y="364"/>
                    <a:pt x="251" y="341"/>
                    <a:pt x="296" y="296"/>
                  </a:cubicBezTo>
                  <a:cubicBezTo>
                    <a:pt x="377" y="216"/>
                    <a:pt x="386" y="91"/>
                    <a:pt x="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37" name="Google Shape;1537;p50"/>
            <p:cNvSpPr/>
            <p:nvPr/>
          </p:nvSpPr>
          <p:spPr>
            <a:xfrm>
              <a:off x="7232445" y="3061435"/>
              <a:ext cx="55508" cy="52354"/>
            </a:xfrm>
            <a:custGeom>
              <a:avLst/>
              <a:gdLst/>
              <a:ahLst/>
              <a:cxnLst/>
              <a:rect l="l" t="t" r="r" b="b"/>
              <a:pathLst>
                <a:path w="387" h="365" extrusionOk="0">
                  <a:moveTo>
                    <a:pt x="254" y="1"/>
                  </a:moveTo>
                  <a:cubicBezTo>
                    <a:pt x="195" y="1"/>
                    <a:pt x="135" y="23"/>
                    <a:pt x="90" y="69"/>
                  </a:cubicBezTo>
                  <a:cubicBezTo>
                    <a:pt x="10" y="149"/>
                    <a:pt x="0" y="274"/>
                    <a:pt x="63" y="365"/>
                  </a:cubicBezTo>
                  <a:lnTo>
                    <a:pt x="386" y="42"/>
                  </a:lnTo>
                  <a:cubicBezTo>
                    <a:pt x="347" y="14"/>
                    <a:pt x="300" y="1"/>
                    <a:pt x="2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38" name="Google Shape;1538;p50"/>
            <p:cNvSpPr/>
            <p:nvPr/>
          </p:nvSpPr>
          <p:spPr>
            <a:xfrm>
              <a:off x="7241338" y="3067316"/>
              <a:ext cx="55222" cy="55079"/>
            </a:xfrm>
            <a:custGeom>
              <a:avLst/>
              <a:gdLst/>
              <a:ahLst/>
              <a:cxnLst/>
              <a:rect l="l" t="t" r="r" b="b"/>
              <a:pathLst>
                <a:path w="385" h="384" extrusionOk="0">
                  <a:moveTo>
                    <a:pt x="324" y="1"/>
                  </a:moveTo>
                  <a:lnTo>
                    <a:pt x="0" y="324"/>
                  </a:lnTo>
                  <a:cubicBezTo>
                    <a:pt x="9" y="336"/>
                    <a:pt x="19" y="346"/>
                    <a:pt x="27" y="357"/>
                  </a:cubicBezTo>
                  <a:cubicBezTo>
                    <a:pt x="38" y="368"/>
                    <a:pt x="48" y="376"/>
                    <a:pt x="61" y="384"/>
                  </a:cubicBezTo>
                  <a:lnTo>
                    <a:pt x="384" y="61"/>
                  </a:lnTo>
                  <a:cubicBezTo>
                    <a:pt x="377" y="49"/>
                    <a:pt x="368" y="38"/>
                    <a:pt x="357" y="28"/>
                  </a:cubicBezTo>
                  <a:cubicBezTo>
                    <a:pt x="347" y="17"/>
                    <a:pt x="335" y="8"/>
                    <a:pt x="3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39" name="Google Shape;1539;p50"/>
            <p:cNvSpPr/>
            <p:nvPr/>
          </p:nvSpPr>
          <p:spPr>
            <a:xfrm>
              <a:off x="7070651" y="3075922"/>
              <a:ext cx="55508" cy="52354"/>
            </a:xfrm>
            <a:custGeom>
              <a:avLst/>
              <a:gdLst/>
              <a:ahLst/>
              <a:cxnLst/>
              <a:rect l="l" t="t" r="r" b="b"/>
              <a:pathLst>
                <a:path w="387" h="365" extrusionOk="0">
                  <a:moveTo>
                    <a:pt x="323" y="1"/>
                  </a:moveTo>
                  <a:lnTo>
                    <a:pt x="0" y="324"/>
                  </a:lnTo>
                  <a:cubicBezTo>
                    <a:pt x="40" y="351"/>
                    <a:pt x="85" y="364"/>
                    <a:pt x="131" y="364"/>
                  </a:cubicBezTo>
                  <a:cubicBezTo>
                    <a:pt x="191" y="364"/>
                    <a:pt x="250" y="341"/>
                    <a:pt x="296" y="296"/>
                  </a:cubicBezTo>
                  <a:cubicBezTo>
                    <a:pt x="377" y="216"/>
                    <a:pt x="386" y="91"/>
                    <a:pt x="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40" name="Google Shape;1540;p50"/>
            <p:cNvSpPr/>
            <p:nvPr/>
          </p:nvSpPr>
          <p:spPr>
            <a:xfrm>
              <a:off x="7053152" y="3061435"/>
              <a:ext cx="55508" cy="52354"/>
            </a:xfrm>
            <a:custGeom>
              <a:avLst/>
              <a:gdLst/>
              <a:ahLst/>
              <a:cxnLst/>
              <a:rect l="l" t="t" r="r" b="b"/>
              <a:pathLst>
                <a:path w="387" h="365" extrusionOk="0">
                  <a:moveTo>
                    <a:pt x="254" y="1"/>
                  </a:moveTo>
                  <a:cubicBezTo>
                    <a:pt x="194" y="1"/>
                    <a:pt x="135" y="23"/>
                    <a:pt x="90" y="69"/>
                  </a:cubicBezTo>
                  <a:cubicBezTo>
                    <a:pt x="10" y="149"/>
                    <a:pt x="0" y="274"/>
                    <a:pt x="63" y="365"/>
                  </a:cubicBezTo>
                  <a:lnTo>
                    <a:pt x="386" y="42"/>
                  </a:lnTo>
                  <a:cubicBezTo>
                    <a:pt x="346" y="14"/>
                    <a:pt x="300" y="1"/>
                    <a:pt x="2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41" name="Google Shape;1541;p50"/>
            <p:cNvSpPr/>
            <p:nvPr/>
          </p:nvSpPr>
          <p:spPr>
            <a:xfrm>
              <a:off x="7062045" y="3067316"/>
              <a:ext cx="55078" cy="55079"/>
            </a:xfrm>
            <a:custGeom>
              <a:avLst/>
              <a:gdLst/>
              <a:ahLst/>
              <a:cxnLst/>
              <a:rect l="l" t="t" r="r" b="b"/>
              <a:pathLst>
                <a:path w="384" h="384" extrusionOk="0">
                  <a:moveTo>
                    <a:pt x="323" y="1"/>
                  </a:moveTo>
                  <a:lnTo>
                    <a:pt x="0" y="324"/>
                  </a:lnTo>
                  <a:cubicBezTo>
                    <a:pt x="8" y="336"/>
                    <a:pt x="16" y="346"/>
                    <a:pt x="27" y="357"/>
                  </a:cubicBezTo>
                  <a:cubicBezTo>
                    <a:pt x="37" y="368"/>
                    <a:pt x="48" y="376"/>
                    <a:pt x="60" y="384"/>
                  </a:cubicBezTo>
                  <a:lnTo>
                    <a:pt x="383" y="61"/>
                  </a:lnTo>
                  <a:cubicBezTo>
                    <a:pt x="376" y="49"/>
                    <a:pt x="366" y="38"/>
                    <a:pt x="356" y="28"/>
                  </a:cubicBezTo>
                  <a:cubicBezTo>
                    <a:pt x="346" y="17"/>
                    <a:pt x="335" y="8"/>
                    <a:pt x="3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42" name="Google Shape;1542;p50"/>
            <p:cNvSpPr/>
            <p:nvPr/>
          </p:nvSpPr>
          <p:spPr>
            <a:xfrm>
              <a:off x="7070651" y="2608900"/>
              <a:ext cx="55508" cy="52354"/>
            </a:xfrm>
            <a:custGeom>
              <a:avLst/>
              <a:gdLst/>
              <a:ahLst/>
              <a:cxnLst/>
              <a:rect l="l" t="t" r="r" b="b"/>
              <a:pathLst>
                <a:path w="387" h="365" extrusionOk="0">
                  <a:moveTo>
                    <a:pt x="323" y="1"/>
                  </a:moveTo>
                  <a:lnTo>
                    <a:pt x="0" y="324"/>
                  </a:lnTo>
                  <a:cubicBezTo>
                    <a:pt x="40" y="351"/>
                    <a:pt x="86" y="364"/>
                    <a:pt x="132" y="364"/>
                  </a:cubicBezTo>
                  <a:cubicBezTo>
                    <a:pt x="191" y="364"/>
                    <a:pt x="251" y="342"/>
                    <a:pt x="296" y="296"/>
                  </a:cubicBezTo>
                  <a:cubicBezTo>
                    <a:pt x="377" y="216"/>
                    <a:pt x="386" y="91"/>
                    <a:pt x="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43" name="Google Shape;1543;p50"/>
            <p:cNvSpPr/>
            <p:nvPr/>
          </p:nvSpPr>
          <p:spPr>
            <a:xfrm>
              <a:off x="7053152" y="2594413"/>
              <a:ext cx="55508" cy="52210"/>
            </a:xfrm>
            <a:custGeom>
              <a:avLst/>
              <a:gdLst/>
              <a:ahLst/>
              <a:cxnLst/>
              <a:rect l="l" t="t" r="r" b="b"/>
              <a:pathLst>
                <a:path w="387" h="364" extrusionOk="0">
                  <a:moveTo>
                    <a:pt x="255" y="0"/>
                  </a:moveTo>
                  <a:cubicBezTo>
                    <a:pt x="195" y="0"/>
                    <a:pt x="136" y="23"/>
                    <a:pt x="90" y="69"/>
                  </a:cubicBezTo>
                  <a:cubicBezTo>
                    <a:pt x="10" y="149"/>
                    <a:pt x="0" y="274"/>
                    <a:pt x="63" y="364"/>
                  </a:cubicBezTo>
                  <a:lnTo>
                    <a:pt x="386" y="40"/>
                  </a:lnTo>
                  <a:cubicBezTo>
                    <a:pt x="347" y="13"/>
                    <a:pt x="301" y="0"/>
                    <a:pt x="2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44" name="Google Shape;1544;p50"/>
            <p:cNvSpPr/>
            <p:nvPr/>
          </p:nvSpPr>
          <p:spPr>
            <a:xfrm>
              <a:off x="7062045" y="2600294"/>
              <a:ext cx="55078" cy="55079"/>
            </a:xfrm>
            <a:custGeom>
              <a:avLst/>
              <a:gdLst/>
              <a:ahLst/>
              <a:cxnLst/>
              <a:rect l="l" t="t" r="r" b="b"/>
              <a:pathLst>
                <a:path w="384" h="384" extrusionOk="0">
                  <a:moveTo>
                    <a:pt x="323" y="1"/>
                  </a:moveTo>
                  <a:lnTo>
                    <a:pt x="0" y="324"/>
                  </a:lnTo>
                  <a:cubicBezTo>
                    <a:pt x="8" y="336"/>
                    <a:pt x="16" y="346"/>
                    <a:pt x="27" y="357"/>
                  </a:cubicBezTo>
                  <a:cubicBezTo>
                    <a:pt x="37" y="368"/>
                    <a:pt x="48" y="376"/>
                    <a:pt x="60" y="384"/>
                  </a:cubicBezTo>
                  <a:lnTo>
                    <a:pt x="383" y="61"/>
                  </a:lnTo>
                  <a:cubicBezTo>
                    <a:pt x="376" y="49"/>
                    <a:pt x="366" y="38"/>
                    <a:pt x="356" y="28"/>
                  </a:cubicBezTo>
                  <a:cubicBezTo>
                    <a:pt x="346" y="17"/>
                    <a:pt x="335" y="8"/>
                    <a:pt x="3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45" name="Google Shape;1545;p50"/>
            <p:cNvSpPr/>
            <p:nvPr/>
          </p:nvSpPr>
          <p:spPr>
            <a:xfrm>
              <a:off x="6601478" y="3075922"/>
              <a:ext cx="55508" cy="52354"/>
            </a:xfrm>
            <a:custGeom>
              <a:avLst/>
              <a:gdLst/>
              <a:ahLst/>
              <a:cxnLst/>
              <a:rect l="l" t="t" r="r" b="b"/>
              <a:pathLst>
                <a:path w="387" h="365" extrusionOk="0">
                  <a:moveTo>
                    <a:pt x="324" y="1"/>
                  </a:moveTo>
                  <a:lnTo>
                    <a:pt x="0" y="324"/>
                  </a:lnTo>
                  <a:cubicBezTo>
                    <a:pt x="40" y="351"/>
                    <a:pt x="86" y="364"/>
                    <a:pt x="132" y="364"/>
                  </a:cubicBezTo>
                  <a:cubicBezTo>
                    <a:pt x="192" y="364"/>
                    <a:pt x="252" y="341"/>
                    <a:pt x="297" y="296"/>
                  </a:cubicBezTo>
                  <a:cubicBezTo>
                    <a:pt x="378" y="216"/>
                    <a:pt x="386" y="91"/>
                    <a:pt x="3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46" name="Google Shape;1546;p50"/>
            <p:cNvSpPr/>
            <p:nvPr/>
          </p:nvSpPr>
          <p:spPr>
            <a:xfrm>
              <a:off x="6583979" y="3061435"/>
              <a:ext cx="55652" cy="52354"/>
            </a:xfrm>
            <a:custGeom>
              <a:avLst/>
              <a:gdLst/>
              <a:ahLst/>
              <a:cxnLst/>
              <a:rect l="l" t="t" r="r" b="b"/>
              <a:pathLst>
                <a:path w="388" h="365" extrusionOk="0">
                  <a:moveTo>
                    <a:pt x="255" y="1"/>
                  </a:moveTo>
                  <a:cubicBezTo>
                    <a:pt x="195" y="1"/>
                    <a:pt x="136" y="23"/>
                    <a:pt x="90" y="69"/>
                  </a:cubicBezTo>
                  <a:cubicBezTo>
                    <a:pt x="10" y="149"/>
                    <a:pt x="0" y="274"/>
                    <a:pt x="63" y="365"/>
                  </a:cubicBezTo>
                  <a:lnTo>
                    <a:pt x="387" y="42"/>
                  </a:lnTo>
                  <a:cubicBezTo>
                    <a:pt x="347" y="14"/>
                    <a:pt x="301" y="1"/>
                    <a:pt x="2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47" name="Google Shape;1547;p50"/>
            <p:cNvSpPr/>
            <p:nvPr/>
          </p:nvSpPr>
          <p:spPr>
            <a:xfrm>
              <a:off x="6593015" y="3067316"/>
              <a:ext cx="55222" cy="55079"/>
            </a:xfrm>
            <a:custGeom>
              <a:avLst/>
              <a:gdLst/>
              <a:ahLst/>
              <a:cxnLst/>
              <a:rect l="l" t="t" r="r" b="b"/>
              <a:pathLst>
                <a:path w="385" h="384" extrusionOk="0">
                  <a:moveTo>
                    <a:pt x="324" y="1"/>
                  </a:moveTo>
                  <a:lnTo>
                    <a:pt x="0" y="324"/>
                  </a:lnTo>
                  <a:cubicBezTo>
                    <a:pt x="9" y="336"/>
                    <a:pt x="16" y="346"/>
                    <a:pt x="27" y="357"/>
                  </a:cubicBezTo>
                  <a:cubicBezTo>
                    <a:pt x="38" y="368"/>
                    <a:pt x="48" y="376"/>
                    <a:pt x="60" y="384"/>
                  </a:cubicBezTo>
                  <a:lnTo>
                    <a:pt x="384" y="61"/>
                  </a:lnTo>
                  <a:cubicBezTo>
                    <a:pt x="376" y="49"/>
                    <a:pt x="367" y="38"/>
                    <a:pt x="357" y="28"/>
                  </a:cubicBezTo>
                  <a:cubicBezTo>
                    <a:pt x="347" y="17"/>
                    <a:pt x="335" y="8"/>
                    <a:pt x="3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48" name="Google Shape;1548;p50"/>
            <p:cNvSpPr/>
            <p:nvPr/>
          </p:nvSpPr>
          <p:spPr>
            <a:xfrm>
              <a:off x="6601478" y="2609043"/>
              <a:ext cx="55508" cy="52354"/>
            </a:xfrm>
            <a:custGeom>
              <a:avLst/>
              <a:gdLst/>
              <a:ahLst/>
              <a:cxnLst/>
              <a:rect l="l" t="t" r="r" b="b"/>
              <a:pathLst>
                <a:path w="387" h="365" extrusionOk="0">
                  <a:moveTo>
                    <a:pt x="324" y="1"/>
                  </a:moveTo>
                  <a:lnTo>
                    <a:pt x="0" y="325"/>
                  </a:lnTo>
                  <a:cubicBezTo>
                    <a:pt x="40" y="351"/>
                    <a:pt x="86" y="364"/>
                    <a:pt x="132" y="364"/>
                  </a:cubicBezTo>
                  <a:cubicBezTo>
                    <a:pt x="192" y="364"/>
                    <a:pt x="252" y="341"/>
                    <a:pt x="297" y="296"/>
                  </a:cubicBezTo>
                  <a:cubicBezTo>
                    <a:pt x="378" y="216"/>
                    <a:pt x="386" y="91"/>
                    <a:pt x="3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49" name="Google Shape;1549;p50"/>
            <p:cNvSpPr/>
            <p:nvPr/>
          </p:nvSpPr>
          <p:spPr>
            <a:xfrm>
              <a:off x="6583979" y="2594556"/>
              <a:ext cx="55652" cy="52210"/>
            </a:xfrm>
            <a:custGeom>
              <a:avLst/>
              <a:gdLst/>
              <a:ahLst/>
              <a:cxnLst/>
              <a:rect l="l" t="t" r="r" b="b"/>
              <a:pathLst>
                <a:path w="388" h="364" extrusionOk="0">
                  <a:moveTo>
                    <a:pt x="255" y="0"/>
                  </a:moveTo>
                  <a:cubicBezTo>
                    <a:pt x="195" y="0"/>
                    <a:pt x="136" y="23"/>
                    <a:pt x="90" y="69"/>
                  </a:cubicBezTo>
                  <a:cubicBezTo>
                    <a:pt x="10" y="149"/>
                    <a:pt x="0" y="274"/>
                    <a:pt x="63" y="364"/>
                  </a:cubicBezTo>
                  <a:lnTo>
                    <a:pt x="387" y="41"/>
                  </a:lnTo>
                  <a:cubicBezTo>
                    <a:pt x="347" y="14"/>
                    <a:pt x="301" y="0"/>
                    <a:pt x="2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50" name="Google Shape;1550;p50"/>
            <p:cNvSpPr/>
            <p:nvPr/>
          </p:nvSpPr>
          <p:spPr>
            <a:xfrm>
              <a:off x="6593015" y="2600294"/>
              <a:ext cx="55222" cy="55079"/>
            </a:xfrm>
            <a:custGeom>
              <a:avLst/>
              <a:gdLst/>
              <a:ahLst/>
              <a:cxnLst/>
              <a:rect l="l" t="t" r="r" b="b"/>
              <a:pathLst>
                <a:path w="385" h="384" extrusionOk="0">
                  <a:moveTo>
                    <a:pt x="324" y="1"/>
                  </a:moveTo>
                  <a:lnTo>
                    <a:pt x="0" y="324"/>
                  </a:lnTo>
                  <a:cubicBezTo>
                    <a:pt x="9" y="336"/>
                    <a:pt x="16" y="346"/>
                    <a:pt x="27" y="357"/>
                  </a:cubicBezTo>
                  <a:cubicBezTo>
                    <a:pt x="38" y="368"/>
                    <a:pt x="48" y="376"/>
                    <a:pt x="60" y="384"/>
                  </a:cubicBezTo>
                  <a:lnTo>
                    <a:pt x="384" y="61"/>
                  </a:lnTo>
                  <a:cubicBezTo>
                    <a:pt x="376" y="49"/>
                    <a:pt x="367" y="38"/>
                    <a:pt x="357" y="28"/>
                  </a:cubicBezTo>
                  <a:cubicBezTo>
                    <a:pt x="347" y="18"/>
                    <a:pt x="335" y="8"/>
                    <a:pt x="3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51" name="Google Shape;1551;p50"/>
            <p:cNvSpPr/>
            <p:nvPr/>
          </p:nvSpPr>
          <p:spPr>
            <a:xfrm>
              <a:off x="7226277" y="2757928"/>
              <a:ext cx="197937" cy="197223"/>
            </a:xfrm>
            <a:custGeom>
              <a:avLst/>
              <a:gdLst/>
              <a:ahLst/>
              <a:cxnLst/>
              <a:rect l="l" t="t" r="r" b="b"/>
              <a:pathLst>
                <a:path w="1380" h="1375" extrusionOk="0">
                  <a:moveTo>
                    <a:pt x="676" y="0"/>
                  </a:moveTo>
                  <a:cubicBezTo>
                    <a:pt x="297" y="41"/>
                    <a:pt x="1" y="363"/>
                    <a:pt x="1" y="753"/>
                  </a:cubicBezTo>
                  <a:cubicBezTo>
                    <a:pt x="1" y="1011"/>
                    <a:pt x="129" y="1238"/>
                    <a:pt x="325" y="1374"/>
                  </a:cubicBezTo>
                  <a:cubicBezTo>
                    <a:pt x="239" y="1251"/>
                    <a:pt x="190" y="1102"/>
                    <a:pt x="190" y="942"/>
                  </a:cubicBezTo>
                  <a:cubicBezTo>
                    <a:pt x="190" y="524"/>
                    <a:pt x="530" y="186"/>
                    <a:pt x="948" y="186"/>
                  </a:cubicBezTo>
                  <a:cubicBezTo>
                    <a:pt x="1108" y="186"/>
                    <a:pt x="1257" y="236"/>
                    <a:pt x="1380" y="321"/>
                  </a:cubicBezTo>
                  <a:cubicBezTo>
                    <a:pt x="1258" y="145"/>
                    <a:pt x="1062" y="25"/>
                    <a:pt x="840" y="0"/>
                  </a:cubicBezTo>
                  <a:lnTo>
                    <a:pt x="840" y="94"/>
                  </a:lnTo>
                  <a:cubicBezTo>
                    <a:pt x="840" y="139"/>
                    <a:pt x="804" y="175"/>
                    <a:pt x="759" y="175"/>
                  </a:cubicBezTo>
                  <a:cubicBezTo>
                    <a:pt x="713" y="175"/>
                    <a:pt x="676" y="139"/>
                    <a:pt x="676" y="94"/>
                  </a:cubicBezTo>
                  <a:lnTo>
                    <a:pt x="676" y="0"/>
                  </a:lnTo>
                  <a:close/>
                </a:path>
              </a:pathLst>
            </a:custGeom>
            <a:solidFill>
              <a:srgbClr val="1B8FBF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52" name="Google Shape;1552;p50"/>
            <p:cNvSpPr/>
            <p:nvPr/>
          </p:nvSpPr>
          <p:spPr>
            <a:xfrm>
              <a:off x="7253386" y="2784607"/>
              <a:ext cx="190191" cy="189478"/>
            </a:xfrm>
            <a:custGeom>
              <a:avLst/>
              <a:gdLst/>
              <a:ahLst/>
              <a:cxnLst/>
              <a:rect l="l" t="t" r="r" b="b"/>
              <a:pathLst>
                <a:path w="1326" h="1321" extrusionOk="0">
                  <a:moveTo>
                    <a:pt x="759" y="0"/>
                  </a:moveTo>
                  <a:cubicBezTo>
                    <a:pt x="341" y="0"/>
                    <a:pt x="1" y="339"/>
                    <a:pt x="1" y="758"/>
                  </a:cubicBezTo>
                  <a:cubicBezTo>
                    <a:pt x="1" y="919"/>
                    <a:pt x="52" y="1066"/>
                    <a:pt x="137" y="1189"/>
                  </a:cubicBezTo>
                  <a:cubicBezTo>
                    <a:pt x="238" y="1261"/>
                    <a:pt x="357" y="1306"/>
                    <a:pt x="486" y="1321"/>
                  </a:cubicBezTo>
                  <a:lnTo>
                    <a:pt x="486" y="1227"/>
                  </a:lnTo>
                  <a:cubicBezTo>
                    <a:pt x="486" y="1182"/>
                    <a:pt x="523" y="1145"/>
                    <a:pt x="568" y="1145"/>
                  </a:cubicBezTo>
                  <a:cubicBezTo>
                    <a:pt x="614" y="1145"/>
                    <a:pt x="650" y="1182"/>
                    <a:pt x="650" y="1227"/>
                  </a:cubicBezTo>
                  <a:lnTo>
                    <a:pt x="650" y="1321"/>
                  </a:lnTo>
                  <a:cubicBezTo>
                    <a:pt x="1031" y="1279"/>
                    <a:pt x="1326" y="957"/>
                    <a:pt x="1326" y="567"/>
                  </a:cubicBezTo>
                  <a:cubicBezTo>
                    <a:pt x="1326" y="406"/>
                    <a:pt x="1275" y="258"/>
                    <a:pt x="1191" y="135"/>
                  </a:cubicBezTo>
                  <a:cubicBezTo>
                    <a:pt x="1068" y="49"/>
                    <a:pt x="919" y="0"/>
                    <a:pt x="759" y="0"/>
                  </a:cubicBezTo>
                  <a:close/>
                </a:path>
              </a:pathLst>
            </a:custGeom>
            <a:solidFill>
              <a:srgbClr val="24BFFF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53" name="Google Shape;1553;p50"/>
            <p:cNvSpPr/>
            <p:nvPr/>
          </p:nvSpPr>
          <p:spPr>
            <a:xfrm>
              <a:off x="7323239" y="2948839"/>
              <a:ext cx="23523" cy="25818"/>
            </a:xfrm>
            <a:custGeom>
              <a:avLst/>
              <a:gdLst/>
              <a:ahLst/>
              <a:cxnLst/>
              <a:rect l="l" t="t" r="r" b="b"/>
              <a:pathLst>
                <a:path w="164" h="180" extrusionOk="0">
                  <a:moveTo>
                    <a:pt x="81" y="0"/>
                  </a:moveTo>
                  <a:cubicBezTo>
                    <a:pt x="36" y="0"/>
                    <a:pt x="0" y="37"/>
                    <a:pt x="0" y="81"/>
                  </a:cubicBezTo>
                  <a:lnTo>
                    <a:pt x="0" y="175"/>
                  </a:lnTo>
                  <a:cubicBezTo>
                    <a:pt x="27" y="177"/>
                    <a:pt x="54" y="180"/>
                    <a:pt x="83" y="180"/>
                  </a:cubicBezTo>
                  <a:cubicBezTo>
                    <a:pt x="110" y="180"/>
                    <a:pt x="137" y="178"/>
                    <a:pt x="164" y="176"/>
                  </a:cubicBezTo>
                  <a:lnTo>
                    <a:pt x="164" y="82"/>
                  </a:lnTo>
                  <a:cubicBezTo>
                    <a:pt x="164" y="37"/>
                    <a:pt x="128" y="0"/>
                    <a:pt x="83" y="0"/>
                  </a:cubicBezTo>
                  <a:cubicBezTo>
                    <a:pt x="82" y="0"/>
                    <a:pt x="81" y="0"/>
                    <a:pt x="81" y="0"/>
                  </a:cubicBezTo>
                  <a:close/>
                </a:path>
              </a:pathLst>
            </a:custGeom>
            <a:solidFill>
              <a:srgbClr val="D0F1FF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54" name="Google Shape;1554;p50"/>
            <p:cNvSpPr/>
            <p:nvPr/>
          </p:nvSpPr>
          <p:spPr>
            <a:xfrm>
              <a:off x="7323239" y="2757211"/>
              <a:ext cx="23523" cy="25962"/>
            </a:xfrm>
            <a:custGeom>
              <a:avLst/>
              <a:gdLst/>
              <a:ahLst/>
              <a:cxnLst/>
              <a:rect l="l" t="t" r="r" b="b"/>
              <a:pathLst>
                <a:path w="164" h="181" extrusionOk="0">
                  <a:moveTo>
                    <a:pt x="83" y="1"/>
                  </a:moveTo>
                  <a:cubicBezTo>
                    <a:pt x="54" y="1"/>
                    <a:pt x="27" y="2"/>
                    <a:pt x="0" y="5"/>
                  </a:cubicBezTo>
                  <a:lnTo>
                    <a:pt x="0" y="99"/>
                  </a:lnTo>
                  <a:cubicBezTo>
                    <a:pt x="0" y="144"/>
                    <a:pt x="37" y="180"/>
                    <a:pt x="83" y="180"/>
                  </a:cubicBezTo>
                  <a:cubicBezTo>
                    <a:pt x="127" y="180"/>
                    <a:pt x="164" y="144"/>
                    <a:pt x="164" y="99"/>
                  </a:cubicBezTo>
                  <a:lnTo>
                    <a:pt x="164" y="5"/>
                  </a:lnTo>
                  <a:cubicBezTo>
                    <a:pt x="137" y="3"/>
                    <a:pt x="110" y="1"/>
                    <a:pt x="83" y="1"/>
                  </a:cubicBezTo>
                  <a:close/>
                </a:path>
              </a:pathLst>
            </a:custGeom>
            <a:solidFill>
              <a:srgbClr val="D0F1FF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55" name="Google Shape;1555;p50"/>
            <p:cNvSpPr/>
            <p:nvPr/>
          </p:nvSpPr>
          <p:spPr>
            <a:xfrm>
              <a:off x="7227855" y="2882716"/>
              <a:ext cx="15634" cy="41453"/>
            </a:xfrm>
            <a:custGeom>
              <a:avLst/>
              <a:gdLst/>
              <a:ahLst/>
              <a:cxnLst/>
              <a:rect l="l" t="t" r="r" b="b"/>
              <a:pathLst>
                <a:path w="109" h="289" extrusionOk="0">
                  <a:moveTo>
                    <a:pt x="0" y="0"/>
                  </a:moveTo>
                  <a:cubicBezTo>
                    <a:pt x="16" y="104"/>
                    <a:pt x="54" y="203"/>
                    <a:pt x="108" y="288"/>
                  </a:cubicBezTo>
                  <a:lnTo>
                    <a:pt x="108" y="0"/>
                  </a:lnTo>
                  <a:close/>
                </a:path>
              </a:pathLst>
            </a:custGeom>
            <a:solidFill>
              <a:srgbClr val="D0F1FF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56" name="Google Shape;1556;p50"/>
            <p:cNvSpPr/>
            <p:nvPr/>
          </p:nvSpPr>
          <p:spPr>
            <a:xfrm>
              <a:off x="7227855" y="2806839"/>
              <a:ext cx="15634" cy="41309"/>
            </a:xfrm>
            <a:custGeom>
              <a:avLst/>
              <a:gdLst/>
              <a:ahLst/>
              <a:cxnLst/>
              <a:rect l="l" t="t" r="r" b="b"/>
              <a:pathLst>
                <a:path w="109" h="288" extrusionOk="0">
                  <a:moveTo>
                    <a:pt x="108" y="0"/>
                  </a:moveTo>
                  <a:cubicBezTo>
                    <a:pt x="54" y="86"/>
                    <a:pt x="16" y="183"/>
                    <a:pt x="0" y="288"/>
                  </a:cubicBezTo>
                  <a:lnTo>
                    <a:pt x="108" y="288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D0F1FF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57" name="Google Shape;1557;p50"/>
            <p:cNvSpPr/>
            <p:nvPr/>
          </p:nvSpPr>
          <p:spPr>
            <a:xfrm>
              <a:off x="7426655" y="2806839"/>
              <a:ext cx="15634" cy="41309"/>
            </a:xfrm>
            <a:custGeom>
              <a:avLst/>
              <a:gdLst/>
              <a:ahLst/>
              <a:cxnLst/>
              <a:rect l="l" t="t" r="r" b="b"/>
              <a:pathLst>
                <a:path w="109" h="288" extrusionOk="0">
                  <a:moveTo>
                    <a:pt x="0" y="0"/>
                  </a:moveTo>
                  <a:lnTo>
                    <a:pt x="0" y="288"/>
                  </a:lnTo>
                  <a:lnTo>
                    <a:pt x="108" y="288"/>
                  </a:lnTo>
                  <a:cubicBezTo>
                    <a:pt x="92" y="183"/>
                    <a:pt x="55" y="86"/>
                    <a:pt x="0" y="0"/>
                  </a:cubicBezTo>
                  <a:close/>
                </a:path>
              </a:pathLst>
            </a:custGeom>
            <a:solidFill>
              <a:srgbClr val="A1E4FF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58" name="Google Shape;1558;p50"/>
            <p:cNvSpPr/>
            <p:nvPr/>
          </p:nvSpPr>
          <p:spPr>
            <a:xfrm>
              <a:off x="7426655" y="2882716"/>
              <a:ext cx="15634" cy="41453"/>
            </a:xfrm>
            <a:custGeom>
              <a:avLst/>
              <a:gdLst/>
              <a:ahLst/>
              <a:cxnLst/>
              <a:rect l="l" t="t" r="r" b="b"/>
              <a:pathLst>
                <a:path w="109" h="289" extrusionOk="0">
                  <a:moveTo>
                    <a:pt x="0" y="0"/>
                  </a:moveTo>
                  <a:lnTo>
                    <a:pt x="0" y="288"/>
                  </a:lnTo>
                  <a:cubicBezTo>
                    <a:pt x="55" y="203"/>
                    <a:pt x="92" y="104"/>
                    <a:pt x="108" y="0"/>
                  </a:cubicBezTo>
                  <a:close/>
                </a:path>
              </a:pathLst>
            </a:custGeom>
            <a:solidFill>
              <a:srgbClr val="A1E4FF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59" name="Google Shape;1559;p50"/>
            <p:cNvSpPr/>
            <p:nvPr/>
          </p:nvSpPr>
          <p:spPr>
            <a:xfrm>
              <a:off x="7323239" y="2854172"/>
              <a:ext cx="23523" cy="23523"/>
            </a:xfrm>
            <a:custGeom>
              <a:avLst/>
              <a:gdLst/>
              <a:ahLst/>
              <a:cxnLst/>
              <a:rect l="l" t="t" r="r" b="b"/>
              <a:pathLst>
                <a:path w="164" h="164" extrusionOk="0">
                  <a:moveTo>
                    <a:pt x="83" y="1"/>
                  </a:moveTo>
                  <a:cubicBezTo>
                    <a:pt x="37" y="1"/>
                    <a:pt x="0" y="36"/>
                    <a:pt x="0" y="82"/>
                  </a:cubicBezTo>
                  <a:cubicBezTo>
                    <a:pt x="0" y="127"/>
                    <a:pt x="37" y="163"/>
                    <a:pt x="83" y="163"/>
                  </a:cubicBezTo>
                  <a:cubicBezTo>
                    <a:pt x="128" y="163"/>
                    <a:pt x="164" y="127"/>
                    <a:pt x="164" y="82"/>
                  </a:cubicBezTo>
                  <a:cubicBezTo>
                    <a:pt x="164" y="36"/>
                    <a:pt x="127" y="1"/>
                    <a:pt x="83" y="1"/>
                  </a:cubicBezTo>
                  <a:close/>
                </a:path>
              </a:pathLst>
            </a:custGeom>
            <a:solidFill>
              <a:srgbClr val="1B8FBF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60" name="Google Shape;1560;p50"/>
            <p:cNvSpPr/>
            <p:nvPr/>
          </p:nvSpPr>
          <p:spPr>
            <a:xfrm>
              <a:off x="7274614" y="2850586"/>
              <a:ext cx="30408" cy="30552"/>
            </a:xfrm>
            <a:custGeom>
              <a:avLst/>
              <a:gdLst/>
              <a:ahLst/>
              <a:cxnLst/>
              <a:rect l="l" t="t" r="r" b="b"/>
              <a:pathLst>
                <a:path w="212" h="213" extrusionOk="0">
                  <a:moveTo>
                    <a:pt x="106" y="1"/>
                  </a:moveTo>
                  <a:cubicBezTo>
                    <a:pt x="47" y="1"/>
                    <a:pt x="0" y="49"/>
                    <a:pt x="0" y="107"/>
                  </a:cubicBezTo>
                  <a:cubicBezTo>
                    <a:pt x="0" y="166"/>
                    <a:pt x="48" y="213"/>
                    <a:pt x="106" y="213"/>
                  </a:cubicBezTo>
                  <a:cubicBezTo>
                    <a:pt x="165" y="213"/>
                    <a:pt x="211" y="165"/>
                    <a:pt x="211" y="107"/>
                  </a:cubicBezTo>
                  <a:cubicBezTo>
                    <a:pt x="211" y="49"/>
                    <a:pt x="163" y="1"/>
                    <a:pt x="106" y="1"/>
                  </a:cubicBezTo>
                  <a:close/>
                </a:path>
              </a:pathLst>
            </a:custGeom>
            <a:solidFill>
              <a:srgbClr val="26313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61" name="Google Shape;1561;p50"/>
            <p:cNvSpPr/>
            <p:nvPr/>
          </p:nvSpPr>
          <p:spPr>
            <a:xfrm>
              <a:off x="7364978" y="2850586"/>
              <a:ext cx="30264" cy="30552"/>
            </a:xfrm>
            <a:custGeom>
              <a:avLst/>
              <a:gdLst/>
              <a:ahLst/>
              <a:cxnLst/>
              <a:rect l="l" t="t" r="r" b="b"/>
              <a:pathLst>
                <a:path w="211" h="213" extrusionOk="0">
                  <a:moveTo>
                    <a:pt x="105" y="1"/>
                  </a:moveTo>
                  <a:cubicBezTo>
                    <a:pt x="46" y="1"/>
                    <a:pt x="0" y="49"/>
                    <a:pt x="0" y="107"/>
                  </a:cubicBezTo>
                  <a:cubicBezTo>
                    <a:pt x="0" y="166"/>
                    <a:pt x="48" y="213"/>
                    <a:pt x="105" y="213"/>
                  </a:cubicBezTo>
                  <a:cubicBezTo>
                    <a:pt x="164" y="213"/>
                    <a:pt x="211" y="165"/>
                    <a:pt x="211" y="107"/>
                  </a:cubicBezTo>
                  <a:cubicBezTo>
                    <a:pt x="211" y="49"/>
                    <a:pt x="164" y="1"/>
                    <a:pt x="105" y="1"/>
                  </a:cubicBezTo>
                  <a:close/>
                </a:path>
              </a:pathLst>
            </a:custGeom>
            <a:solidFill>
              <a:srgbClr val="26313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62" name="Google Shape;1562;p50"/>
            <p:cNvSpPr/>
            <p:nvPr/>
          </p:nvSpPr>
          <p:spPr>
            <a:xfrm>
              <a:off x="7323239" y="2750900"/>
              <a:ext cx="126938" cy="229639"/>
            </a:xfrm>
            <a:custGeom>
              <a:avLst/>
              <a:gdLst/>
              <a:ahLst/>
              <a:cxnLst/>
              <a:rect l="l" t="t" r="r" b="b"/>
              <a:pathLst>
                <a:path w="885" h="1601" extrusionOk="0">
                  <a:moveTo>
                    <a:pt x="164" y="1"/>
                  </a:moveTo>
                  <a:lnTo>
                    <a:pt x="164" y="49"/>
                  </a:lnTo>
                  <a:cubicBezTo>
                    <a:pt x="541" y="90"/>
                    <a:pt x="838" y="410"/>
                    <a:pt x="838" y="799"/>
                  </a:cubicBezTo>
                  <a:cubicBezTo>
                    <a:pt x="838" y="1188"/>
                    <a:pt x="541" y="1509"/>
                    <a:pt x="164" y="1548"/>
                  </a:cubicBezTo>
                  <a:cubicBezTo>
                    <a:pt x="137" y="1551"/>
                    <a:pt x="110" y="1552"/>
                    <a:pt x="83" y="1552"/>
                  </a:cubicBezTo>
                  <a:cubicBezTo>
                    <a:pt x="54" y="1552"/>
                    <a:pt x="27" y="1551"/>
                    <a:pt x="0" y="1548"/>
                  </a:cubicBezTo>
                  <a:lnTo>
                    <a:pt x="0" y="1596"/>
                  </a:lnTo>
                  <a:cubicBezTo>
                    <a:pt x="27" y="1600"/>
                    <a:pt x="54" y="1601"/>
                    <a:pt x="83" y="1601"/>
                  </a:cubicBezTo>
                  <a:cubicBezTo>
                    <a:pt x="110" y="1601"/>
                    <a:pt x="137" y="1600"/>
                    <a:pt x="164" y="1596"/>
                  </a:cubicBezTo>
                  <a:cubicBezTo>
                    <a:pt x="567" y="1556"/>
                    <a:pt x="885" y="1214"/>
                    <a:pt x="885" y="799"/>
                  </a:cubicBezTo>
                  <a:cubicBezTo>
                    <a:pt x="885" y="385"/>
                    <a:pt x="567" y="43"/>
                    <a:pt x="164" y="1"/>
                  </a:cubicBezTo>
                  <a:close/>
                </a:path>
              </a:pathLst>
            </a:custGeom>
            <a:solidFill>
              <a:srgbClr val="A1E4FF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63" name="Google Shape;1563;p50"/>
            <p:cNvSpPr/>
            <p:nvPr/>
          </p:nvSpPr>
          <p:spPr>
            <a:xfrm>
              <a:off x="7219966" y="2750326"/>
              <a:ext cx="126794" cy="229783"/>
            </a:xfrm>
            <a:custGeom>
              <a:avLst/>
              <a:gdLst/>
              <a:ahLst/>
              <a:cxnLst/>
              <a:rect l="l" t="t" r="r" b="b"/>
              <a:pathLst>
                <a:path w="884" h="1602" extrusionOk="0">
                  <a:moveTo>
                    <a:pt x="803" y="1"/>
                  </a:moveTo>
                  <a:cubicBezTo>
                    <a:pt x="774" y="1"/>
                    <a:pt x="747" y="3"/>
                    <a:pt x="720" y="5"/>
                  </a:cubicBezTo>
                  <a:cubicBezTo>
                    <a:pt x="317" y="47"/>
                    <a:pt x="1" y="389"/>
                    <a:pt x="1" y="803"/>
                  </a:cubicBezTo>
                  <a:cubicBezTo>
                    <a:pt x="1" y="1218"/>
                    <a:pt x="317" y="1560"/>
                    <a:pt x="720" y="1601"/>
                  </a:cubicBezTo>
                  <a:lnTo>
                    <a:pt x="720" y="1553"/>
                  </a:lnTo>
                  <a:cubicBezTo>
                    <a:pt x="343" y="1513"/>
                    <a:pt x="47" y="1192"/>
                    <a:pt x="47" y="803"/>
                  </a:cubicBezTo>
                  <a:cubicBezTo>
                    <a:pt x="47" y="414"/>
                    <a:pt x="343" y="94"/>
                    <a:pt x="720" y="53"/>
                  </a:cubicBezTo>
                  <a:cubicBezTo>
                    <a:pt x="747" y="51"/>
                    <a:pt x="774" y="49"/>
                    <a:pt x="803" y="49"/>
                  </a:cubicBezTo>
                  <a:cubicBezTo>
                    <a:pt x="830" y="49"/>
                    <a:pt x="857" y="51"/>
                    <a:pt x="884" y="53"/>
                  </a:cubicBezTo>
                  <a:lnTo>
                    <a:pt x="884" y="5"/>
                  </a:lnTo>
                  <a:cubicBezTo>
                    <a:pt x="857" y="3"/>
                    <a:pt x="829" y="1"/>
                    <a:pt x="803" y="1"/>
                  </a:cubicBezTo>
                  <a:close/>
                </a:path>
              </a:pathLst>
            </a:custGeom>
            <a:solidFill>
              <a:srgbClr val="ECF9FF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64" name="Google Shape;1564;p50"/>
            <p:cNvSpPr/>
            <p:nvPr/>
          </p:nvSpPr>
          <p:spPr>
            <a:xfrm>
              <a:off x="7326394" y="2858188"/>
              <a:ext cx="16064" cy="16065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26" y="0"/>
                  </a:moveTo>
                  <a:lnTo>
                    <a:pt x="1" y="26"/>
                  </a:lnTo>
                  <a:lnTo>
                    <a:pt x="85" y="112"/>
                  </a:lnTo>
                  <a:lnTo>
                    <a:pt x="112" y="8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146B8F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65" name="Google Shape;1565;p50"/>
            <p:cNvSpPr/>
            <p:nvPr/>
          </p:nvSpPr>
          <p:spPr>
            <a:xfrm>
              <a:off x="6546255" y="3025433"/>
              <a:ext cx="937045" cy="18503"/>
            </a:xfrm>
            <a:custGeom>
              <a:avLst/>
              <a:gdLst/>
              <a:ahLst/>
              <a:cxnLst/>
              <a:rect l="l" t="t" r="r" b="b"/>
              <a:pathLst>
                <a:path w="6533" h="129" extrusionOk="0">
                  <a:moveTo>
                    <a:pt x="0" y="1"/>
                  </a:moveTo>
                  <a:lnTo>
                    <a:pt x="0" y="128"/>
                  </a:lnTo>
                  <a:lnTo>
                    <a:pt x="6533" y="128"/>
                  </a:lnTo>
                  <a:lnTo>
                    <a:pt x="65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66" name="Google Shape;1566;p50"/>
            <p:cNvSpPr/>
            <p:nvPr/>
          </p:nvSpPr>
          <p:spPr>
            <a:xfrm>
              <a:off x="6985451" y="2443377"/>
              <a:ext cx="27252" cy="120629"/>
            </a:xfrm>
            <a:custGeom>
              <a:avLst/>
              <a:gdLst/>
              <a:ahLst/>
              <a:cxnLst/>
              <a:rect l="l" t="t" r="r" b="b"/>
              <a:pathLst>
                <a:path w="190" h="841" extrusionOk="0">
                  <a:moveTo>
                    <a:pt x="1" y="1"/>
                  </a:moveTo>
                  <a:lnTo>
                    <a:pt x="1" y="840"/>
                  </a:lnTo>
                  <a:lnTo>
                    <a:pt x="190" y="840"/>
                  </a:lnTo>
                  <a:lnTo>
                    <a:pt x="19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67" name="Google Shape;1567;p50"/>
            <p:cNvSpPr/>
            <p:nvPr/>
          </p:nvSpPr>
          <p:spPr>
            <a:xfrm>
              <a:off x="6928938" y="2443377"/>
              <a:ext cx="27252" cy="120629"/>
            </a:xfrm>
            <a:custGeom>
              <a:avLst/>
              <a:gdLst/>
              <a:ahLst/>
              <a:cxnLst/>
              <a:rect l="l" t="t" r="r" b="b"/>
              <a:pathLst>
                <a:path w="190" h="841" extrusionOk="0">
                  <a:moveTo>
                    <a:pt x="0" y="1"/>
                  </a:moveTo>
                  <a:lnTo>
                    <a:pt x="0" y="840"/>
                  </a:lnTo>
                  <a:lnTo>
                    <a:pt x="189" y="840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68" name="Google Shape;1568;p50"/>
            <p:cNvSpPr/>
            <p:nvPr/>
          </p:nvSpPr>
          <p:spPr>
            <a:xfrm>
              <a:off x="6872281" y="2443377"/>
              <a:ext cx="27396" cy="120629"/>
            </a:xfrm>
            <a:custGeom>
              <a:avLst/>
              <a:gdLst/>
              <a:ahLst/>
              <a:cxnLst/>
              <a:rect l="l" t="t" r="r" b="b"/>
              <a:pathLst>
                <a:path w="191" h="841" extrusionOk="0">
                  <a:moveTo>
                    <a:pt x="1" y="1"/>
                  </a:moveTo>
                  <a:lnTo>
                    <a:pt x="1" y="840"/>
                  </a:lnTo>
                  <a:lnTo>
                    <a:pt x="191" y="840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69" name="Google Shape;1569;p50"/>
            <p:cNvSpPr/>
            <p:nvPr/>
          </p:nvSpPr>
          <p:spPr>
            <a:xfrm>
              <a:off x="6726552" y="1102123"/>
              <a:ext cx="697225" cy="697238"/>
            </a:xfrm>
            <a:custGeom>
              <a:avLst/>
              <a:gdLst/>
              <a:ahLst/>
              <a:cxnLst/>
              <a:rect l="l" t="t" r="r" b="b"/>
              <a:pathLst>
                <a:path w="4861" h="4861" extrusionOk="0">
                  <a:moveTo>
                    <a:pt x="3602" y="1"/>
                  </a:moveTo>
                  <a:lnTo>
                    <a:pt x="1" y="3602"/>
                  </a:lnTo>
                  <a:lnTo>
                    <a:pt x="1259" y="4861"/>
                  </a:lnTo>
                  <a:lnTo>
                    <a:pt x="4861" y="1260"/>
                  </a:lnTo>
                  <a:lnTo>
                    <a:pt x="36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70" name="Google Shape;1570;p50"/>
            <p:cNvSpPr/>
            <p:nvPr/>
          </p:nvSpPr>
          <p:spPr>
            <a:xfrm>
              <a:off x="6669035" y="1044463"/>
              <a:ext cx="812689" cy="812559"/>
            </a:xfrm>
            <a:custGeom>
              <a:avLst/>
              <a:gdLst/>
              <a:ahLst/>
              <a:cxnLst/>
              <a:rect l="l" t="t" r="r" b="b"/>
              <a:pathLst>
                <a:path w="5666" h="5665" extrusionOk="0">
                  <a:moveTo>
                    <a:pt x="4004" y="403"/>
                  </a:moveTo>
                  <a:lnTo>
                    <a:pt x="5263" y="1662"/>
                  </a:lnTo>
                  <a:lnTo>
                    <a:pt x="1662" y="5263"/>
                  </a:lnTo>
                  <a:lnTo>
                    <a:pt x="403" y="4004"/>
                  </a:lnTo>
                  <a:lnTo>
                    <a:pt x="4004" y="403"/>
                  </a:lnTo>
                  <a:close/>
                  <a:moveTo>
                    <a:pt x="4004" y="1"/>
                  </a:moveTo>
                  <a:lnTo>
                    <a:pt x="1" y="4004"/>
                  </a:lnTo>
                  <a:lnTo>
                    <a:pt x="1662" y="5665"/>
                  </a:lnTo>
                  <a:lnTo>
                    <a:pt x="5666" y="1662"/>
                  </a:lnTo>
                  <a:lnTo>
                    <a:pt x="4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71" name="Google Shape;1571;p50"/>
            <p:cNvSpPr/>
            <p:nvPr/>
          </p:nvSpPr>
          <p:spPr>
            <a:xfrm>
              <a:off x="6604490" y="1618917"/>
              <a:ext cx="302929" cy="302935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451" y="0"/>
                  </a:moveTo>
                  <a:lnTo>
                    <a:pt x="1" y="450"/>
                  </a:lnTo>
                  <a:lnTo>
                    <a:pt x="1661" y="2111"/>
                  </a:lnTo>
                  <a:lnTo>
                    <a:pt x="2111" y="1661"/>
                  </a:lnTo>
                  <a:lnTo>
                    <a:pt x="45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72" name="Google Shape;1572;p50"/>
            <p:cNvSpPr/>
            <p:nvPr/>
          </p:nvSpPr>
          <p:spPr>
            <a:xfrm>
              <a:off x="6609080" y="1748008"/>
              <a:ext cx="168677" cy="168680"/>
            </a:xfrm>
            <a:custGeom>
              <a:avLst/>
              <a:gdLst/>
              <a:ahLst/>
              <a:cxnLst/>
              <a:rect l="l" t="t" r="r" b="b"/>
              <a:pathLst>
                <a:path w="1176" h="1176" extrusionOk="0">
                  <a:moveTo>
                    <a:pt x="419" y="1"/>
                  </a:moveTo>
                  <a:lnTo>
                    <a:pt x="1" y="419"/>
                  </a:lnTo>
                  <a:lnTo>
                    <a:pt x="758" y="1176"/>
                  </a:lnTo>
                  <a:lnTo>
                    <a:pt x="1176" y="758"/>
                  </a:lnTo>
                  <a:lnTo>
                    <a:pt x="41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73" name="Google Shape;1573;p50"/>
            <p:cNvSpPr/>
            <p:nvPr/>
          </p:nvSpPr>
          <p:spPr>
            <a:xfrm>
              <a:off x="6776898" y="1540172"/>
              <a:ext cx="209268" cy="209415"/>
            </a:xfrm>
            <a:custGeom>
              <a:avLst/>
              <a:gdLst/>
              <a:ahLst/>
              <a:cxnLst/>
              <a:rect l="l" t="t" r="r" b="b"/>
              <a:pathLst>
                <a:path w="1459" h="1460" extrusionOk="0">
                  <a:moveTo>
                    <a:pt x="451" y="1"/>
                  </a:moveTo>
                  <a:lnTo>
                    <a:pt x="0" y="450"/>
                  </a:lnTo>
                  <a:lnTo>
                    <a:pt x="1009" y="1459"/>
                  </a:lnTo>
                  <a:lnTo>
                    <a:pt x="1459" y="1009"/>
                  </a:lnTo>
                  <a:lnTo>
                    <a:pt x="4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74" name="Google Shape;1574;p50"/>
            <p:cNvSpPr/>
            <p:nvPr/>
          </p:nvSpPr>
          <p:spPr>
            <a:xfrm>
              <a:off x="6874003" y="1443210"/>
              <a:ext cx="209268" cy="209415"/>
            </a:xfrm>
            <a:custGeom>
              <a:avLst/>
              <a:gdLst/>
              <a:ahLst/>
              <a:cxnLst/>
              <a:rect l="l" t="t" r="r" b="b"/>
              <a:pathLst>
                <a:path w="1459" h="1460" extrusionOk="0">
                  <a:moveTo>
                    <a:pt x="449" y="1"/>
                  </a:moveTo>
                  <a:lnTo>
                    <a:pt x="0" y="450"/>
                  </a:lnTo>
                  <a:lnTo>
                    <a:pt x="1009" y="1459"/>
                  </a:lnTo>
                  <a:lnTo>
                    <a:pt x="1459" y="1009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75" name="Google Shape;1575;p50"/>
            <p:cNvSpPr/>
            <p:nvPr/>
          </p:nvSpPr>
          <p:spPr>
            <a:xfrm>
              <a:off x="6970534" y="1346248"/>
              <a:ext cx="209411" cy="209128"/>
            </a:xfrm>
            <a:custGeom>
              <a:avLst/>
              <a:gdLst/>
              <a:ahLst/>
              <a:cxnLst/>
              <a:rect l="l" t="t" r="r" b="b"/>
              <a:pathLst>
                <a:path w="1460" h="1458" extrusionOk="0">
                  <a:moveTo>
                    <a:pt x="451" y="0"/>
                  </a:moveTo>
                  <a:lnTo>
                    <a:pt x="1" y="449"/>
                  </a:lnTo>
                  <a:lnTo>
                    <a:pt x="1009" y="1458"/>
                  </a:lnTo>
                  <a:lnTo>
                    <a:pt x="1460" y="1008"/>
                  </a:lnTo>
                  <a:lnTo>
                    <a:pt x="45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76" name="Google Shape;1576;p50"/>
            <p:cNvSpPr/>
            <p:nvPr/>
          </p:nvSpPr>
          <p:spPr>
            <a:xfrm>
              <a:off x="7067352" y="1249717"/>
              <a:ext cx="209411" cy="209272"/>
            </a:xfrm>
            <a:custGeom>
              <a:avLst/>
              <a:gdLst/>
              <a:ahLst/>
              <a:cxnLst/>
              <a:rect l="l" t="t" r="r" b="b"/>
              <a:pathLst>
                <a:path w="1460" h="1459" extrusionOk="0">
                  <a:moveTo>
                    <a:pt x="451" y="0"/>
                  </a:moveTo>
                  <a:lnTo>
                    <a:pt x="1" y="451"/>
                  </a:lnTo>
                  <a:lnTo>
                    <a:pt x="1009" y="1459"/>
                  </a:lnTo>
                  <a:lnTo>
                    <a:pt x="1459" y="1009"/>
                  </a:lnTo>
                  <a:lnTo>
                    <a:pt x="45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77" name="Google Shape;1577;p50"/>
            <p:cNvSpPr/>
            <p:nvPr/>
          </p:nvSpPr>
          <p:spPr>
            <a:xfrm>
              <a:off x="7164170" y="1152469"/>
              <a:ext cx="209411" cy="209415"/>
            </a:xfrm>
            <a:custGeom>
              <a:avLst/>
              <a:gdLst/>
              <a:ahLst/>
              <a:cxnLst/>
              <a:rect l="l" t="t" r="r" b="b"/>
              <a:pathLst>
                <a:path w="1460" h="1460" extrusionOk="0">
                  <a:moveTo>
                    <a:pt x="451" y="0"/>
                  </a:moveTo>
                  <a:lnTo>
                    <a:pt x="0" y="451"/>
                  </a:lnTo>
                  <a:lnTo>
                    <a:pt x="1009" y="1459"/>
                  </a:lnTo>
                  <a:lnTo>
                    <a:pt x="1459" y="1009"/>
                  </a:lnTo>
                  <a:lnTo>
                    <a:pt x="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78" name="Google Shape;1578;p50"/>
            <p:cNvSpPr/>
            <p:nvPr/>
          </p:nvSpPr>
          <p:spPr>
            <a:xfrm>
              <a:off x="6603486" y="1043315"/>
              <a:ext cx="704971" cy="704983"/>
            </a:xfrm>
            <a:custGeom>
              <a:avLst/>
              <a:gdLst/>
              <a:ahLst/>
              <a:cxnLst/>
              <a:rect l="l" t="t" r="r" b="b"/>
              <a:pathLst>
                <a:path w="4915" h="4915" extrusionOk="0">
                  <a:moveTo>
                    <a:pt x="4456" y="0"/>
                  </a:moveTo>
                  <a:lnTo>
                    <a:pt x="0" y="4457"/>
                  </a:lnTo>
                  <a:lnTo>
                    <a:pt x="459" y="4915"/>
                  </a:lnTo>
                  <a:lnTo>
                    <a:pt x="4915" y="459"/>
                  </a:lnTo>
                  <a:lnTo>
                    <a:pt x="44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79" name="Google Shape;1579;p50"/>
            <p:cNvSpPr/>
            <p:nvPr/>
          </p:nvSpPr>
          <p:spPr>
            <a:xfrm>
              <a:off x="6776898" y="1216584"/>
              <a:ext cx="705114" cy="705126"/>
            </a:xfrm>
            <a:custGeom>
              <a:avLst/>
              <a:gdLst/>
              <a:ahLst/>
              <a:cxnLst/>
              <a:rect l="l" t="t" r="r" b="b"/>
              <a:pathLst>
                <a:path w="4916" h="4916" extrusionOk="0">
                  <a:moveTo>
                    <a:pt x="4456" y="0"/>
                  </a:moveTo>
                  <a:lnTo>
                    <a:pt x="0" y="4457"/>
                  </a:lnTo>
                  <a:lnTo>
                    <a:pt x="459" y="4915"/>
                  </a:lnTo>
                  <a:lnTo>
                    <a:pt x="4915" y="459"/>
                  </a:lnTo>
                  <a:lnTo>
                    <a:pt x="44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80" name="Google Shape;1580;p50"/>
            <p:cNvSpPr/>
            <p:nvPr/>
          </p:nvSpPr>
          <p:spPr>
            <a:xfrm>
              <a:off x="6754092" y="504003"/>
              <a:ext cx="273526" cy="227488"/>
            </a:xfrm>
            <a:custGeom>
              <a:avLst/>
              <a:gdLst/>
              <a:ahLst/>
              <a:cxnLst/>
              <a:rect l="l" t="t" r="r" b="b"/>
              <a:pathLst>
                <a:path w="1907" h="1586" extrusionOk="0">
                  <a:moveTo>
                    <a:pt x="383" y="0"/>
                  </a:moveTo>
                  <a:lnTo>
                    <a:pt x="0" y="391"/>
                  </a:lnTo>
                  <a:lnTo>
                    <a:pt x="211" y="602"/>
                  </a:lnTo>
                  <a:lnTo>
                    <a:pt x="240" y="630"/>
                  </a:lnTo>
                  <a:lnTo>
                    <a:pt x="267" y="658"/>
                  </a:lnTo>
                  <a:lnTo>
                    <a:pt x="412" y="802"/>
                  </a:lnTo>
                  <a:cubicBezTo>
                    <a:pt x="444" y="834"/>
                    <a:pt x="486" y="851"/>
                    <a:pt x="529" y="851"/>
                  </a:cubicBezTo>
                  <a:cubicBezTo>
                    <a:pt x="571" y="851"/>
                    <a:pt x="614" y="834"/>
                    <a:pt x="646" y="802"/>
                  </a:cubicBezTo>
                  <a:lnTo>
                    <a:pt x="657" y="792"/>
                  </a:lnTo>
                  <a:lnTo>
                    <a:pt x="803" y="938"/>
                  </a:lnTo>
                  <a:lnTo>
                    <a:pt x="892" y="851"/>
                  </a:lnTo>
                  <a:lnTo>
                    <a:pt x="999" y="957"/>
                  </a:lnTo>
                  <a:lnTo>
                    <a:pt x="965" y="991"/>
                  </a:lnTo>
                  <a:cubicBezTo>
                    <a:pt x="936" y="1021"/>
                    <a:pt x="936" y="1069"/>
                    <a:pt x="965" y="1098"/>
                  </a:cubicBezTo>
                  <a:cubicBezTo>
                    <a:pt x="980" y="1112"/>
                    <a:pt x="999" y="1120"/>
                    <a:pt x="1019" y="1120"/>
                  </a:cubicBezTo>
                  <a:cubicBezTo>
                    <a:pt x="1038" y="1120"/>
                    <a:pt x="1057" y="1112"/>
                    <a:pt x="1072" y="1098"/>
                  </a:cubicBezTo>
                  <a:lnTo>
                    <a:pt x="1106" y="1064"/>
                  </a:lnTo>
                  <a:lnTo>
                    <a:pt x="1213" y="1171"/>
                  </a:lnTo>
                  <a:lnTo>
                    <a:pt x="1179" y="1204"/>
                  </a:lnTo>
                  <a:cubicBezTo>
                    <a:pt x="1150" y="1234"/>
                    <a:pt x="1150" y="1283"/>
                    <a:pt x="1179" y="1311"/>
                  </a:cubicBezTo>
                  <a:cubicBezTo>
                    <a:pt x="1193" y="1326"/>
                    <a:pt x="1213" y="1334"/>
                    <a:pt x="1232" y="1334"/>
                  </a:cubicBezTo>
                  <a:cubicBezTo>
                    <a:pt x="1252" y="1334"/>
                    <a:pt x="1271" y="1326"/>
                    <a:pt x="1285" y="1311"/>
                  </a:cubicBezTo>
                  <a:lnTo>
                    <a:pt x="1320" y="1278"/>
                  </a:lnTo>
                  <a:lnTo>
                    <a:pt x="1427" y="1385"/>
                  </a:lnTo>
                  <a:lnTo>
                    <a:pt x="1392" y="1418"/>
                  </a:lnTo>
                  <a:cubicBezTo>
                    <a:pt x="1363" y="1448"/>
                    <a:pt x="1363" y="1496"/>
                    <a:pt x="1392" y="1525"/>
                  </a:cubicBezTo>
                  <a:cubicBezTo>
                    <a:pt x="1407" y="1540"/>
                    <a:pt x="1427" y="1548"/>
                    <a:pt x="1446" y="1548"/>
                  </a:cubicBezTo>
                  <a:cubicBezTo>
                    <a:pt x="1466" y="1548"/>
                    <a:pt x="1485" y="1540"/>
                    <a:pt x="1499" y="1525"/>
                  </a:cubicBezTo>
                  <a:lnTo>
                    <a:pt x="1534" y="1492"/>
                  </a:lnTo>
                  <a:lnTo>
                    <a:pt x="1556" y="1470"/>
                  </a:lnTo>
                  <a:lnTo>
                    <a:pt x="1611" y="1524"/>
                  </a:lnTo>
                  <a:cubicBezTo>
                    <a:pt x="1652" y="1565"/>
                    <a:pt x="1705" y="1585"/>
                    <a:pt x="1759" y="1585"/>
                  </a:cubicBezTo>
                  <a:cubicBezTo>
                    <a:pt x="1812" y="1585"/>
                    <a:pt x="1866" y="1565"/>
                    <a:pt x="1907" y="1524"/>
                  </a:cubicBezTo>
                  <a:lnTo>
                    <a:pt x="383" y="0"/>
                  </a:lnTo>
                  <a:close/>
                </a:path>
              </a:pathLst>
            </a:custGeom>
            <a:solidFill>
              <a:srgbClr val="202020">
                <a:alpha val="1456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81" name="Google Shape;1581;p50"/>
            <p:cNvSpPr/>
            <p:nvPr/>
          </p:nvSpPr>
          <p:spPr>
            <a:xfrm>
              <a:off x="6806732" y="768209"/>
              <a:ext cx="350262" cy="434465"/>
            </a:xfrm>
            <a:custGeom>
              <a:avLst/>
              <a:gdLst/>
              <a:ahLst/>
              <a:cxnLst/>
              <a:rect l="l" t="t" r="r" b="b"/>
              <a:pathLst>
                <a:path w="2442" h="3029" extrusionOk="0">
                  <a:moveTo>
                    <a:pt x="1723" y="1"/>
                  </a:moveTo>
                  <a:lnTo>
                    <a:pt x="1563" y="159"/>
                  </a:lnTo>
                  <a:lnTo>
                    <a:pt x="1518" y="205"/>
                  </a:lnTo>
                  <a:lnTo>
                    <a:pt x="1472" y="250"/>
                  </a:lnTo>
                  <a:lnTo>
                    <a:pt x="1313" y="409"/>
                  </a:lnTo>
                  <a:cubicBezTo>
                    <a:pt x="1482" y="578"/>
                    <a:pt x="1482" y="852"/>
                    <a:pt x="1313" y="1020"/>
                  </a:cubicBezTo>
                  <a:lnTo>
                    <a:pt x="1312" y="1019"/>
                  </a:lnTo>
                  <a:lnTo>
                    <a:pt x="1077" y="1254"/>
                  </a:lnTo>
                  <a:lnTo>
                    <a:pt x="1217" y="1394"/>
                  </a:lnTo>
                  <a:lnTo>
                    <a:pt x="1045" y="1567"/>
                  </a:lnTo>
                  <a:lnTo>
                    <a:pt x="990" y="1512"/>
                  </a:lnTo>
                  <a:cubicBezTo>
                    <a:pt x="966" y="1488"/>
                    <a:pt x="935" y="1476"/>
                    <a:pt x="904" y="1476"/>
                  </a:cubicBezTo>
                  <a:cubicBezTo>
                    <a:pt x="873" y="1476"/>
                    <a:pt x="842" y="1488"/>
                    <a:pt x="818" y="1512"/>
                  </a:cubicBezTo>
                  <a:cubicBezTo>
                    <a:pt x="770" y="1560"/>
                    <a:pt x="770" y="1637"/>
                    <a:pt x="818" y="1685"/>
                  </a:cubicBezTo>
                  <a:lnTo>
                    <a:pt x="872" y="1740"/>
                  </a:lnTo>
                  <a:lnTo>
                    <a:pt x="700" y="1912"/>
                  </a:lnTo>
                  <a:lnTo>
                    <a:pt x="645" y="1857"/>
                  </a:lnTo>
                  <a:cubicBezTo>
                    <a:pt x="621" y="1833"/>
                    <a:pt x="590" y="1821"/>
                    <a:pt x="559" y="1821"/>
                  </a:cubicBezTo>
                  <a:cubicBezTo>
                    <a:pt x="528" y="1821"/>
                    <a:pt x="497" y="1833"/>
                    <a:pt x="473" y="1857"/>
                  </a:cubicBezTo>
                  <a:cubicBezTo>
                    <a:pt x="424" y="1905"/>
                    <a:pt x="424" y="1981"/>
                    <a:pt x="473" y="2029"/>
                  </a:cubicBezTo>
                  <a:lnTo>
                    <a:pt x="527" y="2084"/>
                  </a:lnTo>
                  <a:lnTo>
                    <a:pt x="355" y="2257"/>
                  </a:lnTo>
                  <a:lnTo>
                    <a:pt x="300" y="2201"/>
                  </a:lnTo>
                  <a:cubicBezTo>
                    <a:pt x="276" y="2177"/>
                    <a:pt x="245" y="2165"/>
                    <a:pt x="214" y="2165"/>
                  </a:cubicBezTo>
                  <a:cubicBezTo>
                    <a:pt x="183" y="2165"/>
                    <a:pt x="152" y="2177"/>
                    <a:pt x="128" y="2201"/>
                  </a:cubicBezTo>
                  <a:cubicBezTo>
                    <a:pt x="80" y="2250"/>
                    <a:pt x="80" y="2327"/>
                    <a:pt x="128" y="2375"/>
                  </a:cubicBezTo>
                  <a:lnTo>
                    <a:pt x="183" y="2429"/>
                  </a:lnTo>
                  <a:lnTo>
                    <a:pt x="220" y="2467"/>
                  </a:lnTo>
                  <a:lnTo>
                    <a:pt x="131" y="2554"/>
                  </a:lnTo>
                  <a:cubicBezTo>
                    <a:pt x="1" y="2686"/>
                    <a:pt x="1" y="2897"/>
                    <a:pt x="131" y="3028"/>
                  </a:cubicBezTo>
                  <a:lnTo>
                    <a:pt x="2441" y="718"/>
                  </a:lnTo>
                  <a:lnTo>
                    <a:pt x="1723" y="1"/>
                  </a:ln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82" name="Google Shape;1582;p50"/>
            <p:cNvSpPr/>
            <p:nvPr/>
          </p:nvSpPr>
          <p:spPr>
            <a:xfrm>
              <a:off x="6604346" y="1044176"/>
              <a:ext cx="758471" cy="758484"/>
            </a:xfrm>
            <a:custGeom>
              <a:avLst/>
              <a:gdLst/>
              <a:ahLst/>
              <a:cxnLst/>
              <a:rect l="l" t="t" r="r" b="b"/>
              <a:pathLst>
                <a:path w="5288" h="5288" extrusionOk="0">
                  <a:moveTo>
                    <a:pt x="4456" y="1"/>
                  </a:moveTo>
                  <a:lnTo>
                    <a:pt x="0" y="4456"/>
                  </a:lnTo>
                  <a:lnTo>
                    <a:pt x="831" y="5287"/>
                  </a:lnTo>
                  <a:lnTo>
                    <a:pt x="5287" y="831"/>
                  </a:lnTo>
                  <a:lnTo>
                    <a:pt x="4456" y="1"/>
                  </a:ln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83" name="Google Shape;1583;p50"/>
            <p:cNvSpPr/>
            <p:nvPr/>
          </p:nvSpPr>
          <p:spPr>
            <a:xfrm>
              <a:off x="6546255" y="2563861"/>
              <a:ext cx="937045" cy="139275"/>
            </a:xfrm>
            <a:custGeom>
              <a:avLst/>
              <a:gdLst/>
              <a:ahLst/>
              <a:cxnLst/>
              <a:rect l="l" t="t" r="r" b="b"/>
              <a:pathLst>
                <a:path w="6533" h="971" extrusionOk="0">
                  <a:moveTo>
                    <a:pt x="0" y="0"/>
                  </a:moveTo>
                  <a:lnTo>
                    <a:pt x="0" y="970"/>
                  </a:lnTo>
                  <a:lnTo>
                    <a:pt x="6533" y="970"/>
                  </a:lnTo>
                  <a:lnTo>
                    <a:pt x="6533" y="0"/>
                  </a:lnTo>
                  <a:close/>
                </a:path>
              </a:pathLst>
            </a:custGeom>
            <a:solidFill>
              <a:srgbClr val="FBFFFF">
                <a:alpha val="1392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84" name="Google Shape;1584;p50"/>
            <p:cNvSpPr/>
            <p:nvPr/>
          </p:nvSpPr>
          <p:spPr>
            <a:xfrm>
              <a:off x="6546255" y="3025433"/>
              <a:ext cx="937045" cy="139419"/>
            </a:xfrm>
            <a:custGeom>
              <a:avLst/>
              <a:gdLst/>
              <a:ahLst/>
              <a:cxnLst/>
              <a:rect l="l" t="t" r="r" b="b"/>
              <a:pathLst>
                <a:path w="6533" h="972" extrusionOk="0">
                  <a:moveTo>
                    <a:pt x="0" y="1"/>
                  </a:moveTo>
                  <a:lnTo>
                    <a:pt x="0" y="972"/>
                  </a:lnTo>
                  <a:lnTo>
                    <a:pt x="6533" y="972"/>
                  </a:lnTo>
                  <a:lnTo>
                    <a:pt x="6533" y="1"/>
                  </a:lnTo>
                  <a:close/>
                </a:path>
              </a:pathLst>
            </a:custGeom>
            <a:solidFill>
              <a:srgbClr val="202020">
                <a:alpha val="14560"/>
              </a:srgbClr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85" name="Google Shape;1585;p50"/>
            <p:cNvSpPr/>
            <p:nvPr/>
          </p:nvSpPr>
          <p:spPr>
            <a:xfrm>
              <a:off x="6613383" y="3155097"/>
              <a:ext cx="784002" cy="665538"/>
            </a:xfrm>
            <a:custGeom>
              <a:avLst/>
              <a:gdLst/>
              <a:ahLst/>
              <a:cxnLst/>
              <a:rect l="l" t="t" r="r" b="b"/>
              <a:pathLst>
                <a:path w="5466" h="4640" extrusionOk="0">
                  <a:moveTo>
                    <a:pt x="2734" y="1"/>
                  </a:moveTo>
                  <a:cubicBezTo>
                    <a:pt x="2611" y="1"/>
                    <a:pt x="2489" y="60"/>
                    <a:pt x="2418" y="182"/>
                  </a:cubicBezTo>
                  <a:lnTo>
                    <a:pt x="142" y="4090"/>
                  </a:lnTo>
                  <a:cubicBezTo>
                    <a:pt x="1" y="4332"/>
                    <a:pt x="175" y="4639"/>
                    <a:pt x="457" y="4639"/>
                  </a:cubicBezTo>
                  <a:lnTo>
                    <a:pt x="5008" y="4639"/>
                  </a:lnTo>
                  <a:cubicBezTo>
                    <a:pt x="5290" y="4639"/>
                    <a:pt x="5466" y="4332"/>
                    <a:pt x="5324" y="4090"/>
                  </a:cubicBezTo>
                  <a:lnTo>
                    <a:pt x="3049" y="182"/>
                  </a:lnTo>
                  <a:cubicBezTo>
                    <a:pt x="2979" y="60"/>
                    <a:pt x="2857" y="1"/>
                    <a:pt x="27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86" name="Google Shape;1586;p50"/>
            <p:cNvSpPr/>
            <p:nvPr/>
          </p:nvSpPr>
          <p:spPr>
            <a:xfrm>
              <a:off x="6552997" y="3087253"/>
              <a:ext cx="905059" cy="801084"/>
            </a:xfrm>
            <a:custGeom>
              <a:avLst/>
              <a:gdLst/>
              <a:ahLst/>
              <a:cxnLst/>
              <a:rect l="l" t="t" r="r" b="b"/>
              <a:pathLst>
                <a:path w="6310" h="5585" extrusionOk="0">
                  <a:moveTo>
                    <a:pt x="3155" y="474"/>
                  </a:moveTo>
                  <a:cubicBezTo>
                    <a:pt x="3278" y="474"/>
                    <a:pt x="3399" y="533"/>
                    <a:pt x="3470" y="655"/>
                  </a:cubicBezTo>
                  <a:lnTo>
                    <a:pt x="5747" y="4563"/>
                  </a:lnTo>
                  <a:cubicBezTo>
                    <a:pt x="5888" y="4805"/>
                    <a:pt x="5711" y="5112"/>
                    <a:pt x="5429" y="5112"/>
                  </a:cubicBezTo>
                  <a:lnTo>
                    <a:pt x="878" y="5112"/>
                  </a:lnTo>
                  <a:cubicBezTo>
                    <a:pt x="596" y="5112"/>
                    <a:pt x="422" y="4805"/>
                    <a:pt x="563" y="4563"/>
                  </a:cubicBezTo>
                  <a:lnTo>
                    <a:pt x="2839" y="655"/>
                  </a:lnTo>
                  <a:cubicBezTo>
                    <a:pt x="2910" y="533"/>
                    <a:pt x="3032" y="474"/>
                    <a:pt x="3155" y="474"/>
                  </a:cubicBezTo>
                  <a:close/>
                  <a:moveTo>
                    <a:pt x="3155" y="1"/>
                  </a:moveTo>
                  <a:cubicBezTo>
                    <a:pt x="2852" y="1"/>
                    <a:pt x="2583" y="156"/>
                    <a:pt x="2430" y="418"/>
                  </a:cubicBezTo>
                  <a:lnTo>
                    <a:pt x="154" y="4324"/>
                  </a:lnTo>
                  <a:cubicBezTo>
                    <a:pt x="1" y="4586"/>
                    <a:pt x="0" y="4901"/>
                    <a:pt x="151" y="5164"/>
                  </a:cubicBezTo>
                  <a:cubicBezTo>
                    <a:pt x="302" y="5428"/>
                    <a:pt x="574" y="5585"/>
                    <a:pt x="878" y="5585"/>
                  </a:cubicBezTo>
                  <a:lnTo>
                    <a:pt x="5429" y="5585"/>
                  </a:lnTo>
                  <a:cubicBezTo>
                    <a:pt x="5733" y="5585"/>
                    <a:pt x="6006" y="5428"/>
                    <a:pt x="6156" y="5164"/>
                  </a:cubicBezTo>
                  <a:cubicBezTo>
                    <a:pt x="6309" y="4901"/>
                    <a:pt x="6308" y="4586"/>
                    <a:pt x="6155" y="4324"/>
                  </a:cubicBezTo>
                  <a:lnTo>
                    <a:pt x="3879" y="418"/>
                  </a:lnTo>
                  <a:cubicBezTo>
                    <a:pt x="3727" y="157"/>
                    <a:pt x="3456" y="1"/>
                    <a:pt x="31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  <p:sp>
          <p:nvSpPr>
            <p:cNvPr id="1587" name="Google Shape;1587;p50"/>
            <p:cNvSpPr/>
            <p:nvPr/>
          </p:nvSpPr>
          <p:spPr>
            <a:xfrm>
              <a:off x="6860090" y="3338119"/>
              <a:ext cx="253876" cy="455550"/>
            </a:xfrm>
            <a:custGeom>
              <a:avLst/>
              <a:gdLst/>
              <a:ahLst/>
              <a:cxnLst/>
              <a:rect l="l" t="t" r="r" b="b"/>
              <a:pathLst>
                <a:path w="1770" h="3176" extrusionOk="0">
                  <a:moveTo>
                    <a:pt x="529" y="0"/>
                  </a:moveTo>
                  <a:lnTo>
                    <a:pt x="20" y="1660"/>
                  </a:lnTo>
                  <a:cubicBezTo>
                    <a:pt x="0" y="1724"/>
                    <a:pt x="48" y="1789"/>
                    <a:pt x="115" y="1789"/>
                  </a:cubicBezTo>
                  <a:lnTo>
                    <a:pt x="645" y="1789"/>
                  </a:lnTo>
                  <a:lnTo>
                    <a:pt x="126" y="3097"/>
                  </a:lnTo>
                  <a:cubicBezTo>
                    <a:pt x="109" y="3139"/>
                    <a:pt x="144" y="3175"/>
                    <a:pt x="180" y="3175"/>
                  </a:cubicBezTo>
                  <a:cubicBezTo>
                    <a:pt x="196" y="3175"/>
                    <a:pt x="212" y="3168"/>
                    <a:pt x="224" y="3153"/>
                  </a:cubicBezTo>
                  <a:lnTo>
                    <a:pt x="1470" y="1561"/>
                  </a:lnTo>
                  <a:cubicBezTo>
                    <a:pt x="1522" y="1495"/>
                    <a:pt x="1475" y="1399"/>
                    <a:pt x="1391" y="1399"/>
                  </a:cubicBezTo>
                  <a:lnTo>
                    <a:pt x="932" y="1399"/>
                  </a:lnTo>
                  <a:lnTo>
                    <a:pt x="177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19420" tIns="219420" rIns="219420" bIns="219420" anchor="ctr" anchorCtr="0">
              <a:noAutofit/>
            </a:bodyPr>
            <a:lstStyle/>
            <a:p>
              <a:endParaRPr sz="10752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Electrical Engineering Major for College by Slidesgo">
  <a:themeElements>
    <a:clrScheme name="Simple Light">
      <a:dk1>
        <a:srgbClr val="FBFFFF"/>
      </a:dk1>
      <a:lt1>
        <a:srgbClr val="4E5A68"/>
      </a:lt1>
      <a:dk2>
        <a:srgbClr val="798791"/>
      </a:dk2>
      <a:lt2>
        <a:srgbClr val="5E6C75"/>
      </a:lt2>
      <a:accent1>
        <a:srgbClr val="434343"/>
      </a:accent1>
      <a:accent2>
        <a:srgbClr val="D0F1FF"/>
      </a:accent2>
      <a:accent3>
        <a:srgbClr val="0076DA"/>
      </a:accent3>
      <a:accent4>
        <a:srgbClr val="04B9AC"/>
      </a:accent4>
      <a:accent5>
        <a:srgbClr val="12857B"/>
      </a:accent5>
      <a:accent6>
        <a:srgbClr val="202020"/>
      </a:accent6>
      <a:hlink>
        <a:srgbClr val="FB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245</Words>
  <Application>Microsoft Office PowerPoint</Application>
  <PresentationFormat>Custom</PresentationFormat>
  <Paragraphs>40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Barlow</vt:lpstr>
      <vt:lpstr>Space Grotesk</vt:lpstr>
      <vt:lpstr>Electrical Engineering Major for College by Slidesgo</vt:lpstr>
      <vt:lpstr>± 15V Linear Power Supply Design </vt:lpstr>
      <vt:lpstr>Introduction</vt:lpstr>
      <vt:lpstr>Requirements and Constraints</vt:lpstr>
      <vt:lpstr>LM317 Voltage Regulator</vt:lpstr>
      <vt:lpstr>AC 120V    ↓ Transformer    ↓ Rectifier    ↓ Filter Capacitors    ↓ LM317 / LM7915    ↓ ±15V DC Output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Teklu, Natnael</cp:lastModifiedBy>
  <cp:revision>3</cp:revision>
  <dcterms:modified xsi:type="dcterms:W3CDTF">2026-04-11T22:10:59Z</dcterms:modified>
</cp:coreProperties>
</file>